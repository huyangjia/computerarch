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2.xml" ContentType="application/vnd.openxmlformats-officedocument.presentationml.tags+xml"/>
  <Override PartName="/ppt/notesSlides/notesSlide3.xml" ContentType="application/vnd.openxmlformats-officedocument.presentationml.notesSlide+xml"/>
  <Override PartName="/ppt/tags/tag3.xml" ContentType="application/vnd.openxmlformats-officedocument.presentationml.tags+xml"/>
  <Override PartName="/ppt/tags/tag4.xml" ContentType="application/vnd.openxmlformats-officedocument.presentationml.tags+xml"/>
  <Override PartName="/ppt/notesSlides/notesSlide4.xml" ContentType="application/vnd.openxmlformats-officedocument.presentationml.notesSlide+xml"/>
  <Override PartName="/ppt/tags/tag5.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3"/>
  </p:notesMasterIdLst>
  <p:sldIdLst>
    <p:sldId id="257" r:id="rId2"/>
    <p:sldId id="259" r:id="rId3"/>
    <p:sldId id="262" r:id="rId4"/>
    <p:sldId id="263" r:id="rId5"/>
    <p:sldId id="264" r:id="rId6"/>
    <p:sldId id="265" r:id="rId7"/>
    <p:sldId id="266" r:id="rId8"/>
    <p:sldId id="267" r:id="rId9"/>
    <p:sldId id="304" r:id="rId10"/>
    <p:sldId id="314" r:id="rId11"/>
    <p:sldId id="306" r:id="rId12"/>
    <p:sldId id="307" r:id="rId13"/>
    <p:sldId id="315" r:id="rId14"/>
    <p:sldId id="308" r:id="rId15"/>
    <p:sldId id="309" r:id="rId16"/>
    <p:sldId id="310" r:id="rId17"/>
    <p:sldId id="311" r:id="rId18"/>
    <p:sldId id="312" r:id="rId19"/>
    <p:sldId id="313" r:id="rId20"/>
    <p:sldId id="305" r:id="rId21"/>
    <p:sldId id="316" r:id="rId22"/>
    <p:sldId id="317" r:id="rId23"/>
    <p:sldId id="321" r:id="rId24"/>
    <p:sldId id="318" r:id="rId25"/>
    <p:sldId id="319" r:id="rId26"/>
    <p:sldId id="322" r:id="rId27"/>
    <p:sldId id="320" r:id="rId28"/>
    <p:sldId id="323" r:id="rId29"/>
    <p:sldId id="324" r:id="rId30"/>
    <p:sldId id="288" r:id="rId31"/>
    <p:sldId id="270" r:id="rId32"/>
  </p:sldIdLst>
  <p:sldSz cx="9144000" cy="6858000" type="screen4x3"/>
  <p:notesSz cx="6858000" cy="9144000"/>
  <p:custDataLst>
    <p:tags r:id="rId34"/>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175" autoAdjust="0"/>
    <p:restoredTop sz="94660"/>
  </p:normalViewPr>
  <p:slideViewPr>
    <p:cSldViewPr snapToGrid="0">
      <p:cViewPr varScale="1">
        <p:scale>
          <a:sx n="73" d="100"/>
          <a:sy n="73" d="100"/>
        </p:scale>
        <p:origin x="1191" y="69"/>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tags" Target="tags/tag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1D1BB98-4E2B-4DFC-8F3B-BFA2DD532A8F}" type="datetimeFigureOut">
              <a:rPr lang="zh-CN" altLang="en-US" smtClean="0"/>
              <a:t>2025/5/6</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134C09E-AE62-4B98-BCFC-D22FB29322AC}"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sz="1200" dirty="0">
              <a:solidFill>
                <a:srgbClr val="121212"/>
              </a:solidFill>
              <a:latin typeface="-apple-system"/>
            </a:endParaRPr>
          </a:p>
        </p:txBody>
      </p:sp>
      <p:sp>
        <p:nvSpPr>
          <p:cNvPr id="4" name="Slide Number Placeholder 3"/>
          <p:cNvSpPr>
            <a:spLocks noGrp="1"/>
          </p:cNvSpPr>
          <p:nvPr>
            <p:ph type="sldNum" sz="quarter" idx="10"/>
          </p:nvPr>
        </p:nvSpPr>
        <p:spPr/>
        <p:txBody>
          <a:bodyPr/>
          <a:lstStyle/>
          <a:p>
            <a:pPr>
              <a:defRPr/>
            </a:pPr>
            <a:fld id="{732450A4-3BB0-49D4-9997-DE3404AA072D}" type="slidenum">
              <a:rPr lang="en-US" altLang="zh-CN" smtClean="0"/>
              <a:t>1</a:t>
            </a:fld>
            <a:endParaRPr lang="en-US"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sz="1200" dirty="0">
              <a:solidFill>
                <a:srgbClr val="121212"/>
              </a:solidFill>
              <a:latin typeface="-apple-system"/>
            </a:endParaRPr>
          </a:p>
        </p:txBody>
      </p:sp>
      <p:sp>
        <p:nvSpPr>
          <p:cNvPr id="4" name="Slide Number Placeholder 3"/>
          <p:cNvSpPr>
            <a:spLocks noGrp="1"/>
          </p:cNvSpPr>
          <p:nvPr>
            <p:ph type="sldNum" sz="quarter" idx="10"/>
          </p:nvPr>
        </p:nvSpPr>
        <p:spPr/>
        <p:txBody>
          <a:bodyPr/>
          <a:lstStyle/>
          <a:p>
            <a:pPr>
              <a:defRPr/>
            </a:pPr>
            <a:fld id="{732450A4-3BB0-49D4-9997-DE3404AA072D}" type="slidenum">
              <a:rPr lang="en-US" altLang="zh-CN" smtClean="0"/>
              <a:t>2</a:t>
            </a:fld>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sz="1200" dirty="0">
              <a:solidFill>
                <a:srgbClr val="121212"/>
              </a:solidFill>
              <a:latin typeface="-apple-system"/>
            </a:endParaRPr>
          </a:p>
        </p:txBody>
      </p:sp>
      <p:sp>
        <p:nvSpPr>
          <p:cNvPr id="4" name="Slide Number Placeholder 3"/>
          <p:cNvSpPr>
            <a:spLocks noGrp="1"/>
          </p:cNvSpPr>
          <p:nvPr>
            <p:ph type="sldNum" sz="quarter" idx="10"/>
          </p:nvPr>
        </p:nvSpPr>
        <p:spPr/>
        <p:txBody>
          <a:bodyPr/>
          <a:lstStyle/>
          <a:p>
            <a:pPr>
              <a:defRPr/>
            </a:pPr>
            <a:fld id="{732450A4-3BB0-49D4-9997-DE3404AA072D}" type="slidenum">
              <a:rPr lang="en-US" altLang="zh-CN" smtClean="0"/>
              <a:t>3</a:t>
            </a:fld>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sz="1200" dirty="0">
              <a:solidFill>
                <a:srgbClr val="121212"/>
              </a:solidFill>
              <a:latin typeface="-apple-system"/>
            </a:endParaRPr>
          </a:p>
        </p:txBody>
      </p:sp>
      <p:sp>
        <p:nvSpPr>
          <p:cNvPr id="4" name="Slide Number Placeholder 3"/>
          <p:cNvSpPr>
            <a:spLocks noGrp="1"/>
          </p:cNvSpPr>
          <p:nvPr>
            <p:ph type="sldNum" sz="quarter" idx="10"/>
          </p:nvPr>
        </p:nvSpPr>
        <p:spPr/>
        <p:txBody>
          <a:bodyPr/>
          <a:lstStyle/>
          <a:p>
            <a:pPr>
              <a:defRPr/>
            </a:pPr>
            <a:fld id="{732450A4-3BB0-49D4-9997-DE3404AA072D}" type="slidenum">
              <a:rPr lang="en-US" altLang="zh-CN" smtClean="0"/>
              <a:t>4</a:t>
            </a:fld>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sz="1200" dirty="0">
              <a:solidFill>
                <a:srgbClr val="121212"/>
              </a:solidFill>
              <a:latin typeface="-apple-system"/>
            </a:endParaRPr>
          </a:p>
        </p:txBody>
      </p:sp>
      <p:sp>
        <p:nvSpPr>
          <p:cNvPr id="4" name="Slide Number Placeholder 3"/>
          <p:cNvSpPr>
            <a:spLocks noGrp="1"/>
          </p:cNvSpPr>
          <p:nvPr>
            <p:ph type="sldNum" sz="quarter" idx="10"/>
          </p:nvPr>
        </p:nvSpPr>
        <p:spPr/>
        <p:txBody>
          <a:bodyPr/>
          <a:lstStyle/>
          <a:p>
            <a:pPr>
              <a:defRPr/>
            </a:pPr>
            <a:fld id="{732450A4-3BB0-49D4-9997-DE3404AA072D}" type="slidenum">
              <a:rPr lang="en-US" altLang="zh-CN" smtClean="0"/>
              <a:t>5</a:t>
            </a:fld>
            <a:endParaRPr lang="en-US"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sz="1200" dirty="0">
              <a:solidFill>
                <a:srgbClr val="121212"/>
              </a:solidFill>
              <a:latin typeface="-apple-system"/>
            </a:endParaRPr>
          </a:p>
        </p:txBody>
      </p:sp>
      <p:sp>
        <p:nvSpPr>
          <p:cNvPr id="4" name="Slide Number Placeholder 3"/>
          <p:cNvSpPr>
            <a:spLocks noGrp="1"/>
          </p:cNvSpPr>
          <p:nvPr>
            <p:ph type="sldNum" sz="quarter" idx="10"/>
          </p:nvPr>
        </p:nvSpPr>
        <p:spPr/>
        <p:txBody>
          <a:bodyPr/>
          <a:lstStyle/>
          <a:p>
            <a:pPr>
              <a:defRPr/>
            </a:pPr>
            <a:fld id="{732450A4-3BB0-49D4-9997-DE3404AA072D}" type="slidenum">
              <a:rPr lang="en-US" altLang="zh-CN" smtClean="0"/>
              <a:t>6</a:t>
            </a:fld>
            <a:endParaRPr lang="en-US"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sz="1200" dirty="0">
              <a:solidFill>
                <a:srgbClr val="121212"/>
              </a:solidFill>
              <a:latin typeface="-apple-system"/>
            </a:endParaRPr>
          </a:p>
        </p:txBody>
      </p:sp>
      <p:sp>
        <p:nvSpPr>
          <p:cNvPr id="4" name="Slide Number Placeholder 3"/>
          <p:cNvSpPr>
            <a:spLocks noGrp="1"/>
          </p:cNvSpPr>
          <p:nvPr>
            <p:ph type="sldNum" sz="quarter" idx="10"/>
          </p:nvPr>
        </p:nvSpPr>
        <p:spPr/>
        <p:txBody>
          <a:bodyPr/>
          <a:lstStyle/>
          <a:p>
            <a:pPr>
              <a:defRPr/>
            </a:pPr>
            <a:fld id="{732450A4-3BB0-49D4-9997-DE3404AA072D}" type="slidenum">
              <a:rPr lang="en-US" altLang="zh-CN" smtClean="0"/>
              <a:t>7</a:t>
            </a:fld>
            <a:endParaRPr lang="en-US"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sz="1200" dirty="0">
              <a:solidFill>
                <a:srgbClr val="121212"/>
              </a:solidFill>
              <a:latin typeface="-apple-system"/>
            </a:endParaRPr>
          </a:p>
        </p:txBody>
      </p:sp>
      <p:sp>
        <p:nvSpPr>
          <p:cNvPr id="4" name="Slide Number Placeholder 3"/>
          <p:cNvSpPr>
            <a:spLocks noGrp="1"/>
          </p:cNvSpPr>
          <p:nvPr>
            <p:ph type="sldNum" sz="quarter" idx="10"/>
          </p:nvPr>
        </p:nvSpPr>
        <p:spPr/>
        <p:txBody>
          <a:bodyPr/>
          <a:lstStyle/>
          <a:p>
            <a:pPr>
              <a:defRPr/>
            </a:pPr>
            <a:fld id="{732450A4-3BB0-49D4-9997-DE3404AA072D}" type="slidenum">
              <a:rPr lang="en-US" altLang="zh-CN" smtClean="0"/>
              <a:t>8</a:t>
            </a:fld>
            <a:endParaRPr lang="en-US"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7B24F-3E02-978F-536F-06C4651E4B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4F3834-32A8-14A1-8406-EBC623A1F326}"/>
              </a:ext>
            </a:extLst>
          </p:cNvPr>
          <p:cNvSpPr>
            <a:spLocks noGrp="1" noRot="1" noChangeAspect="1"/>
          </p:cNvSpPr>
          <p:nvPr>
            <p:ph type="sldImg"/>
          </p:nvPr>
        </p:nvSpPr>
        <p:spPr>
          <a:xfrm>
            <a:off x="1371600" y="1143000"/>
            <a:ext cx="4114800" cy="3086100"/>
          </a:xfrm>
        </p:spPr>
      </p:sp>
      <p:sp>
        <p:nvSpPr>
          <p:cNvPr id="3" name="Notes Placeholder 2">
            <a:extLst>
              <a:ext uri="{FF2B5EF4-FFF2-40B4-BE49-F238E27FC236}">
                <a16:creationId xmlns:a16="http://schemas.microsoft.com/office/drawing/2014/main" id="{4C955F20-70C3-6156-41AD-B1F5AA84CE8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sz="1200" dirty="0">
              <a:solidFill>
                <a:srgbClr val="121212"/>
              </a:solidFill>
              <a:latin typeface="-apple-system"/>
            </a:endParaRPr>
          </a:p>
        </p:txBody>
      </p:sp>
      <p:sp>
        <p:nvSpPr>
          <p:cNvPr id="4" name="Slide Number Placeholder 3">
            <a:extLst>
              <a:ext uri="{FF2B5EF4-FFF2-40B4-BE49-F238E27FC236}">
                <a16:creationId xmlns:a16="http://schemas.microsoft.com/office/drawing/2014/main" id="{1E479F96-5A1E-8ADA-187E-E154FA921C83}"/>
              </a:ext>
            </a:extLst>
          </p:cNvPr>
          <p:cNvSpPr>
            <a:spLocks noGrp="1"/>
          </p:cNvSpPr>
          <p:nvPr>
            <p:ph type="sldNum" sz="quarter" idx="10"/>
          </p:nvPr>
        </p:nvSpPr>
        <p:spPr/>
        <p:txBody>
          <a:bodyPr/>
          <a:lstStyle/>
          <a:p>
            <a:pPr>
              <a:defRPr/>
            </a:pPr>
            <a:fld id="{732450A4-3BB0-49D4-9997-DE3404AA072D}" type="slidenum">
              <a:rPr lang="en-US" altLang="zh-CN" smtClean="0"/>
              <a:t>9</a:t>
            </a:fld>
            <a:endParaRPr lang="en-US" altLang="zh-CN"/>
          </a:p>
        </p:txBody>
      </p:sp>
    </p:spTree>
    <p:extLst>
      <p:ext uri="{BB962C8B-B14F-4D97-AF65-F5344CB8AC3E}">
        <p14:creationId xmlns:p14="http://schemas.microsoft.com/office/powerpoint/2010/main" val="35135232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4E83CA-7CA1-4864-7D86-6758FA9964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8D444D-FD17-CDC2-B213-2856FCA4FAC2}"/>
              </a:ext>
            </a:extLst>
          </p:cNvPr>
          <p:cNvSpPr>
            <a:spLocks noGrp="1" noRot="1" noChangeAspect="1"/>
          </p:cNvSpPr>
          <p:nvPr>
            <p:ph type="sldImg"/>
          </p:nvPr>
        </p:nvSpPr>
        <p:spPr>
          <a:xfrm>
            <a:off x="1371600" y="1143000"/>
            <a:ext cx="4114800" cy="3086100"/>
          </a:xfrm>
        </p:spPr>
      </p:sp>
      <p:sp>
        <p:nvSpPr>
          <p:cNvPr id="3" name="Notes Placeholder 2">
            <a:extLst>
              <a:ext uri="{FF2B5EF4-FFF2-40B4-BE49-F238E27FC236}">
                <a16:creationId xmlns:a16="http://schemas.microsoft.com/office/drawing/2014/main" id="{397AE67E-9491-05D5-9B98-1BCFD6CEAAF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sz="1200" dirty="0">
              <a:solidFill>
                <a:srgbClr val="121212"/>
              </a:solidFill>
              <a:latin typeface="-apple-system"/>
            </a:endParaRPr>
          </a:p>
        </p:txBody>
      </p:sp>
      <p:sp>
        <p:nvSpPr>
          <p:cNvPr id="4" name="Slide Number Placeholder 3">
            <a:extLst>
              <a:ext uri="{FF2B5EF4-FFF2-40B4-BE49-F238E27FC236}">
                <a16:creationId xmlns:a16="http://schemas.microsoft.com/office/drawing/2014/main" id="{C0D15DE8-18B4-6484-DE5E-8820DB576BA3}"/>
              </a:ext>
            </a:extLst>
          </p:cNvPr>
          <p:cNvSpPr>
            <a:spLocks noGrp="1"/>
          </p:cNvSpPr>
          <p:nvPr>
            <p:ph type="sldNum" sz="quarter" idx="10"/>
          </p:nvPr>
        </p:nvSpPr>
        <p:spPr/>
        <p:txBody>
          <a:bodyPr/>
          <a:lstStyle/>
          <a:p>
            <a:pPr>
              <a:defRPr/>
            </a:pPr>
            <a:fld id="{732450A4-3BB0-49D4-9997-DE3404AA072D}" type="slidenum">
              <a:rPr lang="en-US" altLang="zh-CN" smtClean="0"/>
              <a:t>10</a:t>
            </a:fld>
            <a:endParaRPr lang="en-US" altLang="zh-CN"/>
          </a:p>
        </p:txBody>
      </p:sp>
    </p:spTree>
    <p:extLst>
      <p:ext uri="{BB962C8B-B14F-4D97-AF65-F5344CB8AC3E}">
        <p14:creationId xmlns:p14="http://schemas.microsoft.com/office/powerpoint/2010/main" val="230521236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8C114B-827B-F523-36E7-308B915CC4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69D25C-92EE-3C8E-2F45-B05AAD858611}"/>
              </a:ext>
            </a:extLst>
          </p:cNvPr>
          <p:cNvSpPr>
            <a:spLocks noGrp="1" noRot="1" noChangeAspect="1"/>
          </p:cNvSpPr>
          <p:nvPr>
            <p:ph type="sldImg"/>
          </p:nvPr>
        </p:nvSpPr>
        <p:spPr>
          <a:xfrm>
            <a:off x="1371600" y="1143000"/>
            <a:ext cx="4114800" cy="3086100"/>
          </a:xfrm>
        </p:spPr>
      </p:sp>
      <p:sp>
        <p:nvSpPr>
          <p:cNvPr id="3" name="Notes Placeholder 2">
            <a:extLst>
              <a:ext uri="{FF2B5EF4-FFF2-40B4-BE49-F238E27FC236}">
                <a16:creationId xmlns:a16="http://schemas.microsoft.com/office/drawing/2014/main" id="{2FF00018-FEB8-5274-FCFC-0F1C101424B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sz="1200" dirty="0">
              <a:solidFill>
                <a:srgbClr val="121212"/>
              </a:solidFill>
              <a:latin typeface="-apple-system"/>
            </a:endParaRPr>
          </a:p>
        </p:txBody>
      </p:sp>
      <p:sp>
        <p:nvSpPr>
          <p:cNvPr id="4" name="Slide Number Placeholder 3">
            <a:extLst>
              <a:ext uri="{FF2B5EF4-FFF2-40B4-BE49-F238E27FC236}">
                <a16:creationId xmlns:a16="http://schemas.microsoft.com/office/drawing/2014/main" id="{9AB28D2D-A993-D20E-A618-49D875A697A0}"/>
              </a:ext>
            </a:extLst>
          </p:cNvPr>
          <p:cNvSpPr>
            <a:spLocks noGrp="1"/>
          </p:cNvSpPr>
          <p:nvPr>
            <p:ph type="sldNum" sz="quarter" idx="10"/>
          </p:nvPr>
        </p:nvSpPr>
        <p:spPr/>
        <p:txBody>
          <a:bodyPr/>
          <a:lstStyle/>
          <a:p>
            <a:pPr>
              <a:defRPr/>
            </a:pPr>
            <a:fld id="{732450A4-3BB0-49D4-9997-DE3404AA072D}" type="slidenum">
              <a:rPr lang="en-US" altLang="zh-CN" smtClean="0"/>
              <a:t>11</a:t>
            </a:fld>
            <a:endParaRPr lang="en-US" altLang="zh-CN"/>
          </a:p>
        </p:txBody>
      </p:sp>
    </p:spTree>
    <p:extLst>
      <p:ext uri="{BB962C8B-B14F-4D97-AF65-F5344CB8AC3E}">
        <p14:creationId xmlns:p14="http://schemas.microsoft.com/office/powerpoint/2010/main" val="322563004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69513E-449D-B864-9A36-DAB94A67F9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FCC689-5460-02F4-1678-112112B9DA24}"/>
              </a:ext>
            </a:extLst>
          </p:cNvPr>
          <p:cNvSpPr>
            <a:spLocks noGrp="1" noRot="1" noChangeAspect="1"/>
          </p:cNvSpPr>
          <p:nvPr>
            <p:ph type="sldImg"/>
          </p:nvPr>
        </p:nvSpPr>
        <p:spPr>
          <a:xfrm>
            <a:off x="1371600" y="1143000"/>
            <a:ext cx="4114800" cy="3086100"/>
          </a:xfrm>
        </p:spPr>
      </p:sp>
      <p:sp>
        <p:nvSpPr>
          <p:cNvPr id="3" name="Notes Placeholder 2">
            <a:extLst>
              <a:ext uri="{FF2B5EF4-FFF2-40B4-BE49-F238E27FC236}">
                <a16:creationId xmlns:a16="http://schemas.microsoft.com/office/drawing/2014/main" id="{D9846DBE-DEBC-7A99-780E-709E7355C2F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sz="1200" dirty="0">
              <a:solidFill>
                <a:srgbClr val="121212"/>
              </a:solidFill>
              <a:latin typeface="-apple-system"/>
            </a:endParaRPr>
          </a:p>
        </p:txBody>
      </p:sp>
      <p:sp>
        <p:nvSpPr>
          <p:cNvPr id="4" name="Slide Number Placeholder 3">
            <a:extLst>
              <a:ext uri="{FF2B5EF4-FFF2-40B4-BE49-F238E27FC236}">
                <a16:creationId xmlns:a16="http://schemas.microsoft.com/office/drawing/2014/main" id="{7A1FD370-1399-C2AC-7E44-CFA74102533D}"/>
              </a:ext>
            </a:extLst>
          </p:cNvPr>
          <p:cNvSpPr>
            <a:spLocks noGrp="1"/>
          </p:cNvSpPr>
          <p:nvPr>
            <p:ph type="sldNum" sz="quarter" idx="10"/>
          </p:nvPr>
        </p:nvSpPr>
        <p:spPr/>
        <p:txBody>
          <a:bodyPr/>
          <a:lstStyle/>
          <a:p>
            <a:pPr>
              <a:defRPr/>
            </a:pPr>
            <a:fld id="{732450A4-3BB0-49D4-9997-DE3404AA072D}" type="slidenum">
              <a:rPr lang="en-US" altLang="zh-CN" smtClean="0"/>
              <a:t>12</a:t>
            </a:fld>
            <a:endParaRPr lang="en-US" altLang="zh-CN"/>
          </a:p>
        </p:txBody>
      </p:sp>
    </p:spTree>
    <p:extLst>
      <p:ext uri="{BB962C8B-B14F-4D97-AF65-F5344CB8AC3E}">
        <p14:creationId xmlns:p14="http://schemas.microsoft.com/office/powerpoint/2010/main" val="368696752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47613B-0F2E-91FC-9391-1320BAA297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74405B-875D-1429-87A1-4D65FDD7FEF4}"/>
              </a:ext>
            </a:extLst>
          </p:cNvPr>
          <p:cNvSpPr>
            <a:spLocks noGrp="1" noRot="1" noChangeAspect="1"/>
          </p:cNvSpPr>
          <p:nvPr>
            <p:ph type="sldImg"/>
          </p:nvPr>
        </p:nvSpPr>
        <p:spPr>
          <a:xfrm>
            <a:off x="1371600" y="1143000"/>
            <a:ext cx="4114800" cy="3086100"/>
          </a:xfrm>
        </p:spPr>
      </p:sp>
      <p:sp>
        <p:nvSpPr>
          <p:cNvPr id="3" name="Notes Placeholder 2">
            <a:extLst>
              <a:ext uri="{FF2B5EF4-FFF2-40B4-BE49-F238E27FC236}">
                <a16:creationId xmlns:a16="http://schemas.microsoft.com/office/drawing/2014/main" id="{21E78B39-CB11-D0DB-E461-BFB47D49B53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sz="1200" dirty="0">
              <a:solidFill>
                <a:srgbClr val="121212"/>
              </a:solidFill>
              <a:latin typeface="-apple-system"/>
            </a:endParaRPr>
          </a:p>
        </p:txBody>
      </p:sp>
      <p:sp>
        <p:nvSpPr>
          <p:cNvPr id="4" name="Slide Number Placeholder 3">
            <a:extLst>
              <a:ext uri="{FF2B5EF4-FFF2-40B4-BE49-F238E27FC236}">
                <a16:creationId xmlns:a16="http://schemas.microsoft.com/office/drawing/2014/main" id="{11C73C6E-8A57-F18E-2696-73B6D681BBAC}"/>
              </a:ext>
            </a:extLst>
          </p:cNvPr>
          <p:cNvSpPr>
            <a:spLocks noGrp="1"/>
          </p:cNvSpPr>
          <p:nvPr>
            <p:ph type="sldNum" sz="quarter" idx="10"/>
          </p:nvPr>
        </p:nvSpPr>
        <p:spPr/>
        <p:txBody>
          <a:bodyPr/>
          <a:lstStyle/>
          <a:p>
            <a:pPr>
              <a:defRPr/>
            </a:pPr>
            <a:fld id="{732450A4-3BB0-49D4-9997-DE3404AA072D}" type="slidenum">
              <a:rPr lang="en-US" altLang="zh-CN" smtClean="0"/>
              <a:t>13</a:t>
            </a:fld>
            <a:endParaRPr lang="en-US" altLang="zh-CN"/>
          </a:p>
        </p:txBody>
      </p:sp>
    </p:spTree>
    <p:extLst>
      <p:ext uri="{BB962C8B-B14F-4D97-AF65-F5344CB8AC3E}">
        <p14:creationId xmlns:p14="http://schemas.microsoft.com/office/powerpoint/2010/main" val="21161217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E88844-86B2-A47E-3AC7-362D0E6F44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950A51-C935-61DA-EBDA-25A166ACEE39}"/>
              </a:ext>
            </a:extLst>
          </p:cNvPr>
          <p:cNvSpPr>
            <a:spLocks noGrp="1" noRot="1" noChangeAspect="1"/>
          </p:cNvSpPr>
          <p:nvPr>
            <p:ph type="sldImg"/>
          </p:nvPr>
        </p:nvSpPr>
        <p:spPr>
          <a:xfrm>
            <a:off x="1371600" y="1143000"/>
            <a:ext cx="4114800" cy="3086100"/>
          </a:xfrm>
        </p:spPr>
      </p:sp>
      <p:sp>
        <p:nvSpPr>
          <p:cNvPr id="3" name="Notes Placeholder 2">
            <a:extLst>
              <a:ext uri="{FF2B5EF4-FFF2-40B4-BE49-F238E27FC236}">
                <a16:creationId xmlns:a16="http://schemas.microsoft.com/office/drawing/2014/main" id="{DB97D8FC-FBD7-49E9-F964-46302D6D2E8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sz="1200" dirty="0">
              <a:solidFill>
                <a:srgbClr val="121212"/>
              </a:solidFill>
              <a:latin typeface="-apple-system"/>
            </a:endParaRPr>
          </a:p>
        </p:txBody>
      </p:sp>
      <p:sp>
        <p:nvSpPr>
          <p:cNvPr id="4" name="Slide Number Placeholder 3">
            <a:extLst>
              <a:ext uri="{FF2B5EF4-FFF2-40B4-BE49-F238E27FC236}">
                <a16:creationId xmlns:a16="http://schemas.microsoft.com/office/drawing/2014/main" id="{10234B83-99AB-4775-D1EF-0676E5E66122}"/>
              </a:ext>
            </a:extLst>
          </p:cNvPr>
          <p:cNvSpPr>
            <a:spLocks noGrp="1"/>
          </p:cNvSpPr>
          <p:nvPr>
            <p:ph type="sldNum" sz="quarter" idx="10"/>
          </p:nvPr>
        </p:nvSpPr>
        <p:spPr/>
        <p:txBody>
          <a:bodyPr/>
          <a:lstStyle/>
          <a:p>
            <a:pPr>
              <a:defRPr/>
            </a:pPr>
            <a:fld id="{732450A4-3BB0-49D4-9997-DE3404AA072D}" type="slidenum">
              <a:rPr lang="en-US" altLang="zh-CN" smtClean="0"/>
              <a:t>14</a:t>
            </a:fld>
            <a:endParaRPr lang="en-US" altLang="zh-CN"/>
          </a:p>
        </p:txBody>
      </p:sp>
    </p:spTree>
    <p:extLst>
      <p:ext uri="{BB962C8B-B14F-4D97-AF65-F5344CB8AC3E}">
        <p14:creationId xmlns:p14="http://schemas.microsoft.com/office/powerpoint/2010/main" val="14752756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942E51-AA65-AEB2-9716-858AD96E5E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2BC56E-BC5C-ADFE-6DA4-A2B4A8B39300}"/>
              </a:ext>
            </a:extLst>
          </p:cNvPr>
          <p:cNvSpPr>
            <a:spLocks noGrp="1" noRot="1" noChangeAspect="1"/>
          </p:cNvSpPr>
          <p:nvPr>
            <p:ph type="sldImg"/>
          </p:nvPr>
        </p:nvSpPr>
        <p:spPr>
          <a:xfrm>
            <a:off x="1371600" y="1143000"/>
            <a:ext cx="4114800" cy="3086100"/>
          </a:xfrm>
        </p:spPr>
      </p:sp>
      <p:sp>
        <p:nvSpPr>
          <p:cNvPr id="3" name="Notes Placeholder 2">
            <a:extLst>
              <a:ext uri="{FF2B5EF4-FFF2-40B4-BE49-F238E27FC236}">
                <a16:creationId xmlns:a16="http://schemas.microsoft.com/office/drawing/2014/main" id="{6A04510A-4BE7-41EC-5DE7-2BBF4A8F50B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sz="1200" dirty="0">
              <a:solidFill>
                <a:srgbClr val="121212"/>
              </a:solidFill>
              <a:latin typeface="-apple-system"/>
            </a:endParaRPr>
          </a:p>
        </p:txBody>
      </p:sp>
      <p:sp>
        <p:nvSpPr>
          <p:cNvPr id="4" name="Slide Number Placeholder 3">
            <a:extLst>
              <a:ext uri="{FF2B5EF4-FFF2-40B4-BE49-F238E27FC236}">
                <a16:creationId xmlns:a16="http://schemas.microsoft.com/office/drawing/2014/main" id="{159D7B97-B95B-BD57-6E07-FDB97BE5471D}"/>
              </a:ext>
            </a:extLst>
          </p:cNvPr>
          <p:cNvSpPr>
            <a:spLocks noGrp="1"/>
          </p:cNvSpPr>
          <p:nvPr>
            <p:ph type="sldNum" sz="quarter" idx="10"/>
          </p:nvPr>
        </p:nvSpPr>
        <p:spPr/>
        <p:txBody>
          <a:bodyPr/>
          <a:lstStyle/>
          <a:p>
            <a:pPr>
              <a:defRPr/>
            </a:pPr>
            <a:fld id="{732450A4-3BB0-49D4-9997-DE3404AA072D}" type="slidenum">
              <a:rPr lang="en-US" altLang="zh-CN" smtClean="0"/>
              <a:t>15</a:t>
            </a:fld>
            <a:endParaRPr lang="en-US" altLang="zh-CN"/>
          </a:p>
        </p:txBody>
      </p:sp>
    </p:spTree>
    <p:extLst>
      <p:ext uri="{BB962C8B-B14F-4D97-AF65-F5344CB8AC3E}">
        <p14:creationId xmlns:p14="http://schemas.microsoft.com/office/powerpoint/2010/main" val="133321476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B7C7FD-E3AD-BEC3-2EE6-2212287F4D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67FC9F-F93A-5872-14E5-377D24223A48}"/>
              </a:ext>
            </a:extLst>
          </p:cNvPr>
          <p:cNvSpPr>
            <a:spLocks noGrp="1" noRot="1" noChangeAspect="1"/>
          </p:cNvSpPr>
          <p:nvPr>
            <p:ph type="sldImg"/>
          </p:nvPr>
        </p:nvSpPr>
        <p:spPr>
          <a:xfrm>
            <a:off x="1371600" y="1143000"/>
            <a:ext cx="4114800" cy="3086100"/>
          </a:xfrm>
        </p:spPr>
      </p:sp>
      <p:sp>
        <p:nvSpPr>
          <p:cNvPr id="3" name="Notes Placeholder 2">
            <a:extLst>
              <a:ext uri="{FF2B5EF4-FFF2-40B4-BE49-F238E27FC236}">
                <a16:creationId xmlns:a16="http://schemas.microsoft.com/office/drawing/2014/main" id="{68EEEA17-F9A6-507D-FE2E-02462985E28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sz="1200" dirty="0">
              <a:solidFill>
                <a:srgbClr val="121212"/>
              </a:solidFill>
              <a:latin typeface="-apple-system"/>
            </a:endParaRPr>
          </a:p>
        </p:txBody>
      </p:sp>
      <p:sp>
        <p:nvSpPr>
          <p:cNvPr id="4" name="Slide Number Placeholder 3">
            <a:extLst>
              <a:ext uri="{FF2B5EF4-FFF2-40B4-BE49-F238E27FC236}">
                <a16:creationId xmlns:a16="http://schemas.microsoft.com/office/drawing/2014/main" id="{E2AF9090-6E14-A430-9261-E572C399F645}"/>
              </a:ext>
            </a:extLst>
          </p:cNvPr>
          <p:cNvSpPr>
            <a:spLocks noGrp="1"/>
          </p:cNvSpPr>
          <p:nvPr>
            <p:ph type="sldNum" sz="quarter" idx="10"/>
          </p:nvPr>
        </p:nvSpPr>
        <p:spPr/>
        <p:txBody>
          <a:bodyPr/>
          <a:lstStyle/>
          <a:p>
            <a:pPr>
              <a:defRPr/>
            </a:pPr>
            <a:fld id="{732450A4-3BB0-49D4-9997-DE3404AA072D}" type="slidenum">
              <a:rPr lang="en-US" altLang="zh-CN" smtClean="0"/>
              <a:t>16</a:t>
            </a:fld>
            <a:endParaRPr lang="en-US" altLang="zh-CN"/>
          </a:p>
        </p:txBody>
      </p:sp>
    </p:spTree>
    <p:extLst>
      <p:ext uri="{BB962C8B-B14F-4D97-AF65-F5344CB8AC3E}">
        <p14:creationId xmlns:p14="http://schemas.microsoft.com/office/powerpoint/2010/main" val="102511068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6C13FE-4627-0F7C-D021-C371403134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6CABC8-BC80-6E27-A129-61A2929FE98E}"/>
              </a:ext>
            </a:extLst>
          </p:cNvPr>
          <p:cNvSpPr>
            <a:spLocks noGrp="1" noRot="1" noChangeAspect="1"/>
          </p:cNvSpPr>
          <p:nvPr>
            <p:ph type="sldImg"/>
          </p:nvPr>
        </p:nvSpPr>
        <p:spPr>
          <a:xfrm>
            <a:off x="1371600" y="1143000"/>
            <a:ext cx="4114800" cy="3086100"/>
          </a:xfrm>
        </p:spPr>
      </p:sp>
      <p:sp>
        <p:nvSpPr>
          <p:cNvPr id="3" name="Notes Placeholder 2">
            <a:extLst>
              <a:ext uri="{FF2B5EF4-FFF2-40B4-BE49-F238E27FC236}">
                <a16:creationId xmlns:a16="http://schemas.microsoft.com/office/drawing/2014/main" id="{0862B2A6-0125-10D7-6844-BDDCF6271C7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sz="1200" dirty="0">
              <a:solidFill>
                <a:srgbClr val="121212"/>
              </a:solidFill>
              <a:latin typeface="-apple-system"/>
            </a:endParaRPr>
          </a:p>
        </p:txBody>
      </p:sp>
      <p:sp>
        <p:nvSpPr>
          <p:cNvPr id="4" name="Slide Number Placeholder 3">
            <a:extLst>
              <a:ext uri="{FF2B5EF4-FFF2-40B4-BE49-F238E27FC236}">
                <a16:creationId xmlns:a16="http://schemas.microsoft.com/office/drawing/2014/main" id="{6BC02355-8198-A4A3-D278-A57EE052466A}"/>
              </a:ext>
            </a:extLst>
          </p:cNvPr>
          <p:cNvSpPr>
            <a:spLocks noGrp="1"/>
          </p:cNvSpPr>
          <p:nvPr>
            <p:ph type="sldNum" sz="quarter" idx="10"/>
          </p:nvPr>
        </p:nvSpPr>
        <p:spPr/>
        <p:txBody>
          <a:bodyPr/>
          <a:lstStyle/>
          <a:p>
            <a:pPr>
              <a:defRPr/>
            </a:pPr>
            <a:fld id="{732450A4-3BB0-49D4-9997-DE3404AA072D}" type="slidenum">
              <a:rPr lang="en-US" altLang="zh-CN" smtClean="0"/>
              <a:t>17</a:t>
            </a:fld>
            <a:endParaRPr lang="en-US" altLang="zh-CN"/>
          </a:p>
        </p:txBody>
      </p:sp>
    </p:spTree>
    <p:extLst>
      <p:ext uri="{BB962C8B-B14F-4D97-AF65-F5344CB8AC3E}">
        <p14:creationId xmlns:p14="http://schemas.microsoft.com/office/powerpoint/2010/main" val="108969765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245499-5F85-8907-DCC8-138067EF70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590753-A5AB-1D2C-350B-4056DAD0124D}"/>
              </a:ext>
            </a:extLst>
          </p:cNvPr>
          <p:cNvSpPr>
            <a:spLocks noGrp="1" noRot="1" noChangeAspect="1"/>
          </p:cNvSpPr>
          <p:nvPr>
            <p:ph type="sldImg"/>
          </p:nvPr>
        </p:nvSpPr>
        <p:spPr>
          <a:xfrm>
            <a:off x="1371600" y="1143000"/>
            <a:ext cx="4114800" cy="3086100"/>
          </a:xfrm>
        </p:spPr>
      </p:sp>
      <p:sp>
        <p:nvSpPr>
          <p:cNvPr id="3" name="Notes Placeholder 2">
            <a:extLst>
              <a:ext uri="{FF2B5EF4-FFF2-40B4-BE49-F238E27FC236}">
                <a16:creationId xmlns:a16="http://schemas.microsoft.com/office/drawing/2014/main" id="{61AD5C68-8ED9-0B68-288E-F664E8FA4A3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sz="1200" dirty="0">
              <a:solidFill>
                <a:srgbClr val="121212"/>
              </a:solidFill>
              <a:latin typeface="-apple-system"/>
            </a:endParaRPr>
          </a:p>
        </p:txBody>
      </p:sp>
      <p:sp>
        <p:nvSpPr>
          <p:cNvPr id="4" name="Slide Number Placeholder 3">
            <a:extLst>
              <a:ext uri="{FF2B5EF4-FFF2-40B4-BE49-F238E27FC236}">
                <a16:creationId xmlns:a16="http://schemas.microsoft.com/office/drawing/2014/main" id="{9ABC0BD0-E21B-4718-0D44-306158FCEBB5}"/>
              </a:ext>
            </a:extLst>
          </p:cNvPr>
          <p:cNvSpPr>
            <a:spLocks noGrp="1"/>
          </p:cNvSpPr>
          <p:nvPr>
            <p:ph type="sldNum" sz="quarter" idx="10"/>
          </p:nvPr>
        </p:nvSpPr>
        <p:spPr/>
        <p:txBody>
          <a:bodyPr/>
          <a:lstStyle/>
          <a:p>
            <a:pPr>
              <a:defRPr/>
            </a:pPr>
            <a:fld id="{732450A4-3BB0-49D4-9997-DE3404AA072D}" type="slidenum">
              <a:rPr lang="en-US" altLang="zh-CN" smtClean="0"/>
              <a:t>18</a:t>
            </a:fld>
            <a:endParaRPr lang="en-US" altLang="zh-CN"/>
          </a:p>
        </p:txBody>
      </p:sp>
    </p:spTree>
    <p:extLst>
      <p:ext uri="{BB962C8B-B14F-4D97-AF65-F5344CB8AC3E}">
        <p14:creationId xmlns:p14="http://schemas.microsoft.com/office/powerpoint/2010/main" val="51786189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C72774-DAEB-B310-4784-C48E76E927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7F71B1-2381-F02B-9991-C8170AAA0166}"/>
              </a:ext>
            </a:extLst>
          </p:cNvPr>
          <p:cNvSpPr>
            <a:spLocks noGrp="1" noRot="1" noChangeAspect="1"/>
          </p:cNvSpPr>
          <p:nvPr>
            <p:ph type="sldImg"/>
          </p:nvPr>
        </p:nvSpPr>
        <p:spPr>
          <a:xfrm>
            <a:off x="1371600" y="1143000"/>
            <a:ext cx="4114800" cy="3086100"/>
          </a:xfrm>
        </p:spPr>
      </p:sp>
      <p:sp>
        <p:nvSpPr>
          <p:cNvPr id="3" name="Notes Placeholder 2">
            <a:extLst>
              <a:ext uri="{FF2B5EF4-FFF2-40B4-BE49-F238E27FC236}">
                <a16:creationId xmlns:a16="http://schemas.microsoft.com/office/drawing/2014/main" id="{2D18F06A-5B74-8363-0BFC-D325AEDE2DE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sz="1200" dirty="0">
              <a:solidFill>
                <a:srgbClr val="121212"/>
              </a:solidFill>
              <a:latin typeface="-apple-system"/>
            </a:endParaRPr>
          </a:p>
        </p:txBody>
      </p:sp>
      <p:sp>
        <p:nvSpPr>
          <p:cNvPr id="4" name="Slide Number Placeholder 3">
            <a:extLst>
              <a:ext uri="{FF2B5EF4-FFF2-40B4-BE49-F238E27FC236}">
                <a16:creationId xmlns:a16="http://schemas.microsoft.com/office/drawing/2014/main" id="{EE72AB28-413D-71E4-BBCD-FF7919AC1524}"/>
              </a:ext>
            </a:extLst>
          </p:cNvPr>
          <p:cNvSpPr>
            <a:spLocks noGrp="1"/>
          </p:cNvSpPr>
          <p:nvPr>
            <p:ph type="sldNum" sz="quarter" idx="10"/>
          </p:nvPr>
        </p:nvSpPr>
        <p:spPr/>
        <p:txBody>
          <a:bodyPr/>
          <a:lstStyle/>
          <a:p>
            <a:pPr>
              <a:defRPr/>
            </a:pPr>
            <a:fld id="{732450A4-3BB0-49D4-9997-DE3404AA072D}" type="slidenum">
              <a:rPr lang="en-US" altLang="zh-CN" smtClean="0"/>
              <a:t>19</a:t>
            </a:fld>
            <a:endParaRPr lang="en-US" altLang="zh-CN"/>
          </a:p>
        </p:txBody>
      </p:sp>
    </p:spTree>
    <p:extLst>
      <p:ext uri="{BB962C8B-B14F-4D97-AF65-F5344CB8AC3E}">
        <p14:creationId xmlns:p14="http://schemas.microsoft.com/office/powerpoint/2010/main" val="325756041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7BAD7-F9C4-E210-2F82-BFD8D525D0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D7632C-D040-8AF0-C2EA-7C4560F88FFD}"/>
              </a:ext>
            </a:extLst>
          </p:cNvPr>
          <p:cNvSpPr>
            <a:spLocks noGrp="1" noRot="1" noChangeAspect="1"/>
          </p:cNvSpPr>
          <p:nvPr>
            <p:ph type="sldImg"/>
          </p:nvPr>
        </p:nvSpPr>
        <p:spPr>
          <a:xfrm>
            <a:off x="1371600" y="1143000"/>
            <a:ext cx="4114800" cy="3086100"/>
          </a:xfrm>
        </p:spPr>
      </p:sp>
      <p:sp>
        <p:nvSpPr>
          <p:cNvPr id="3" name="Notes Placeholder 2">
            <a:extLst>
              <a:ext uri="{FF2B5EF4-FFF2-40B4-BE49-F238E27FC236}">
                <a16:creationId xmlns:a16="http://schemas.microsoft.com/office/drawing/2014/main" id="{27FC12A6-219F-1851-745F-49786ACE6B5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sz="1200" dirty="0">
              <a:solidFill>
                <a:srgbClr val="121212"/>
              </a:solidFill>
              <a:latin typeface="-apple-system"/>
            </a:endParaRPr>
          </a:p>
        </p:txBody>
      </p:sp>
      <p:sp>
        <p:nvSpPr>
          <p:cNvPr id="4" name="Slide Number Placeholder 3">
            <a:extLst>
              <a:ext uri="{FF2B5EF4-FFF2-40B4-BE49-F238E27FC236}">
                <a16:creationId xmlns:a16="http://schemas.microsoft.com/office/drawing/2014/main" id="{8BCB4C12-9038-5361-18A9-48EEA8797A7C}"/>
              </a:ext>
            </a:extLst>
          </p:cNvPr>
          <p:cNvSpPr>
            <a:spLocks noGrp="1"/>
          </p:cNvSpPr>
          <p:nvPr>
            <p:ph type="sldNum" sz="quarter" idx="10"/>
          </p:nvPr>
        </p:nvSpPr>
        <p:spPr/>
        <p:txBody>
          <a:bodyPr/>
          <a:lstStyle/>
          <a:p>
            <a:pPr>
              <a:defRPr/>
            </a:pPr>
            <a:fld id="{732450A4-3BB0-49D4-9997-DE3404AA072D}" type="slidenum">
              <a:rPr lang="en-US" altLang="zh-CN" smtClean="0"/>
              <a:t>20</a:t>
            </a:fld>
            <a:endParaRPr lang="en-US" altLang="zh-CN"/>
          </a:p>
        </p:txBody>
      </p:sp>
    </p:spTree>
    <p:extLst>
      <p:ext uri="{BB962C8B-B14F-4D97-AF65-F5344CB8AC3E}">
        <p14:creationId xmlns:p14="http://schemas.microsoft.com/office/powerpoint/2010/main" val="76760057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526B63-0A49-C1D7-A95B-C285BAC21B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6CD7BC-B161-5835-C223-3B67B0160E71}"/>
              </a:ext>
            </a:extLst>
          </p:cNvPr>
          <p:cNvSpPr>
            <a:spLocks noGrp="1" noRot="1" noChangeAspect="1"/>
          </p:cNvSpPr>
          <p:nvPr>
            <p:ph type="sldImg"/>
          </p:nvPr>
        </p:nvSpPr>
        <p:spPr>
          <a:xfrm>
            <a:off x="1371600" y="1143000"/>
            <a:ext cx="4114800" cy="3086100"/>
          </a:xfrm>
        </p:spPr>
      </p:sp>
      <p:sp>
        <p:nvSpPr>
          <p:cNvPr id="3" name="Notes Placeholder 2">
            <a:extLst>
              <a:ext uri="{FF2B5EF4-FFF2-40B4-BE49-F238E27FC236}">
                <a16:creationId xmlns:a16="http://schemas.microsoft.com/office/drawing/2014/main" id="{A73E5DC2-11C5-3CAA-AED7-97512AB84C1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sz="1200" dirty="0">
              <a:solidFill>
                <a:srgbClr val="121212"/>
              </a:solidFill>
              <a:latin typeface="-apple-system"/>
            </a:endParaRPr>
          </a:p>
        </p:txBody>
      </p:sp>
      <p:sp>
        <p:nvSpPr>
          <p:cNvPr id="4" name="Slide Number Placeholder 3">
            <a:extLst>
              <a:ext uri="{FF2B5EF4-FFF2-40B4-BE49-F238E27FC236}">
                <a16:creationId xmlns:a16="http://schemas.microsoft.com/office/drawing/2014/main" id="{6963E38E-D578-4476-AB6C-4FE3F8FDEE64}"/>
              </a:ext>
            </a:extLst>
          </p:cNvPr>
          <p:cNvSpPr>
            <a:spLocks noGrp="1"/>
          </p:cNvSpPr>
          <p:nvPr>
            <p:ph type="sldNum" sz="quarter" idx="10"/>
          </p:nvPr>
        </p:nvSpPr>
        <p:spPr/>
        <p:txBody>
          <a:bodyPr/>
          <a:lstStyle/>
          <a:p>
            <a:pPr>
              <a:defRPr/>
            </a:pPr>
            <a:fld id="{732450A4-3BB0-49D4-9997-DE3404AA072D}" type="slidenum">
              <a:rPr lang="en-US" altLang="zh-CN" smtClean="0"/>
              <a:t>21</a:t>
            </a:fld>
            <a:endParaRPr lang="en-US" altLang="zh-CN"/>
          </a:p>
        </p:txBody>
      </p:sp>
    </p:spTree>
    <p:extLst>
      <p:ext uri="{BB962C8B-B14F-4D97-AF65-F5344CB8AC3E}">
        <p14:creationId xmlns:p14="http://schemas.microsoft.com/office/powerpoint/2010/main" val="387872171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5A585C-590F-714E-4B49-D7375A279F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66174F-AB32-7243-A714-A79816DD2075}"/>
              </a:ext>
            </a:extLst>
          </p:cNvPr>
          <p:cNvSpPr>
            <a:spLocks noGrp="1" noRot="1" noChangeAspect="1"/>
          </p:cNvSpPr>
          <p:nvPr>
            <p:ph type="sldImg"/>
          </p:nvPr>
        </p:nvSpPr>
        <p:spPr>
          <a:xfrm>
            <a:off x="1371600" y="1143000"/>
            <a:ext cx="4114800" cy="3086100"/>
          </a:xfrm>
        </p:spPr>
      </p:sp>
      <p:sp>
        <p:nvSpPr>
          <p:cNvPr id="3" name="Notes Placeholder 2">
            <a:extLst>
              <a:ext uri="{FF2B5EF4-FFF2-40B4-BE49-F238E27FC236}">
                <a16:creationId xmlns:a16="http://schemas.microsoft.com/office/drawing/2014/main" id="{E75D0A81-860A-E2B4-DC37-9F5446F9782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sz="1200" dirty="0">
              <a:solidFill>
                <a:srgbClr val="121212"/>
              </a:solidFill>
              <a:latin typeface="-apple-system"/>
            </a:endParaRPr>
          </a:p>
        </p:txBody>
      </p:sp>
      <p:sp>
        <p:nvSpPr>
          <p:cNvPr id="4" name="Slide Number Placeholder 3">
            <a:extLst>
              <a:ext uri="{FF2B5EF4-FFF2-40B4-BE49-F238E27FC236}">
                <a16:creationId xmlns:a16="http://schemas.microsoft.com/office/drawing/2014/main" id="{73B0331C-4688-A3FA-0A11-947C3DFDB0F4}"/>
              </a:ext>
            </a:extLst>
          </p:cNvPr>
          <p:cNvSpPr>
            <a:spLocks noGrp="1"/>
          </p:cNvSpPr>
          <p:nvPr>
            <p:ph type="sldNum" sz="quarter" idx="10"/>
          </p:nvPr>
        </p:nvSpPr>
        <p:spPr/>
        <p:txBody>
          <a:bodyPr/>
          <a:lstStyle/>
          <a:p>
            <a:pPr>
              <a:defRPr/>
            </a:pPr>
            <a:fld id="{732450A4-3BB0-49D4-9997-DE3404AA072D}" type="slidenum">
              <a:rPr lang="en-US" altLang="zh-CN" smtClean="0"/>
              <a:t>22</a:t>
            </a:fld>
            <a:endParaRPr lang="en-US" altLang="zh-CN"/>
          </a:p>
        </p:txBody>
      </p:sp>
    </p:spTree>
    <p:extLst>
      <p:ext uri="{BB962C8B-B14F-4D97-AF65-F5344CB8AC3E}">
        <p14:creationId xmlns:p14="http://schemas.microsoft.com/office/powerpoint/2010/main" val="270231982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B17480-846B-6C67-4326-24DAFE0374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E2A11D-4979-AEFD-1DFC-D37350B62A13}"/>
              </a:ext>
            </a:extLst>
          </p:cNvPr>
          <p:cNvSpPr>
            <a:spLocks noGrp="1" noRot="1" noChangeAspect="1"/>
          </p:cNvSpPr>
          <p:nvPr>
            <p:ph type="sldImg"/>
          </p:nvPr>
        </p:nvSpPr>
        <p:spPr>
          <a:xfrm>
            <a:off x="1371600" y="1143000"/>
            <a:ext cx="4114800" cy="3086100"/>
          </a:xfrm>
        </p:spPr>
      </p:sp>
      <p:sp>
        <p:nvSpPr>
          <p:cNvPr id="3" name="Notes Placeholder 2">
            <a:extLst>
              <a:ext uri="{FF2B5EF4-FFF2-40B4-BE49-F238E27FC236}">
                <a16:creationId xmlns:a16="http://schemas.microsoft.com/office/drawing/2014/main" id="{96F6EB50-2489-B1B2-80FC-09C1E5C8A7E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sz="1200" dirty="0">
              <a:solidFill>
                <a:srgbClr val="121212"/>
              </a:solidFill>
              <a:latin typeface="-apple-system"/>
            </a:endParaRPr>
          </a:p>
        </p:txBody>
      </p:sp>
      <p:sp>
        <p:nvSpPr>
          <p:cNvPr id="4" name="Slide Number Placeholder 3">
            <a:extLst>
              <a:ext uri="{FF2B5EF4-FFF2-40B4-BE49-F238E27FC236}">
                <a16:creationId xmlns:a16="http://schemas.microsoft.com/office/drawing/2014/main" id="{69750811-ADA6-E71D-7077-A63858370DF4}"/>
              </a:ext>
            </a:extLst>
          </p:cNvPr>
          <p:cNvSpPr>
            <a:spLocks noGrp="1"/>
          </p:cNvSpPr>
          <p:nvPr>
            <p:ph type="sldNum" sz="quarter" idx="10"/>
          </p:nvPr>
        </p:nvSpPr>
        <p:spPr/>
        <p:txBody>
          <a:bodyPr/>
          <a:lstStyle/>
          <a:p>
            <a:pPr>
              <a:defRPr/>
            </a:pPr>
            <a:fld id="{732450A4-3BB0-49D4-9997-DE3404AA072D}" type="slidenum">
              <a:rPr lang="en-US" altLang="zh-CN" smtClean="0"/>
              <a:t>23</a:t>
            </a:fld>
            <a:endParaRPr lang="en-US" altLang="zh-CN"/>
          </a:p>
        </p:txBody>
      </p:sp>
    </p:spTree>
    <p:extLst>
      <p:ext uri="{BB962C8B-B14F-4D97-AF65-F5344CB8AC3E}">
        <p14:creationId xmlns:p14="http://schemas.microsoft.com/office/powerpoint/2010/main" val="16798858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08039E-07B8-8090-28E9-7029BCD12A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41FB1E-33F0-CA9C-86A8-B7728B9D17D0}"/>
              </a:ext>
            </a:extLst>
          </p:cNvPr>
          <p:cNvSpPr>
            <a:spLocks noGrp="1" noRot="1" noChangeAspect="1"/>
          </p:cNvSpPr>
          <p:nvPr>
            <p:ph type="sldImg"/>
          </p:nvPr>
        </p:nvSpPr>
        <p:spPr>
          <a:xfrm>
            <a:off x="1371600" y="1143000"/>
            <a:ext cx="4114800" cy="3086100"/>
          </a:xfrm>
        </p:spPr>
      </p:sp>
      <p:sp>
        <p:nvSpPr>
          <p:cNvPr id="3" name="Notes Placeholder 2">
            <a:extLst>
              <a:ext uri="{FF2B5EF4-FFF2-40B4-BE49-F238E27FC236}">
                <a16:creationId xmlns:a16="http://schemas.microsoft.com/office/drawing/2014/main" id="{E1E07AAC-8689-390A-06B0-92359285B6B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sz="1200" dirty="0">
              <a:solidFill>
                <a:srgbClr val="121212"/>
              </a:solidFill>
              <a:latin typeface="-apple-system"/>
            </a:endParaRPr>
          </a:p>
        </p:txBody>
      </p:sp>
      <p:sp>
        <p:nvSpPr>
          <p:cNvPr id="4" name="Slide Number Placeholder 3">
            <a:extLst>
              <a:ext uri="{FF2B5EF4-FFF2-40B4-BE49-F238E27FC236}">
                <a16:creationId xmlns:a16="http://schemas.microsoft.com/office/drawing/2014/main" id="{FD003BF9-F7E6-8B79-8D03-2A084214858F}"/>
              </a:ext>
            </a:extLst>
          </p:cNvPr>
          <p:cNvSpPr>
            <a:spLocks noGrp="1"/>
          </p:cNvSpPr>
          <p:nvPr>
            <p:ph type="sldNum" sz="quarter" idx="10"/>
          </p:nvPr>
        </p:nvSpPr>
        <p:spPr/>
        <p:txBody>
          <a:bodyPr/>
          <a:lstStyle/>
          <a:p>
            <a:pPr>
              <a:defRPr/>
            </a:pPr>
            <a:fld id="{732450A4-3BB0-49D4-9997-DE3404AA072D}" type="slidenum">
              <a:rPr lang="en-US" altLang="zh-CN" smtClean="0"/>
              <a:t>24</a:t>
            </a:fld>
            <a:endParaRPr lang="en-US" altLang="zh-CN"/>
          </a:p>
        </p:txBody>
      </p:sp>
    </p:spTree>
    <p:extLst>
      <p:ext uri="{BB962C8B-B14F-4D97-AF65-F5344CB8AC3E}">
        <p14:creationId xmlns:p14="http://schemas.microsoft.com/office/powerpoint/2010/main" val="62797693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88F17D-98D3-8D47-5CA9-ABDEE538D7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C276C6-3597-7A5E-EF9B-AA24223F1445}"/>
              </a:ext>
            </a:extLst>
          </p:cNvPr>
          <p:cNvSpPr>
            <a:spLocks noGrp="1" noRot="1" noChangeAspect="1"/>
          </p:cNvSpPr>
          <p:nvPr>
            <p:ph type="sldImg"/>
          </p:nvPr>
        </p:nvSpPr>
        <p:spPr>
          <a:xfrm>
            <a:off x="1371600" y="1143000"/>
            <a:ext cx="4114800" cy="3086100"/>
          </a:xfrm>
        </p:spPr>
      </p:sp>
      <p:sp>
        <p:nvSpPr>
          <p:cNvPr id="3" name="Notes Placeholder 2">
            <a:extLst>
              <a:ext uri="{FF2B5EF4-FFF2-40B4-BE49-F238E27FC236}">
                <a16:creationId xmlns:a16="http://schemas.microsoft.com/office/drawing/2014/main" id="{7F83DE20-E42C-10AA-89F4-73E60334F8B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sz="1200" dirty="0">
              <a:solidFill>
                <a:srgbClr val="121212"/>
              </a:solidFill>
              <a:latin typeface="-apple-system"/>
            </a:endParaRPr>
          </a:p>
        </p:txBody>
      </p:sp>
      <p:sp>
        <p:nvSpPr>
          <p:cNvPr id="4" name="Slide Number Placeholder 3">
            <a:extLst>
              <a:ext uri="{FF2B5EF4-FFF2-40B4-BE49-F238E27FC236}">
                <a16:creationId xmlns:a16="http://schemas.microsoft.com/office/drawing/2014/main" id="{733483D3-28AD-535A-127E-7CDB176C65D8}"/>
              </a:ext>
            </a:extLst>
          </p:cNvPr>
          <p:cNvSpPr>
            <a:spLocks noGrp="1"/>
          </p:cNvSpPr>
          <p:nvPr>
            <p:ph type="sldNum" sz="quarter" idx="10"/>
          </p:nvPr>
        </p:nvSpPr>
        <p:spPr/>
        <p:txBody>
          <a:bodyPr/>
          <a:lstStyle/>
          <a:p>
            <a:pPr>
              <a:defRPr/>
            </a:pPr>
            <a:fld id="{732450A4-3BB0-49D4-9997-DE3404AA072D}" type="slidenum">
              <a:rPr lang="en-US" altLang="zh-CN" smtClean="0"/>
              <a:t>25</a:t>
            </a:fld>
            <a:endParaRPr lang="en-US" altLang="zh-CN"/>
          </a:p>
        </p:txBody>
      </p:sp>
    </p:spTree>
    <p:extLst>
      <p:ext uri="{BB962C8B-B14F-4D97-AF65-F5344CB8AC3E}">
        <p14:creationId xmlns:p14="http://schemas.microsoft.com/office/powerpoint/2010/main" val="271134534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345908-9921-01EC-AB48-968A5F57B1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450D1F-3235-7938-7E8F-C3255C1F72C2}"/>
              </a:ext>
            </a:extLst>
          </p:cNvPr>
          <p:cNvSpPr>
            <a:spLocks noGrp="1" noRot="1" noChangeAspect="1"/>
          </p:cNvSpPr>
          <p:nvPr>
            <p:ph type="sldImg"/>
          </p:nvPr>
        </p:nvSpPr>
        <p:spPr>
          <a:xfrm>
            <a:off x="1371600" y="1143000"/>
            <a:ext cx="4114800" cy="3086100"/>
          </a:xfrm>
        </p:spPr>
      </p:sp>
      <p:sp>
        <p:nvSpPr>
          <p:cNvPr id="3" name="Notes Placeholder 2">
            <a:extLst>
              <a:ext uri="{FF2B5EF4-FFF2-40B4-BE49-F238E27FC236}">
                <a16:creationId xmlns:a16="http://schemas.microsoft.com/office/drawing/2014/main" id="{0AFB46D3-7184-5E1F-08C9-21E1FEBD016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sz="1200" dirty="0">
              <a:solidFill>
                <a:srgbClr val="121212"/>
              </a:solidFill>
              <a:latin typeface="-apple-system"/>
            </a:endParaRPr>
          </a:p>
        </p:txBody>
      </p:sp>
      <p:sp>
        <p:nvSpPr>
          <p:cNvPr id="4" name="Slide Number Placeholder 3">
            <a:extLst>
              <a:ext uri="{FF2B5EF4-FFF2-40B4-BE49-F238E27FC236}">
                <a16:creationId xmlns:a16="http://schemas.microsoft.com/office/drawing/2014/main" id="{6B6E91B2-AD70-2863-0C62-2C8BC25CE92C}"/>
              </a:ext>
            </a:extLst>
          </p:cNvPr>
          <p:cNvSpPr>
            <a:spLocks noGrp="1"/>
          </p:cNvSpPr>
          <p:nvPr>
            <p:ph type="sldNum" sz="quarter" idx="10"/>
          </p:nvPr>
        </p:nvSpPr>
        <p:spPr/>
        <p:txBody>
          <a:bodyPr/>
          <a:lstStyle/>
          <a:p>
            <a:pPr>
              <a:defRPr/>
            </a:pPr>
            <a:fld id="{732450A4-3BB0-49D4-9997-DE3404AA072D}" type="slidenum">
              <a:rPr lang="en-US" altLang="zh-CN" smtClean="0"/>
              <a:t>26</a:t>
            </a:fld>
            <a:endParaRPr lang="en-US" altLang="zh-CN"/>
          </a:p>
        </p:txBody>
      </p:sp>
    </p:spTree>
    <p:extLst>
      <p:ext uri="{BB962C8B-B14F-4D97-AF65-F5344CB8AC3E}">
        <p14:creationId xmlns:p14="http://schemas.microsoft.com/office/powerpoint/2010/main" val="248432274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8E95EA-28CE-A324-E303-80FF238941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5F8E11-B9E7-6344-4A2D-590BFECB6877}"/>
              </a:ext>
            </a:extLst>
          </p:cNvPr>
          <p:cNvSpPr>
            <a:spLocks noGrp="1" noRot="1" noChangeAspect="1"/>
          </p:cNvSpPr>
          <p:nvPr>
            <p:ph type="sldImg"/>
          </p:nvPr>
        </p:nvSpPr>
        <p:spPr>
          <a:xfrm>
            <a:off x="1371600" y="1143000"/>
            <a:ext cx="4114800" cy="3086100"/>
          </a:xfrm>
        </p:spPr>
      </p:sp>
      <p:sp>
        <p:nvSpPr>
          <p:cNvPr id="3" name="Notes Placeholder 2">
            <a:extLst>
              <a:ext uri="{FF2B5EF4-FFF2-40B4-BE49-F238E27FC236}">
                <a16:creationId xmlns:a16="http://schemas.microsoft.com/office/drawing/2014/main" id="{EE24A84B-60CC-DADF-D960-A42FEE6BF9D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sz="1200" dirty="0">
              <a:solidFill>
                <a:srgbClr val="121212"/>
              </a:solidFill>
              <a:latin typeface="-apple-system"/>
            </a:endParaRPr>
          </a:p>
        </p:txBody>
      </p:sp>
      <p:sp>
        <p:nvSpPr>
          <p:cNvPr id="4" name="Slide Number Placeholder 3">
            <a:extLst>
              <a:ext uri="{FF2B5EF4-FFF2-40B4-BE49-F238E27FC236}">
                <a16:creationId xmlns:a16="http://schemas.microsoft.com/office/drawing/2014/main" id="{956FF2F5-3CF6-E0C0-5412-6B50F92E4536}"/>
              </a:ext>
            </a:extLst>
          </p:cNvPr>
          <p:cNvSpPr>
            <a:spLocks noGrp="1"/>
          </p:cNvSpPr>
          <p:nvPr>
            <p:ph type="sldNum" sz="quarter" idx="10"/>
          </p:nvPr>
        </p:nvSpPr>
        <p:spPr/>
        <p:txBody>
          <a:bodyPr/>
          <a:lstStyle/>
          <a:p>
            <a:pPr>
              <a:defRPr/>
            </a:pPr>
            <a:fld id="{732450A4-3BB0-49D4-9997-DE3404AA072D}" type="slidenum">
              <a:rPr lang="en-US" altLang="zh-CN" smtClean="0"/>
              <a:t>27</a:t>
            </a:fld>
            <a:endParaRPr lang="en-US" altLang="zh-CN"/>
          </a:p>
        </p:txBody>
      </p:sp>
    </p:spTree>
    <p:extLst>
      <p:ext uri="{BB962C8B-B14F-4D97-AF65-F5344CB8AC3E}">
        <p14:creationId xmlns:p14="http://schemas.microsoft.com/office/powerpoint/2010/main" val="110950062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E51F1F-4E9A-4DEA-CAFE-02CDE87521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B17570-87C3-1F33-8449-23E2E97CDDBA}"/>
              </a:ext>
            </a:extLst>
          </p:cNvPr>
          <p:cNvSpPr>
            <a:spLocks noGrp="1" noRot="1" noChangeAspect="1"/>
          </p:cNvSpPr>
          <p:nvPr>
            <p:ph type="sldImg"/>
          </p:nvPr>
        </p:nvSpPr>
        <p:spPr>
          <a:xfrm>
            <a:off x="1371600" y="1143000"/>
            <a:ext cx="4114800" cy="3086100"/>
          </a:xfrm>
        </p:spPr>
      </p:sp>
      <p:sp>
        <p:nvSpPr>
          <p:cNvPr id="3" name="Notes Placeholder 2">
            <a:extLst>
              <a:ext uri="{FF2B5EF4-FFF2-40B4-BE49-F238E27FC236}">
                <a16:creationId xmlns:a16="http://schemas.microsoft.com/office/drawing/2014/main" id="{8F972865-ECC7-5767-853D-8E451BC3853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sz="1200" dirty="0">
              <a:solidFill>
                <a:srgbClr val="121212"/>
              </a:solidFill>
              <a:latin typeface="-apple-system"/>
            </a:endParaRPr>
          </a:p>
        </p:txBody>
      </p:sp>
      <p:sp>
        <p:nvSpPr>
          <p:cNvPr id="4" name="Slide Number Placeholder 3">
            <a:extLst>
              <a:ext uri="{FF2B5EF4-FFF2-40B4-BE49-F238E27FC236}">
                <a16:creationId xmlns:a16="http://schemas.microsoft.com/office/drawing/2014/main" id="{9BB26AD0-F543-C776-F25B-0D2F3D27D4ED}"/>
              </a:ext>
            </a:extLst>
          </p:cNvPr>
          <p:cNvSpPr>
            <a:spLocks noGrp="1"/>
          </p:cNvSpPr>
          <p:nvPr>
            <p:ph type="sldNum" sz="quarter" idx="10"/>
          </p:nvPr>
        </p:nvSpPr>
        <p:spPr/>
        <p:txBody>
          <a:bodyPr/>
          <a:lstStyle/>
          <a:p>
            <a:pPr>
              <a:defRPr/>
            </a:pPr>
            <a:fld id="{732450A4-3BB0-49D4-9997-DE3404AA072D}" type="slidenum">
              <a:rPr lang="en-US" altLang="zh-CN" smtClean="0"/>
              <a:t>28</a:t>
            </a:fld>
            <a:endParaRPr lang="en-US" altLang="zh-CN"/>
          </a:p>
        </p:txBody>
      </p:sp>
    </p:spTree>
    <p:extLst>
      <p:ext uri="{BB962C8B-B14F-4D97-AF65-F5344CB8AC3E}">
        <p14:creationId xmlns:p14="http://schemas.microsoft.com/office/powerpoint/2010/main" val="120941889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60976C-AFB7-1EC6-EFFB-CB0AC9B113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F718CB-9C6B-EACA-5226-DB7CEEA1DD7D}"/>
              </a:ext>
            </a:extLst>
          </p:cNvPr>
          <p:cNvSpPr>
            <a:spLocks noGrp="1" noRot="1" noChangeAspect="1"/>
          </p:cNvSpPr>
          <p:nvPr>
            <p:ph type="sldImg"/>
          </p:nvPr>
        </p:nvSpPr>
        <p:spPr>
          <a:xfrm>
            <a:off x="1371600" y="1143000"/>
            <a:ext cx="4114800" cy="3086100"/>
          </a:xfrm>
        </p:spPr>
      </p:sp>
      <p:sp>
        <p:nvSpPr>
          <p:cNvPr id="3" name="Notes Placeholder 2">
            <a:extLst>
              <a:ext uri="{FF2B5EF4-FFF2-40B4-BE49-F238E27FC236}">
                <a16:creationId xmlns:a16="http://schemas.microsoft.com/office/drawing/2014/main" id="{4604DE9E-1F56-36A8-1236-A0C7348873B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sz="1200" dirty="0">
              <a:solidFill>
                <a:srgbClr val="121212"/>
              </a:solidFill>
              <a:latin typeface="-apple-system"/>
            </a:endParaRPr>
          </a:p>
        </p:txBody>
      </p:sp>
      <p:sp>
        <p:nvSpPr>
          <p:cNvPr id="4" name="Slide Number Placeholder 3">
            <a:extLst>
              <a:ext uri="{FF2B5EF4-FFF2-40B4-BE49-F238E27FC236}">
                <a16:creationId xmlns:a16="http://schemas.microsoft.com/office/drawing/2014/main" id="{9FB91003-59FA-60AA-0231-4C28BC3E7EB1}"/>
              </a:ext>
            </a:extLst>
          </p:cNvPr>
          <p:cNvSpPr>
            <a:spLocks noGrp="1"/>
          </p:cNvSpPr>
          <p:nvPr>
            <p:ph type="sldNum" sz="quarter" idx="10"/>
          </p:nvPr>
        </p:nvSpPr>
        <p:spPr/>
        <p:txBody>
          <a:bodyPr/>
          <a:lstStyle/>
          <a:p>
            <a:pPr>
              <a:defRPr/>
            </a:pPr>
            <a:fld id="{732450A4-3BB0-49D4-9997-DE3404AA072D}" type="slidenum">
              <a:rPr lang="en-US" altLang="zh-CN" smtClean="0"/>
              <a:t>29</a:t>
            </a:fld>
            <a:endParaRPr lang="en-US" altLang="zh-CN"/>
          </a:p>
        </p:txBody>
      </p:sp>
    </p:spTree>
    <p:extLst>
      <p:ext uri="{BB962C8B-B14F-4D97-AF65-F5344CB8AC3E}">
        <p14:creationId xmlns:p14="http://schemas.microsoft.com/office/powerpoint/2010/main" val="59917276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sz="1200" dirty="0">
              <a:solidFill>
                <a:srgbClr val="121212"/>
              </a:solidFill>
              <a:latin typeface="-apple-system"/>
            </a:endParaRPr>
          </a:p>
        </p:txBody>
      </p:sp>
      <p:sp>
        <p:nvSpPr>
          <p:cNvPr id="4" name="Slide Number Placeholder 3"/>
          <p:cNvSpPr>
            <a:spLocks noGrp="1"/>
          </p:cNvSpPr>
          <p:nvPr>
            <p:ph type="sldNum" sz="quarter" idx="10"/>
          </p:nvPr>
        </p:nvSpPr>
        <p:spPr/>
        <p:txBody>
          <a:bodyPr/>
          <a:lstStyle/>
          <a:p>
            <a:pPr>
              <a:defRPr/>
            </a:pPr>
            <a:fld id="{732450A4-3BB0-49D4-9997-DE3404AA072D}" type="slidenum">
              <a:rPr lang="en-US" altLang="zh-CN" smtClean="0"/>
              <a:t>30</a:t>
            </a:fld>
            <a:endParaRPr lang="en-US" altLang="zh-CN"/>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sz="1200" dirty="0">
              <a:solidFill>
                <a:srgbClr val="121212"/>
              </a:solidFill>
              <a:latin typeface="-apple-system"/>
            </a:endParaRPr>
          </a:p>
        </p:txBody>
      </p:sp>
      <p:sp>
        <p:nvSpPr>
          <p:cNvPr id="4" name="Slide Number Placeholder 3"/>
          <p:cNvSpPr>
            <a:spLocks noGrp="1"/>
          </p:cNvSpPr>
          <p:nvPr>
            <p:ph type="sldNum" sz="quarter" idx="10"/>
          </p:nvPr>
        </p:nvSpPr>
        <p:spPr/>
        <p:txBody>
          <a:bodyPr/>
          <a:lstStyle/>
          <a:p>
            <a:pPr>
              <a:defRPr/>
            </a:pPr>
            <a:fld id="{732450A4-3BB0-49D4-9997-DE3404AA072D}" type="slidenum">
              <a:rPr lang="en-US" altLang="zh-CN" smtClean="0"/>
              <a:t>31</a:t>
            </a:fld>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hasCustomPrompt="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en-US" dirty="0"/>
          </a:p>
        </p:txBody>
      </p:sp>
      <p:sp>
        <p:nvSpPr>
          <p:cNvPr id="4" name="Date Placeholder 3"/>
          <p:cNvSpPr>
            <a:spLocks noGrp="1"/>
          </p:cNvSpPr>
          <p:nvPr>
            <p:ph type="dt" sz="half" idx="10"/>
          </p:nvPr>
        </p:nvSpPr>
        <p:spPr/>
        <p:txBody>
          <a:bodyPr/>
          <a:lstStyle/>
          <a:p>
            <a:fld id="{183B6029-2117-496C-91CB-5ACC12217919}" type="datetimeFigureOut">
              <a:rPr lang="zh-CN" altLang="en-US" smtClean="0"/>
              <a:t>2025/5/6</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9D40F854-4B71-405E-9133-6D6E4DA078FB}"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183B6029-2117-496C-91CB-5ACC12217919}" type="datetimeFigureOut">
              <a:rPr lang="zh-CN" altLang="en-US" smtClean="0"/>
              <a:t>2025/5/6</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9D40F854-4B71-405E-9133-6D6E4DA078FB}"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hasCustomPrompt="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Date Placeholder 3"/>
          <p:cNvSpPr>
            <a:spLocks noGrp="1"/>
          </p:cNvSpPr>
          <p:nvPr>
            <p:ph type="dt" sz="half" idx="10"/>
          </p:nvPr>
        </p:nvSpPr>
        <p:spPr/>
        <p:txBody>
          <a:bodyPr/>
          <a:lstStyle/>
          <a:p>
            <a:fld id="{183B6029-2117-496C-91CB-5ACC12217919}" type="datetimeFigureOut">
              <a:rPr lang="zh-CN" altLang="en-US" smtClean="0"/>
              <a:t>2025/5/6</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9D40F854-4B71-405E-9133-6D6E4DA078FB}"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hasCustomPrompt="1"/>
          </p:nvPr>
        </p:nvSpPr>
        <p:spPr>
          <a:xfrm>
            <a:off x="628650" y="1825625"/>
            <a:ext cx="38862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hasCustomPrompt="1"/>
          </p:nvPr>
        </p:nvSpPr>
        <p:spPr>
          <a:xfrm>
            <a:off x="4629150" y="1825625"/>
            <a:ext cx="38862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183B6029-2117-496C-91CB-5ACC12217919}" type="datetimeFigureOut">
              <a:rPr lang="zh-CN" altLang="en-US" smtClean="0"/>
              <a:t>2025/5/6</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9D40F854-4B71-405E-9133-6D6E4DA078FB}"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CN" altLang="en-US"/>
              <a:t>单击此处编辑母版标题样式</a:t>
            </a:r>
            <a:endParaRPr lang="en-US" dirty="0"/>
          </a:p>
        </p:txBody>
      </p:sp>
      <p:sp>
        <p:nvSpPr>
          <p:cNvPr id="3" name="Text Placeholder 2"/>
          <p:cNvSpPr>
            <a:spLocks noGrp="1"/>
          </p:cNvSpPr>
          <p:nvPr>
            <p:ph type="body" idx="1" hasCustomPrompt="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Content Placeholder 3"/>
          <p:cNvSpPr>
            <a:spLocks noGrp="1"/>
          </p:cNvSpPr>
          <p:nvPr>
            <p:ph sz="half" idx="2" hasCustomPrompt="1"/>
          </p:nvPr>
        </p:nvSpPr>
        <p:spPr>
          <a:xfrm>
            <a:off x="629842" y="2505075"/>
            <a:ext cx="3868340"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hasCustomPrompt="1"/>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Content Placeholder 5"/>
          <p:cNvSpPr>
            <a:spLocks noGrp="1"/>
          </p:cNvSpPr>
          <p:nvPr>
            <p:ph sz="quarter" idx="4" hasCustomPrompt="1"/>
          </p:nvPr>
        </p:nvSpPr>
        <p:spPr>
          <a:xfrm>
            <a:off x="4629150" y="2505075"/>
            <a:ext cx="3887391"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183B6029-2117-496C-91CB-5ACC12217919}" type="datetimeFigureOut">
              <a:rPr lang="zh-CN" altLang="en-US" smtClean="0"/>
              <a:t>2025/5/6</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9D40F854-4B71-405E-9133-6D6E4DA078FB}"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183B6029-2117-496C-91CB-5ACC12217919}" type="datetimeFigureOut">
              <a:rPr lang="zh-CN" altLang="en-US" smtClean="0"/>
              <a:t>2025/5/6</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9D40F854-4B71-405E-9133-6D6E4DA078FB}"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83B6029-2117-496C-91CB-5ACC12217919}" type="datetimeFigureOut">
              <a:rPr lang="zh-CN" altLang="en-US" smtClean="0"/>
              <a:t>2025/5/6</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9D40F854-4B71-405E-9133-6D6E4DA078FB}"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hasCustomPrompt="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hasCustomPrompt="1"/>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Date Placeholder 4"/>
          <p:cNvSpPr>
            <a:spLocks noGrp="1"/>
          </p:cNvSpPr>
          <p:nvPr>
            <p:ph type="dt" sz="half" idx="10"/>
          </p:nvPr>
        </p:nvSpPr>
        <p:spPr/>
        <p:txBody>
          <a:bodyPr/>
          <a:lstStyle/>
          <a:p>
            <a:fld id="{183B6029-2117-496C-91CB-5ACC12217919}" type="datetimeFigureOut">
              <a:rPr lang="zh-CN" altLang="en-US" smtClean="0"/>
              <a:t>2025/5/6</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9D40F854-4B71-405E-9133-6D6E4DA078FB}"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hasCustomPrompt="1"/>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Date Placeholder 4"/>
          <p:cNvSpPr>
            <a:spLocks noGrp="1"/>
          </p:cNvSpPr>
          <p:nvPr>
            <p:ph type="dt" sz="half" idx="10"/>
          </p:nvPr>
        </p:nvSpPr>
        <p:spPr/>
        <p:txBody>
          <a:bodyPr/>
          <a:lstStyle/>
          <a:p>
            <a:fld id="{183B6029-2117-496C-91CB-5ACC12217919}" type="datetimeFigureOut">
              <a:rPr lang="zh-CN" altLang="en-US" smtClean="0"/>
              <a:t>2025/5/6</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9D40F854-4B71-405E-9133-6D6E4DA078FB}"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183B6029-2117-496C-91CB-5ACC12217919}" type="datetimeFigureOut">
              <a:rPr lang="zh-CN" altLang="en-US" smtClean="0"/>
              <a:t>2025/5/6</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9D40F854-4B71-405E-9133-6D6E4DA078FB}"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hasCustomPrompt="1"/>
          </p:nvPr>
        </p:nvSpPr>
        <p:spPr>
          <a:xfrm>
            <a:off x="628650" y="365125"/>
            <a:ext cx="5800725"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183B6029-2117-496C-91CB-5ACC12217919}" type="datetimeFigureOut">
              <a:rPr lang="zh-CN" altLang="en-US" smtClean="0"/>
              <a:t>2025/5/6</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9D40F854-4B71-405E-9133-6D6E4DA078FB}"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内容与标题">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0772D1C8-D195-4DBC-B7C2-24FBAD4CE97E}" type="datetime1">
              <a:rPr lang="zh-CN" altLang="en-US" smtClean="0"/>
              <a:t>2025/5/6</a:t>
            </a:fld>
            <a:endParaRPr lang="zh-CN" altLang="en-US"/>
          </a:p>
        </p:txBody>
      </p:sp>
      <p:sp>
        <p:nvSpPr>
          <p:cNvPr id="3" name="页脚占位符 4"/>
          <p:cNvSpPr>
            <a:spLocks noGrp="1"/>
          </p:cNvSpPr>
          <p:nvPr>
            <p:ph type="ftr" sz="quarter" idx="11"/>
          </p:nvPr>
        </p:nvSpPr>
        <p:spPr/>
        <p:txBody>
          <a:bodyPr/>
          <a:lstStyle>
            <a:lvl1pPr>
              <a:defRPr/>
            </a:lvl1pPr>
          </a:lstStyle>
          <a:p>
            <a:pPr>
              <a:defRPr/>
            </a:pPr>
            <a:endParaRPr lang="zh-CN" altLang="en-US"/>
          </a:p>
        </p:txBody>
      </p:sp>
      <p:sp>
        <p:nvSpPr>
          <p:cNvPr id="10" name="标题 3"/>
          <p:cNvSpPr txBox="1"/>
          <p:nvPr userDrawn="1"/>
        </p:nvSpPr>
        <p:spPr>
          <a:xfrm>
            <a:off x="0" y="3"/>
            <a:ext cx="9144000" cy="755581"/>
          </a:xfrm>
          <a:prstGeom prst="rect">
            <a:avLst/>
          </a:prstGeom>
          <a:solidFill>
            <a:srgbClr val="02409A"/>
          </a:solidFill>
          <a:ln>
            <a:noFill/>
          </a:ln>
          <a:effectLst>
            <a:outerShdw blurRad="44450" dist="27940" dir="5400000" algn="ctr">
              <a:srgbClr val="000000">
                <a:alpha val="32000"/>
              </a:srgbClr>
            </a:outerShdw>
          </a:effectLst>
        </p:spPr>
        <p:txBody>
          <a:bodyPr tIns="0" bIns="0" anchor="ctr"/>
          <a:lstStyle/>
          <a:p>
            <a:pPr algn="ctr">
              <a:spcBef>
                <a:spcPct val="0"/>
              </a:spcBef>
              <a:defRPr/>
            </a:pPr>
            <a:endParaRPr lang="en-US" altLang="zh-CN" sz="2475" b="1" dirty="0">
              <a:solidFill>
                <a:schemeClr val="bg1"/>
              </a:solidFill>
              <a:latin typeface="微软雅黑" panose="020B0503020204020204" pitchFamily="34" charset="-122"/>
              <a:ea typeface="微软雅黑" panose="020B0503020204020204" pitchFamily="34" charset="-122"/>
            </a:endParaRPr>
          </a:p>
        </p:txBody>
      </p:sp>
      <p:sp>
        <p:nvSpPr>
          <p:cNvPr id="11" name="文本占位符 10"/>
          <p:cNvSpPr>
            <a:spLocks noGrp="1"/>
          </p:cNvSpPr>
          <p:nvPr>
            <p:ph type="body" sz="quarter" idx="13"/>
          </p:nvPr>
        </p:nvSpPr>
        <p:spPr>
          <a:xfrm>
            <a:off x="122702" y="71134"/>
            <a:ext cx="6594329" cy="613314"/>
          </a:xfrm>
        </p:spPr>
        <p:txBody>
          <a:bodyPr>
            <a:noAutofit/>
          </a:bodyPr>
          <a:lstStyle>
            <a:lvl1pPr marL="0" indent="0" algn="l">
              <a:buNone/>
              <a:defRPr sz="2400" b="1">
                <a:solidFill>
                  <a:schemeClr val="bg1"/>
                </a:solidFill>
                <a:latin typeface="微软雅黑" panose="020B0503020204020204" pitchFamily="34" charset="-122"/>
                <a:ea typeface="微软雅黑" panose="020B0503020204020204" pitchFamily="34" charset="-122"/>
              </a:defRPr>
            </a:lvl1pPr>
          </a:lstStyle>
          <a:p>
            <a:pPr lvl="0"/>
            <a:r>
              <a:rPr lang="zh-CN" altLang="en-US"/>
              <a:t>单击此处编辑母版文本样式</a:t>
            </a:r>
          </a:p>
        </p:txBody>
      </p:sp>
      <p:sp>
        <p:nvSpPr>
          <p:cNvPr id="12" name="椭圆 40"/>
          <p:cNvSpPr/>
          <p:nvPr userDrawn="1"/>
        </p:nvSpPr>
        <p:spPr>
          <a:xfrm>
            <a:off x="8535762" y="6310400"/>
            <a:ext cx="469448" cy="457026"/>
          </a:xfrm>
          <a:prstGeom prst="ellipse">
            <a:avLst/>
          </a:prstGeom>
          <a:solidFill>
            <a:srgbClr val="02409A"/>
          </a:solidFill>
        </p:spPr>
        <p:style>
          <a:lnRef idx="3">
            <a:schemeClr val="lt1"/>
          </a:lnRef>
          <a:fillRef idx="1">
            <a:schemeClr val="accent1"/>
          </a:fillRef>
          <a:effectRef idx="1">
            <a:schemeClr val="accent1"/>
          </a:effectRef>
          <a:fontRef idx="minor">
            <a:schemeClr val="lt1"/>
          </a:fontRef>
        </p:style>
        <p:txBody>
          <a:bodyPr lIns="20250" tIns="20250" rIns="20250" bIns="20250" rtlCol="0" anchor="ctr"/>
          <a:lstStyle/>
          <a:p>
            <a:pPr algn="ctr" fontAlgn="auto">
              <a:spcBef>
                <a:spcPts val="0"/>
              </a:spcBef>
              <a:spcAft>
                <a:spcPts val="0"/>
              </a:spcAft>
            </a:pPr>
            <a:fld id="{90AA6819-7E7F-4C14-8B24-A68214AB9022}" type="slidenum">
              <a:rPr lang="zh-CN" altLang="en-US" sz="675" b="1">
                <a:solidFill>
                  <a:prstClr val="white"/>
                </a:solidFill>
                <a:latin typeface="微软雅黑" panose="020B0503020204020204" pitchFamily="34" charset="-122"/>
                <a:ea typeface="微软雅黑" panose="020B0503020204020204" pitchFamily="34" charset="-122"/>
              </a:rPr>
              <a:t>‹#›</a:t>
            </a:fld>
            <a:endParaRPr lang="zh-CN" altLang="en-US" sz="675" b="1" dirty="0">
              <a:solidFill>
                <a:prstClr val="white"/>
              </a:solidFill>
              <a:latin typeface="微软雅黑" panose="020B0503020204020204" pitchFamily="34" charset="-122"/>
              <a:ea typeface="微软雅黑" panose="020B0503020204020204" pitchFamily="34" charset="-122"/>
            </a:endParaRPr>
          </a:p>
        </p:txBody>
      </p:sp>
      <p:pic>
        <p:nvPicPr>
          <p:cNvPr id="9" name="图片 8"/>
          <p:cNvPicPr>
            <a:picLocks noChangeAspect="1"/>
          </p:cNvPicPr>
          <p:nvPr userDrawn="1"/>
        </p:nvPicPr>
        <p:blipFill rotWithShape="1">
          <a:blip r:embed="rId2"/>
          <a:srcRect l="8177" t="2247" r="9531" b="2992"/>
          <a:stretch>
            <a:fillRect/>
          </a:stretch>
        </p:blipFill>
        <p:spPr>
          <a:xfrm>
            <a:off x="8408701" y="83713"/>
            <a:ext cx="596509" cy="588159"/>
          </a:xfrm>
          <a:prstGeom prst="ellipse">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83B6029-2117-496C-91CB-5ACC12217919}" type="datetimeFigureOut">
              <a:rPr lang="zh-CN" altLang="en-US" smtClean="0"/>
              <a:t>2025/5/6</a:t>
            </a:fld>
            <a:endParaRPr lang="zh-CN"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D40F854-4B71-405E-9133-6D6E4DA078FB}"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2.xml"/><Relationship Id="rId1" Type="http://schemas.openxmlformats.org/officeDocument/2006/relationships/tags" Target="../tags/tag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4.xml"/><Relationship Id="rId1" Type="http://schemas.openxmlformats.org/officeDocument/2006/relationships/tags" Target="../tags/tag3.xml"/><Relationship Id="rId5" Type="http://schemas.openxmlformats.org/officeDocument/2006/relationships/image" Target="../media/image4.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2.xml"/><Relationship Id="rId1" Type="http://schemas.openxmlformats.org/officeDocument/2006/relationships/tags" Target="../tags/tag5.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6.xml"/><Relationship Id="rId1" Type="http://schemas.openxmlformats.org/officeDocument/2006/relationships/slideLayout" Target="../slideLayouts/slideLayout12.xml"/><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组合 52"/>
          <p:cNvGrpSpPr/>
          <p:nvPr/>
        </p:nvGrpSpPr>
        <p:grpSpPr>
          <a:xfrm>
            <a:off x="138564" y="279057"/>
            <a:ext cx="6293973" cy="253916"/>
            <a:chOff x="5637082" y="1769183"/>
            <a:chExt cx="4430606" cy="451405"/>
          </a:xfrm>
        </p:grpSpPr>
        <p:sp>
          <p:nvSpPr>
            <p:cNvPr id="17" name="等腰三角形 53"/>
            <p:cNvSpPr/>
            <p:nvPr/>
          </p:nvSpPr>
          <p:spPr>
            <a:xfrm rot="5400000">
              <a:off x="5562941" y="1938259"/>
              <a:ext cx="243283" cy="9500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125">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9" name="文本框 18"/>
            <p:cNvSpPr txBox="1"/>
            <p:nvPr/>
          </p:nvSpPr>
          <p:spPr>
            <a:xfrm flipH="1">
              <a:off x="5746406" y="1769183"/>
              <a:ext cx="4321282" cy="451405"/>
            </a:xfrm>
            <a:prstGeom prst="rect">
              <a:avLst/>
            </a:prstGeom>
            <a:noFill/>
          </p:spPr>
          <p:txBody>
            <a:bodyPr wrap="square" rtlCol="0">
              <a:spAutoFit/>
            </a:bodyPr>
            <a:lstStyle/>
            <a:p>
              <a:r>
                <a:rPr lang="en-US" altLang="zh-CN" sz="105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Lab5</a:t>
              </a:r>
              <a:r>
                <a:rPr lang="zh-CN" altLang="en-US" sz="105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实验讲解</a:t>
              </a:r>
              <a:endParaRPr lang="en-US" altLang="zh-CN" sz="105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p:txBody>
        </p:sp>
      </p:grpSp>
      <p:sp>
        <p:nvSpPr>
          <p:cNvPr id="2" name="矩形 1"/>
          <p:cNvSpPr/>
          <p:nvPr/>
        </p:nvSpPr>
        <p:spPr>
          <a:xfrm>
            <a:off x="2507171" y="2767280"/>
            <a:ext cx="4129657" cy="1323439"/>
          </a:xfrm>
          <a:prstGeom prst="rect">
            <a:avLst/>
          </a:prstGeom>
        </p:spPr>
        <p:txBody>
          <a:bodyPr wrap="none">
            <a:spAutoFit/>
          </a:bodyPr>
          <a:lstStyle/>
          <a:p>
            <a:r>
              <a:rPr lang="en-US" altLang="zh-CN" sz="4800" b="1" dirty="0">
                <a:latin typeface="微软雅黑" panose="020B0503020204020204" pitchFamily="34" charset="-122"/>
                <a:ea typeface="微软雅黑" panose="020B0503020204020204" pitchFamily="34" charset="-122"/>
                <a:cs typeface="微软雅黑" panose="020B0503020204020204" pitchFamily="34" charset="-122"/>
              </a:rPr>
              <a:t>Lab5</a:t>
            </a:r>
            <a:r>
              <a:rPr lang="zh-CN" altLang="en-US" sz="4800" b="1" dirty="0">
                <a:latin typeface="微软雅黑" panose="020B0503020204020204" pitchFamily="34" charset="-122"/>
                <a:ea typeface="微软雅黑" panose="020B0503020204020204" pitchFamily="34" charset="-122"/>
                <a:cs typeface="微软雅黑" panose="020B0503020204020204" pitchFamily="34" charset="-122"/>
              </a:rPr>
              <a:t>实验讲解</a:t>
            </a:r>
            <a:endParaRPr lang="en-US" altLang="zh-CN" sz="4800" b="1" dirty="0">
              <a:latin typeface="微软雅黑" panose="020B0503020204020204" pitchFamily="34" charset="-122"/>
              <a:ea typeface="微软雅黑" panose="020B0503020204020204" pitchFamily="34" charset="-122"/>
              <a:cs typeface="微软雅黑" panose="020B0503020204020204" pitchFamily="34" charset="-122"/>
            </a:endParaRPr>
          </a:p>
          <a:p>
            <a:pPr algn="ctr"/>
            <a:r>
              <a:rPr lang="en-US" altLang="zh-CN" sz="3200" b="1" dirty="0"/>
              <a:t>CUDA</a:t>
            </a:r>
            <a:r>
              <a:rPr lang="zh-CN" altLang="en-US" sz="3200" b="1" dirty="0"/>
              <a:t>简介</a:t>
            </a:r>
            <a:r>
              <a:rPr lang="en-US" altLang="zh-CN" sz="3200" b="1" dirty="0"/>
              <a:t>+</a:t>
            </a:r>
            <a:r>
              <a:rPr lang="zh-CN" altLang="en-US" sz="3200" b="1" dirty="0"/>
              <a:t>矩阵乘法</a:t>
            </a:r>
            <a:endParaRPr lang="zh-CN" altLang="en-US" sz="3200" dirty="0"/>
          </a:p>
        </p:txBody>
      </p:sp>
    </p:spTree>
  </p:cSld>
  <p:clrMapOvr>
    <a:masterClrMapping/>
  </p:clrMapOvr>
  <mc:AlternateContent xmlns:mc="http://schemas.openxmlformats.org/markup-compatibility/2006" xmlns:p14="http://schemas.microsoft.com/office/powerpoint/2010/main">
    <mc:Choice Requires="p14">
      <p:transition spd="slow" p14:dur="2000" advTm="13957"/>
    </mc:Choice>
    <mc:Fallback xmlns="">
      <p:transition spd="slow" advTm="13957"/>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组合 52"/>
          <p:cNvGrpSpPr/>
          <p:nvPr/>
        </p:nvGrpSpPr>
        <p:grpSpPr>
          <a:xfrm>
            <a:off x="138564" y="279057"/>
            <a:ext cx="6293973" cy="253916"/>
            <a:chOff x="5637082" y="1769183"/>
            <a:chExt cx="4430606" cy="451405"/>
          </a:xfrm>
        </p:grpSpPr>
        <p:sp>
          <p:nvSpPr>
            <p:cNvPr id="17" name="等腰三角形 53"/>
            <p:cNvSpPr/>
            <p:nvPr/>
          </p:nvSpPr>
          <p:spPr>
            <a:xfrm rot="5400000">
              <a:off x="5562941" y="1938259"/>
              <a:ext cx="243283" cy="9500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125">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9" name="文本框 18"/>
            <p:cNvSpPr txBox="1"/>
            <p:nvPr/>
          </p:nvSpPr>
          <p:spPr>
            <a:xfrm flipH="1">
              <a:off x="5746406" y="1769183"/>
              <a:ext cx="4321282" cy="451405"/>
            </a:xfrm>
            <a:prstGeom prst="rect">
              <a:avLst/>
            </a:prstGeom>
            <a:noFill/>
          </p:spPr>
          <p:txBody>
            <a:bodyPr wrap="square" rtlCol="0">
              <a:spAutoFit/>
            </a:bodyPr>
            <a:lstStyle/>
            <a:p>
              <a:r>
                <a:rPr lang="en-US" altLang="zh-CN" sz="105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Lab5</a:t>
              </a:r>
              <a:r>
                <a:rPr lang="zh-CN" altLang="en-US" sz="105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实验讲解 </a:t>
              </a:r>
              <a:r>
                <a:rPr lang="en-US" altLang="zh-CN" sz="105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050" b="1" dirty="0">
                  <a:solidFill>
                    <a:schemeClr val="bg1"/>
                  </a:solidFill>
                  <a:latin typeface="微软雅黑" panose="020B0503020204020204" pitchFamily="34" charset="-122"/>
                  <a:ea typeface="微软雅黑" panose="020B0503020204020204" pitchFamily="34" charset="-122"/>
                </a:rPr>
                <a:t>实验平台简介</a:t>
              </a:r>
              <a:endParaRPr lang="en-US" altLang="zh-CN" sz="1050" b="1" dirty="0">
                <a:solidFill>
                  <a:schemeClr val="bg1"/>
                </a:solidFill>
                <a:latin typeface="微软雅黑" panose="020B0503020204020204" pitchFamily="34" charset="-122"/>
                <a:ea typeface="微软雅黑" panose="020B0503020204020204" pitchFamily="34" charset="-122"/>
              </a:endParaRPr>
            </a:p>
          </p:txBody>
        </p:sp>
      </p:grpSp>
      <p:sp>
        <p:nvSpPr>
          <p:cNvPr id="6" name="矩形 5"/>
          <p:cNvSpPr/>
          <p:nvPr/>
        </p:nvSpPr>
        <p:spPr>
          <a:xfrm>
            <a:off x="138564" y="848265"/>
            <a:ext cx="1415772" cy="418191"/>
          </a:xfrm>
          <a:prstGeom prst="rect">
            <a:avLst/>
          </a:prstGeom>
        </p:spPr>
        <p:txBody>
          <a:bodyPr wrap="none">
            <a:spAutoFit/>
          </a:bodyPr>
          <a:lstStyle/>
          <a:p>
            <a:pPr>
              <a:lnSpc>
                <a:spcPct val="150000"/>
              </a:lnSpc>
            </a:pPr>
            <a:r>
              <a:rPr lang="zh-CN" altLang="en-US" sz="1600" b="1" dirty="0">
                <a:latin typeface="微软雅黑" panose="020B0503020204020204" pitchFamily="34" charset="-122"/>
                <a:ea typeface="微软雅黑" panose="020B0503020204020204" pitchFamily="34" charset="-122"/>
              </a:rPr>
              <a:t>实验平台简介</a:t>
            </a:r>
            <a:endParaRPr lang="en-US" altLang="zh-CN" sz="1600" b="1" dirty="0">
              <a:latin typeface="微软雅黑" panose="020B0503020204020204" pitchFamily="34" charset="-122"/>
              <a:ea typeface="微软雅黑" panose="020B0503020204020204" pitchFamily="34" charset="-122"/>
            </a:endParaRPr>
          </a:p>
        </p:txBody>
      </p:sp>
      <p:sp>
        <p:nvSpPr>
          <p:cNvPr id="2" name="矩形 1"/>
          <p:cNvSpPr/>
          <p:nvPr/>
        </p:nvSpPr>
        <p:spPr>
          <a:xfrm>
            <a:off x="475818" y="1460750"/>
            <a:ext cx="7391767" cy="307777"/>
          </a:xfrm>
          <a:prstGeom prst="rect">
            <a:avLst/>
          </a:prstGeom>
        </p:spPr>
        <p:txBody>
          <a:bodyPr wrap="none">
            <a:spAutoFit/>
          </a:bodyPr>
          <a:lstStyle/>
          <a:p>
            <a:r>
              <a:rPr lang="en-US" altLang="zh-CN" sz="1400" dirty="0">
                <a:latin typeface="微软雅黑" panose="020B0503020204020204" pitchFamily="34" charset="-122"/>
                <a:ea typeface="微软雅黑" panose="020B0503020204020204" pitchFamily="34" charset="-122"/>
              </a:rPr>
              <a:t>Lab5-</a:t>
            </a:r>
            <a:r>
              <a:rPr lang="zh-CN" altLang="en-US" sz="1400" dirty="0">
                <a:latin typeface="微软雅黑" panose="020B0503020204020204" pitchFamily="34" charset="-122"/>
                <a:ea typeface="微软雅黑" panose="020B0503020204020204" pitchFamily="34" charset="-122"/>
              </a:rPr>
              <a:t>数据并行实验需要在</a:t>
            </a:r>
            <a:r>
              <a:rPr lang="en-US" altLang="zh-CN" sz="1400" b="1" dirty="0">
                <a:solidFill>
                  <a:srgbClr val="FF0000"/>
                </a:solidFill>
                <a:latin typeface="微软雅黑" panose="020B0503020204020204" pitchFamily="34" charset="-122"/>
                <a:ea typeface="微软雅黑" panose="020B0503020204020204" pitchFamily="34" charset="-122"/>
              </a:rPr>
              <a:t>GPU</a:t>
            </a:r>
            <a:r>
              <a:rPr lang="zh-CN" altLang="en-US" sz="1400" dirty="0">
                <a:latin typeface="微软雅黑" panose="020B0503020204020204" pitchFamily="34" charset="-122"/>
                <a:ea typeface="微软雅黑" panose="020B0503020204020204" pitchFamily="34" charset="-122"/>
              </a:rPr>
              <a:t>中进行试验，学校</a:t>
            </a:r>
            <a:r>
              <a:rPr lang="en-US" altLang="zh-CN" sz="1400" dirty="0">
                <a:latin typeface="微软雅黑" panose="020B0503020204020204" pitchFamily="34" charset="-122"/>
                <a:ea typeface="微软雅黑" panose="020B0503020204020204" pitchFamily="34" charset="-122"/>
              </a:rPr>
              <a:t>GPU</a:t>
            </a:r>
            <a:r>
              <a:rPr lang="zh-CN" altLang="en-US" sz="1400" dirty="0">
                <a:latin typeface="微软雅黑" panose="020B0503020204020204" pitchFamily="34" charset="-122"/>
                <a:ea typeface="微软雅黑" panose="020B0503020204020204" pitchFamily="34" charset="-122"/>
              </a:rPr>
              <a:t>集群为大家提供</a:t>
            </a:r>
            <a:r>
              <a:rPr lang="en-US" altLang="zh-CN" sz="1400" dirty="0">
                <a:latin typeface="微软雅黑" panose="020B0503020204020204" pitchFamily="34" charset="-122"/>
                <a:ea typeface="微软雅黑" panose="020B0503020204020204" pitchFamily="34" charset="-122"/>
              </a:rPr>
              <a:t>GPU</a:t>
            </a:r>
            <a:r>
              <a:rPr lang="zh-CN" altLang="en-US" sz="1400" dirty="0">
                <a:latin typeface="微软雅黑" panose="020B0503020204020204" pitchFamily="34" charset="-122"/>
                <a:ea typeface="微软雅黑" panose="020B0503020204020204" pitchFamily="34" charset="-122"/>
              </a:rPr>
              <a:t>代码运行环境。</a:t>
            </a:r>
            <a:endParaRPr lang="en-US" altLang="zh-CN" sz="1400" dirty="0">
              <a:latin typeface="微软雅黑" panose="020B0503020204020204" pitchFamily="34" charset="-122"/>
              <a:ea typeface="微软雅黑" panose="020B0503020204020204" pitchFamily="34" charset="-122"/>
            </a:endParaRPr>
          </a:p>
        </p:txBody>
      </p:sp>
      <p:sp>
        <p:nvSpPr>
          <p:cNvPr id="4" name="矩形 3"/>
          <p:cNvSpPr/>
          <p:nvPr/>
        </p:nvSpPr>
        <p:spPr>
          <a:xfrm>
            <a:off x="475819" y="2194233"/>
            <a:ext cx="7813049" cy="800219"/>
          </a:xfrm>
          <a:prstGeom prst="rect">
            <a:avLst/>
          </a:prstGeom>
        </p:spPr>
        <p:txBody>
          <a:bodyPr wrap="square">
            <a:spAutoFit/>
          </a:bodyPr>
          <a:lstStyle/>
          <a:p>
            <a:r>
              <a:rPr lang="zh-CN" altLang="en-US" sz="1400" dirty="0">
                <a:solidFill>
                  <a:schemeClr val="tx1">
                    <a:lumMod val="65000"/>
                    <a:lumOff val="35000"/>
                  </a:schemeClr>
                </a:solidFill>
                <a:latin typeface="微软雅黑" panose="020B0503020204020204" pitchFamily="34" charset="-122"/>
                <a:ea typeface="微软雅黑" panose="020B0503020204020204" pitchFamily="34" charset="-122"/>
              </a:rPr>
              <a:t>本教程是学校</a:t>
            </a:r>
            <a:r>
              <a:rPr lang="en-US" altLang="zh-CN" sz="1400" dirty="0">
                <a:solidFill>
                  <a:schemeClr val="tx1">
                    <a:lumMod val="65000"/>
                    <a:lumOff val="35000"/>
                  </a:schemeClr>
                </a:solidFill>
                <a:latin typeface="微软雅黑" panose="020B0503020204020204" pitchFamily="34" charset="-122"/>
                <a:ea typeface="微软雅黑" panose="020B0503020204020204" pitchFamily="34" charset="-122"/>
              </a:rPr>
              <a:t>GPU</a:t>
            </a:r>
            <a:r>
              <a:rPr lang="zh-CN" altLang="en-US" sz="1400" dirty="0">
                <a:solidFill>
                  <a:schemeClr val="tx1">
                    <a:lumMod val="65000"/>
                    <a:lumOff val="35000"/>
                  </a:schemeClr>
                </a:solidFill>
                <a:latin typeface="微软雅黑" panose="020B0503020204020204" pitchFamily="34" charset="-122"/>
                <a:ea typeface="微软雅黑" panose="020B0503020204020204" pitchFamily="34" charset="-122"/>
              </a:rPr>
              <a:t>集群的使⽤教程， 如果你的电脑上有独⽴显卡，建议⾃⾏搭建测试环境，减少对学校集群的占⽤（集群服务器</a:t>
            </a:r>
            <a:r>
              <a:rPr lang="en-US" altLang="zh-CN" sz="1400" dirty="0">
                <a:solidFill>
                  <a:schemeClr val="tx1">
                    <a:lumMod val="65000"/>
                    <a:lumOff val="35000"/>
                  </a:schemeClr>
                </a:solidFill>
                <a:latin typeface="微软雅黑" panose="020B0503020204020204" pitchFamily="34" charset="-122"/>
                <a:ea typeface="微软雅黑" panose="020B0503020204020204" pitchFamily="34" charset="-122"/>
              </a:rPr>
              <a:t>GPU</a:t>
            </a:r>
            <a:r>
              <a:rPr lang="zh-CN" altLang="en-US" sz="1400" dirty="0">
                <a:solidFill>
                  <a:schemeClr val="tx1">
                    <a:lumMod val="65000"/>
                    <a:lumOff val="35000"/>
                  </a:schemeClr>
                </a:solidFill>
                <a:latin typeface="微软雅黑" panose="020B0503020204020204" pitchFamily="34" charset="-122"/>
                <a:ea typeface="微软雅黑" panose="020B0503020204020204" pitchFamily="34" charset="-122"/>
              </a:rPr>
              <a:t>数量有限），仅需要安装</a:t>
            </a:r>
            <a:r>
              <a:rPr lang="en-US" altLang="zh-CN" sz="1400" dirty="0">
                <a:solidFill>
                  <a:schemeClr val="tx1">
                    <a:lumMod val="65000"/>
                    <a:lumOff val="35000"/>
                  </a:schemeClr>
                </a:solidFill>
                <a:latin typeface="微软雅黑" panose="020B0503020204020204" pitchFamily="34" charset="-122"/>
                <a:ea typeface="微软雅黑" panose="020B0503020204020204" pitchFamily="34" charset="-122"/>
              </a:rPr>
              <a:t>CUDA</a:t>
            </a:r>
            <a:r>
              <a:rPr lang="zh-CN" altLang="en-US" sz="1400" dirty="0">
                <a:solidFill>
                  <a:schemeClr val="tx1">
                    <a:lumMod val="65000"/>
                    <a:lumOff val="35000"/>
                  </a:schemeClr>
                </a:solidFill>
                <a:latin typeface="微软雅黑" panose="020B0503020204020204" pitchFamily="34" charset="-122"/>
                <a:ea typeface="微软雅黑" panose="020B0503020204020204" pitchFamily="34" charset="-122"/>
              </a:rPr>
              <a:t>即可。</a:t>
            </a:r>
            <a:br>
              <a:rPr lang="zh-CN" altLang="en-US" dirty="0">
                <a:solidFill>
                  <a:schemeClr val="tx1">
                    <a:lumMod val="65000"/>
                    <a:lumOff val="35000"/>
                  </a:schemeClr>
                </a:solidFill>
              </a:rPr>
            </a:br>
            <a:endParaRPr lang="zh-CN" altLang="en-US" dirty="0">
              <a:solidFill>
                <a:schemeClr val="tx1">
                  <a:lumMod val="65000"/>
                  <a:lumOff val="35000"/>
                </a:schemeClr>
              </a:solidFill>
            </a:endParaRPr>
          </a:p>
        </p:txBody>
      </p:sp>
      <p:sp>
        <p:nvSpPr>
          <p:cNvPr id="5" name="矩形 4"/>
          <p:cNvSpPr/>
          <p:nvPr/>
        </p:nvSpPr>
        <p:spPr>
          <a:xfrm>
            <a:off x="475818" y="2760883"/>
            <a:ext cx="7813050" cy="738664"/>
          </a:xfrm>
          <a:prstGeom prst="rect">
            <a:avLst/>
          </a:prstGeom>
        </p:spPr>
        <p:txBody>
          <a:bodyPr wrap="square">
            <a:spAutoFit/>
          </a:bodyPr>
          <a:lstStyle/>
          <a:p>
            <a:r>
              <a:rPr lang="zh-CN" altLang="en-US" sz="1400" dirty="0">
                <a:solidFill>
                  <a:schemeClr val="tx1">
                    <a:lumMod val="65000"/>
                    <a:lumOff val="35000"/>
                  </a:schemeClr>
                </a:solidFill>
                <a:latin typeface="微软雅黑" panose="020B0503020204020204" pitchFamily="34" charset="-122"/>
                <a:ea typeface="微软雅黑" panose="020B0503020204020204" pitchFamily="34" charset="-122"/>
              </a:rPr>
              <a:t>请各位同学在不需要使⽤</a:t>
            </a:r>
            <a:r>
              <a:rPr lang="en-US" altLang="zh-CN" sz="1400" dirty="0">
                <a:solidFill>
                  <a:schemeClr val="tx1">
                    <a:lumMod val="65000"/>
                    <a:lumOff val="35000"/>
                  </a:schemeClr>
                </a:solidFill>
                <a:latin typeface="微软雅黑" panose="020B0503020204020204" pitchFamily="34" charset="-122"/>
                <a:ea typeface="微软雅黑" panose="020B0503020204020204" pitchFamily="34" charset="-122"/>
              </a:rPr>
              <a:t>GPU</a:t>
            </a:r>
            <a:r>
              <a:rPr lang="zh-CN" altLang="en-US" sz="1400" dirty="0">
                <a:solidFill>
                  <a:schemeClr val="tx1">
                    <a:lumMod val="65000"/>
                    <a:lumOff val="35000"/>
                  </a:schemeClr>
                </a:solidFill>
                <a:latin typeface="微软雅黑" panose="020B0503020204020204" pitchFamily="34" charset="-122"/>
                <a:ea typeface="微软雅黑" panose="020B0503020204020204" pitchFamily="34" charset="-122"/>
              </a:rPr>
              <a:t>时及时释放⾃⼰占⽤的资源，可以先在本地写好代码再上传⾄</a:t>
            </a:r>
            <a:r>
              <a:rPr lang="en-US" altLang="zh-CN" sz="1400" dirty="0">
                <a:solidFill>
                  <a:schemeClr val="tx1">
                    <a:lumMod val="65000"/>
                    <a:lumOff val="35000"/>
                  </a:schemeClr>
                </a:solidFill>
                <a:latin typeface="微软雅黑" panose="020B0503020204020204" pitchFamily="34" charset="-122"/>
                <a:ea typeface="微软雅黑" panose="020B0503020204020204" pitchFamily="34" charset="-122"/>
              </a:rPr>
              <a:t>GPU</a:t>
            </a:r>
            <a:r>
              <a:rPr lang="zh-CN" altLang="en-US" sz="1400" dirty="0">
                <a:solidFill>
                  <a:schemeClr val="tx1">
                    <a:lumMod val="65000"/>
                    <a:lumOff val="35000"/>
                  </a:schemeClr>
                </a:solidFill>
                <a:latin typeface="微软雅黑" panose="020B0503020204020204" pitchFamily="34" charset="-122"/>
                <a:ea typeface="微软雅黑" panose="020B0503020204020204" pitchFamily="34" charset="-122"/>
              </a:rPr>
              <a:t>中进⾏测试，单次使⽤时间尽量限制在⼀⼩时之内。不得⻓时间占⽤</a:t>
            </a:r>
            <a:r>
              <a:rPr lang="en-US" altLang="zh-CN" sz="1400" dirty="0">
                <a:solidFill>
                  <a:schemeClr val="tx1">
                    <a:lumMod val="65000"/>
                    <a:lumOff val="35000"/>
                  </a:schemeClr>
                </a:solidFill>
                <a:latin typeface="微软雅黑" panose="020B0503020204020204" pitchFamily="34" charset="-122"/>
                <a:ea typeface="微软雅黑" panose="020B0503020204020204" pitchFamily="34" charset="-122"/>
              </a:rPr>
              <a:t>GPU</a:t>
            </a:r>
            <a:r>
              <a:rPr lang="zh-CN" altLang="en-US" sz="1400" dirty="0">
                <a:solidFill>
                  <a:schemeClr val="tx1">
                    <a:lumMod val="65000"/>
                    <a:lumOff val="35000"/>
                  </a:schemeClr>
                </a:solidFill>
                <a:latin typeface="微软雅黑" panose="020B0503020204020204" pitchFamily="34" charset="-122"/>
                <a:ea typeface="微软雅黑" panose="020B0503020204020204" pitchFamily="34" charset="-122"/>
              </a:rPr>
              <a:t>或者开展与本课程实验⽆关的活动</a:t>
            </a:r>
            <a:endParaRPr lang="zh-CN" altLang="en-US" dirty="0"/>
          </a:p>
        </p:txBody>
      </p:sp>
      <p:sp>
        <p:nvSpPr>
          <p:cNvPr id="11" name="矩形 10"/>
          <p:cNvSpPr/>
          <p:nvPr/>
        </p:nvSpPr>
        <p:spPr>
          <a:xfrm>
            <a:off x="475818" y="3561102"/>
            <a:ext cx="7813050" cy="307777"/>
          </a:xfrm>
          <a:prstGeom prst="rect">
            <a:avLst/>
          </a:prstGeom>
        </p:spPr>
        <p:txBody>
          <a:bodyPr wrap="square">
            <a:spAutoFit/>
          </a:bodyPr>
          <a:lstStyle/>
          <a:p>
            <a:r>
              <a:rPr lang="zh-CN" altLang="en-US" sz="1400" dirty="0">
                <a:solidFill>
                  <a:schemeClr val="tx1">
                    <a:lumMod val="65000"/>
                    <a:lumOff val="35000"/>
                  </a:schemeClr>
                </a:solidFill>
                <a:latin typeface="微软雅黑" panose="020B0503020204020204" pitchFamily="34" charset="-122"/>
                <a:ea typeface="微软雅黑" panose="020B0503020204020204" pitchFamily="34" charset="-122"/>
              </a:rPr>
              <a:t>请每位同学在⾃⼰的项⽬中开展实验，不要私⾃修改其他同学的项⽬。</a:t>
            </a:r>
            <a:endParaRPr lang="zh-CN" altLang="en-US" dirty="0"/>
          </a:p>
        </p:txBody>
      </p:sp>
      <p:sp>
        <p:nvSpPr>
          <p:cNvPr id="13" name="矩形 12"/>
          <p:cNvSpPr/>
          <p:nvPr/>
        </p:nvSpPr>
        <p:spPr>
          <a:xfrm>
            <a:off x="475818" y="1808932"/>
            <a:ext cx="3012449" cy="369332"/>
          </a:xfrm>
          <a:prstGeom prst="rect">
            <a:avLst/>
          </a:prstGeom>
        </p:spPr>
        <p:txBody>
          <a:bodyPr wrap="square">
            <a:spAutoFit/>
          </a:bodyPr>
          <a:lstStyle/>
          <a:p>
            <a:r>
              <a:rPr lang="zh-CN" altLang="en-US" b="1" dirty="0">
                <a:solidFill>
                  <a:srgbClr val="FF0000"/>
                </a:solidFill>
              </a:rPr>
              <a:t>注意：</a:t>
            </a:r>
          </a:p>
        </p:txBody>
      </p:sp>
      <p:sp>
        <p:nvSpPr>
          <p:cNvPr id="8" name="圆角矩形 7"/>
          <p:cNvSpPr/>
          <p:nvPr/>
        </p:nvSpPr>
        <p:spPr>
          <a:xfrm>
            <a:off x="577418" y="4192072"/>
            <a:ext cx="1310649" cy="541867"/>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400" b="1" dirty="0"/>
              <a:t>访问集群网站</a:t>
            </a:r>
          </a:p>
        </p:txBody>
      </p:sp>
      <p:sp>
        <p:nvSpPr>
          <p:cNvPr id="15" name="圆角矩形 14"/>
          <p:cNvSpPr/>
          <p:nvPr/>
        </p:nvSpPr>
        <p:spPr>
          <a:xfrm>
            <a:off x="2109042" y="4192071"/>
            <a:ext cx="1310649" cy="541867"/>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400" b="1" dirty="0"/>
              <a:t>教师登录</a:t>
            </a:r>
          </a:p>
        </p:txBody>
      </p:sp>
      <p:sp>
        <p:nvSpPr>
          <p:cNvPr id="18" name="圆角矩形 17"/>
          <p:cNvSpPr/>
          <p:nvPr/>
        </p:nvSpPr>
        <p:spPr>
          <a:xfrm>
            <a:off x="3640666" y="4192071"/>
            <a:ext cx="1310649" cy="541867"/>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400" b="1" dirty="0"/>
              <a:t>算力平台</a:t>
            </a:r>
          </a:p>
        </p:txBody>
      </p:sp>
      <p:sp>
        <p:nvSpPr>
          <p:cNvPr id="20" name="圆角矩形 19"/>
          <p:cNvSpPr/>
          <p:nvPr/>
        </p:nvSpPr>
        <p:spPr>
          <a:xfrm>
            <a:off x="577419" y="5444450"/>
            <a:ext cx="1310649" cy="541867"/>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400" b="1" dirty="0"/>
              <a:t>新建项目</a:t>
            </a:r>
          </a:p>
        </p:txBody>
      </p:sp>
      <p:sp>
        <p:nvSpPr>
          <p:cNvPr id="21" name="圆角矩形 20"/>
          <p:cNvSpPr/>
          <p:nvPr/>
        </p:nvSpPr>
        <p:spPr>
          <a:xfrm>
            <a:off x="2109043" y="5444450"/>
            <a:ext cx="1310649" cy="541867"/>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400" b="1" dirty="0"/>
              <a:t>运行项目</a:t>
            </a:r>
          </a:p>
        </p:txBody>
      </p:sp>
      <p:sp>
        <p:nvSpPr>
          <p:cNvPr id="22" name="圆角矩形 21"/>
          <p:cNvSpPr/>
          <p:nvPr/>
        </p:nvSpPr>
        <p:spPr>
          <a:xfrm>
            <a:off x="3640667" y="5444450"/>
            <a:ext cx="1310649" cy="541867"/>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400" b="1" dirty="0"/>
              <a:t>运行代码</a:t>
            </a:r>
          </a:p>
        </p:txBody>
      </p:sp>
      <p:pic>
        <p:nvPicPr>
          <p:cNvPr id="9" name="图片 8"/>
          <p:cNvPicPr>
            <a:picLocks noChangeAspect="1"/>
          </p:cNvPicPr>
          <p:nvPr/>
        </p:nvPicPr>
        <p:blipFill rotWithShape="1">
          <a:blip r:embed="rId3"/>
          <a:srcRect l="7845" r="6514"/>
          <a:stretch>
            <a:fillRect/>
          </a:stretch>
        </p:blipFill>
        <p:spPr>
          <a:xfrm>
            <a:off x="5359399" y="4066197"/>
            <a:ext cx="3522133" cy="1794246"/>
          </a:xfrm>
          <a:prstGeom prst="rect">
            <a:avLst/>
          </a:prstGeom>
        </p:spPr>
      </p:pic>
      <p:cxnSp>
        <p:nvCxnSpPr>
          <p:cNvPr id="14" name="直接箭头连接符 13"/>
          <p:cNvCxnSpPr>
            <a:stCxn id="8" idx="3"/>
            <a:endCxn id="15" idx="1"/>
          </p:cNvCxnSpPr>
          <p:nvPr/>
        </p:nvCxnSpPr>
        <p:spPr>
          <a:xfrm flipV="1">
            <a:off x="1888067" y="4463005"/>
            <a:ext cx="220975"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直接箭头连接符 22"/>
          <p:cNvCxnSpPr/>
          <p:nvPr/>
        </p:nvCxnSpPr>
        <p:spPr>
          <a:xfrm flipV="1">
            <a:off x="3419691" y="4463003"/>
            <a:ext cx="220975"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直接箭头连接符 23"/>
          <p:cNvCxnSpPr/>
          <p:nvPr/>
        </p:nvCxnSpPr>
        <p:spPr>
          <a:xfrm flipV="1">
            <a:off x="1888067" y="5740779"/>
            <a:ext cx="220975"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直接箭头连接符 24"/>
          <p:cNvCxnSpPr/>
          <p:nvPr/>
        </p:nvCxnSpPr>
        <p:spPr>
          <a:xfrm flipV="1">
            <a:off x="3419690" y="5740780"/>
            <a:ext cx="220975"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肘形连接符 26"/>
          <p:cNvCxnSpPr>
            <a:stCxn id="18" idx="3"/>
            <a:endCxn id="20" idx="1"/>
          </p:cNvCxnSpPr>
          <p:nvPr/>
        </p:nvCxnSpPr>
        <p:spPr>
          <a:xfrm flipH="1">
            <a:off x="577419" y="4463005"/>
            <a:ext cx="4373896" cy="1252379"/>
          </a:xfrm>
          <a:prstGeom prst="bentConnector5">
            <a:avLst>
              <a:gd name="adj1" fmla="val -5226"/>
              <a:gd name="adj2" fmla="val 50000"/>
              <a:gd name="adj3" fmla="val 105226"/>
            </a:avLst>
          </a:prstGeom>
          <a:ln>
            <a:tailEnd type="triangle"/>
          </a:ln>
        </p:spPr>
        <p:style>
          <a:lnRef idx="1">
            <a:schemeClr val="accent1"/>
          </a:lnRef>
          <a:fillRef idx="0">
            <a:schemeClr val="accent1"/>
          </a:fillRef>
          <a:effectRef idx="0">
            <a:schemeClr val="accent1"/>
          </a:effectRef>
          <a:fontRef idx="minor">
            <a:schemeClr val="tx1"/>
          </a:fontRef>
        </p:style>
      </p:cxnSp>
      <p:sp>
        <p:nvSpPr>
          <p:cNvPr id="28" name="矩形 27"/>
          <p:cNvSpPr/>
          <p:nvPr/>
        </p:nvSpPr>
        <p:spPr>
          <a:xfrm>
            <a:off x="6597725" y="5855512"/>
            <a:ext cx="1058303" cy="261610"/>
          </a:xfrm>
          <a:prstGeom prst="rect">
            <a:avLst/>
          </a:prstGeom>
        </p:spPr>
        <p:txBody>
          <a:bodyPr wrap="none">
            <a:spAutoFit/>
          </a:bodyPr>
          <a:lstStyle/>
          <a:p>
            <a:r>
              <a:rPr lang="en-US" altLang="zh-CN" sz="1100" b="1" dirty="0">
                <a:solidFill>
                  <a:schemeClr val="tx1">
                    <a:lumMod val="65000"/>
                    <a:lumOff val="35000"/>
                  </a:schemeClr>
                </a:solidFill>
                <a:latin typeface="微软雅黑" panose="020B0503020204020204" pitchFamily="34" charset="-122"/>
                <a:ea typeface="微软雅黑" panose="020B0503020204020204" pitchFamily="34" charset="-122"/>
              </a:rPr>
              <a:t>GPU</a:t>
            </a:r>
            <a:r>
              <a:rPr lang="zh-CN" altLang="en-US" sz="1100" b="1" dirty="0">
                <a:solidFill>
                  <a:schemeClr val="tx1">
                    <a:lumMod val="65000"/>
                    <a:lumOff val="35000"/>
                  </a:schemeClr>
                </a:solidFill>
                <a:latin typeface="微软雅黑" panose="020B0503020204020204" pitchFamily="34" charset="-122"/>
                <a:ea typeface="微软雅黑" panose="020B0503020204020204" pitchFamily="34" charset="-122"/>
              </a:rPr>
              <a:t>集群网站</a:t>
            </a:r>
            <a:endParaRPr lang="zh-CN" altLang="en-US" sz="1100" b="1" dirty="0"/>
          </a:p>
        </p:txBody>
      </p:sp>
    </p:spTree>
  </p:cSld>
  <p:clrMapOvr>
    <a:masterClrMapping/>
  </p:clrMapOvr>
  <mc:AlternateContent xmlns:mc="http://schemas.openxmlformats.org/markup-compatibility/2006" xmlns:p14="http://schemas.microsoft.com/office/powerpoint/2010/main">
    <mc:Choice Requires="p14">
      <p:transition spd="slow" p14:dur="2000" advTm="13957"/>
    </mc:Choice>
    <mc:Fallback xmlns="">
      <p:transition spd="slow" advTm="13957"/>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组合 52"/>
          <p:cNvGrpSpPr/>
          <p:nvPr/>
        </p:nvGrpSpPr>
        <p:grpSpPr>
          <a:xfrm>
            <a:off x="138564" y="279057"/>
            <a:ext cx="6293973" cy="253916"/>
            <a:chOff x="5637082" y="1769183"/>
            <a:chExt cx="4430606" cy="451405"/>
          </a:xfrm>
        </p:grpSpPr>
        <p:sp>
          <p:nvSpPr>
            <p:cNvPr id="17" name="等腰三角形 53"/>
            <p:cNvSpPr/>
            <p:nvPr/>
          </p:nvSpPr>
          <p:spPr>
            <a:xfrm rot="5400000">
              <a:off x="5562941" y="1938259"/>
              <a:ext cx="243283" cy="9500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125">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9" name="文本框 18"/>
            <p:cNvSpPr txBox="1"/>
            <p:nvPr/>
          </p:nvSpPr>
          <p:spPr>
            <a:xfrm flipH="1">
              <a:off x="5746406" y="1769183"/>
              <a:ext cx="4321282" cy="451405"/>
            </a:xfrm>
            <a:prstGeom prst="rect">
              <a:avLst/>
            </a:prstGeom>
            <a:noFill/>
          </p:spPr>
          <p:txBody>
            <a:bodyPr wrap="square" rtlCol="0">
              <a:spAutoFit/>
            </a:bodyPr>
            <a:lstStyle/>
            <a:p>
              <a:r>
                <a:rPr lang="en-US" altLang="zh-CN" sz="105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Lab5</a:t>
              </a:r>
              <a:r>
                <a:rPr lang="zh-CN" altLang="en-US" sz="105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实验讲解 </a:t>
              </a:r>
              <a:r>
                <a:rPr lang="en-US" altLang="zh-CN" sz="105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050" b="1" dirty="0">
                  <a:solidFill>
                    <a:schemeClr val="bg1"/>
                  </a:solidFill>
                  <a:latin typeface="微软雅黑" panose="020B0503020204020204" pitchFamily="34" charset="-122"/>
                  <a:ea typeface="微软雅黑" panose="020B0503020204020204" pitchFamily="34" charset="-122"/>
                </a:rPr>
                <a:t>实验平台简介</a:t>
              </a:r>
              <a:endParaRPr lang="en-US" altLang="zh-CN" sz="1050" b="1" dirty="0">
                <a:solidFill>
                  <a:schemeClr val="bg1"/>
                </a:solidFill>
                <a:latin typeface="微软雅黑" panose="020B0503020204020204" pitchFamily="34" charset="-122"/>
                <a:ea typeface="微软雅黑" panose="020B0503020204020204" pitchFamily="34" charset="-122"/>
              </a:endParaRPr>
            </a:p>
          </p:txBody>
        </p:sp>
      </p:grpSp>
      <p:sp>
        <p:nvSpPr>
          <p:cNvPr id="6" name="矩形 5"/>
          <p:cNvSpPr/>
          <p:nvPr/>
        </p:nvSpPr>
        <p:spPr>
          <a:xfrm>
            <a:off x="138564" y="848265"/>
            <a:ext cx="1866217" cy="461665"/>
          </a:xfrm>
          <a:prstGeom prst="rect">
            <a:avLst/>
          </a:prstGeom>
        </p:spPr>
        <p:txBody>
          <a:bodyPr wrap="none">
            <a:spAutoFit/>
          </a:bodyPr>
          <a:lstStyle/>
          <a:p>
            <a:pPr>
              <a:lnSpc>
                <a:spcPct val="150000"/>
              </a:lnSpc>
            </a:pPr>
            <a:r>
              <a:rPr lang="zh-CN" altLang="en-US" sz="1600" b="1" dirty="0">
                <a:latin typeface="微软雅黑" panose="020B0503020204020204" pitchFamily="34" charset="-122"/>
                <a:ea typeface="微软雅黑" panose="020B0503020204020204" pitchFamily="34" charset="-122"/>
              </a:rPr>
              <a:t>学校</a:t>
            </a:r>
            <a:r>
              <a:rPr lang="en-US" altLang="zh-CN" sz="1600" b="1" dirty="0">
                <a:latin typeface="微软雅黑" panose="020B0503020204020204" pitchFamily="34" charset="-122"/>
                <a:ea typeface="微软雅黑" panose="020B0503020204020204" pitchFamily="34" charset="-122"/>
              </a:rPr>
              <a:t>GPU</a:t>
            </a:r>
            <a:r>
              <a:rPr lang="zh-CN" altLang="en-US" sz="1600" b="1" dirty="0">
                <a:latin typeface="微软雅黑" panose="020B0503020204020204" pitchFamily="34" charset="-122"/>
                <a:ea typeface="微软雅黑" panose="020B0503020204020204" pitchFamily="34" charset="-122"/>
              </a:rPr>
              <a:t>集群使用</a:t>
            </a:r>
            <a:endParaRPr lang="en-US" altLang="zh-CN" sz="1600" b="1" dirty="0">
              <a:latin typeface="微软雅黑" panose="020B0503020204020204" pitchFamily="34" charset="-122"/>
              <a:ea typeface="微软雅黑" panose="020B0503020204020204" pitchFamily="34" charset="-122"/>
            </a:endParaRPr>
          </a:p>
        </p:txBody>
      </p:sp>
      <p:sp>
        <p:nvSpPr>
          <p:cNvPr id="8" name="圆角矩形 7"/>
          <p:cNvSpPr/>
          <p:nvPr/>
        </p:nvSpPr>
        <p:spPr>
          <a:xfrm>
            <a:off x="416347" y="1417956"/>
            <a:ext cx="1310649" cy="541867"/>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400" b="1" dirty="0"/>
              <a:t>访问集群网站</a:t>
            </a:r>
          </a:p>
        </p:txBody>
      </p:sp>
      <p:sp>
        <p:nvSpPr>
          <p:cNvPr id="28" name="矩形 27"/>
          <p:cNvSpPr/>
          <p:nvPr/>
        </p:nvSpPr>
        <p:spPr>
          <a:xfrm>
            <a:off x="6597725" y="5855512"/>
            <a:ext cx="1058303" cy="261610"/>
          </a:xfrm>
          <a:prstGeom prst="rect">
            <a:avLst/>
          </a:prstGeom>
        </p:spPr>
        <p:txBody>
          <a:bodyPr wrap="none">
            <a:spAutoFit/>
          </a:bodyPr>
          <a:lstStyle/>
          <a:p>
            <a:r>
              <a:rPr lang="en-US" altLang="zh-CN" sz="1100" b="1" dirty="0">
                <a:solidFill>
                  <a:schemeClr val="tx1">
                    <a:lumMod val="65000"/>
                    <a:lumOff val="35000"/>
                  </a:schemeClr>
                </a:solidFill>
                <a:latin typeface="微软雅黑" panose="020B0503020204020204" pitchFamily="34" charset="-122"/>
                <a:ea typeface="微软雅黑" panose="020B0503020204020204" pitchFamily="34" charset="-122"/>
              </a:rPr>
              <a:t>GPU</a:t>
            </a:r>
            <a:r>
              <a:rPr lang="zh-CN" altLang="en-US" sz="1100" b="1" dirty="0">
                <a:solidFill>
                  <a:schemeClr val="tx1">
                    <a:lumMod val="65000"/>
                    <a:lumOff val="35000"/>
                  </a:schemeClr>
                </a:solidFill>
                <a:latin typeface="微软雅黑" panose="020B0503020204020204" pitchFamily="34" charset="-122"/>
                <a:ea typeface="微软雅黑" panose="020B0503020204020204" pitchFamily="34" charset="-122"/>
              </a:rPr>
              <a:t>集群网站</a:t>
            </a:r>
            <a:endParaRPr lang="zh-CN" altLang="en-US" sz="1100" b="1" dirty="0"/>
          </a:p>
        </p:txBody>
      </p:sp>
      <p:sp>
        <p:nvSpPr>
          <p:cNvPr id="3" name="矩形 2"/>
          <p:cNvSpPr/>
          <p:nvPr/>
        </p:nvSpPr>
        <p:spPr>
          <a:xfrm>
            <a:off x="1862751" y="1504223"/>
            <a:ext cx="5105757" cy="369332"/>
          </a:xfrm>
          <a:prstGeom prst="rect">
            <a:avLst/>
          </a:prstGeom>
        </p:spPr>
        <p:txBody>
          <a:bodyPr wrap="none">
            <a:spAutoFit/>
          </a:bodyPr>
          <a:lstStyle/>
          <a:p>
            <a:r>
              <a:rPr lang="en-US" altLang="zh-CN" dirty="0">
                <a:solidFill>
                  <a:srgbClr val="FF0000"/>
                </a:solidFill>
              </a:rPr>
              <a:t>https://cscourse.ustc.edu.cn (</a:t>
            </a:r>
            <a:r>
              <a:rPr lang="zh-CN" altLang="en-US" dirty="0">
                <a:solidFill>
                  <a:srgbClr val="FF0000"/>
                </a:solidFill>
              </a:rPr>
              <a:t>http://202.38.86.194/</a:t>
            </a:r>
            <a:r>
              <a:rPr lang="en-US" altLang="zh-CN" dirty="0">
                <a:solidFill>
                  <a:srgbClr val="FF0000"/>
                </a:solidFill>
              </a:rPr>
              <a:t>)</a:t>
            </a:r>
            <a:endParaRPr lang="zh-CN" altLang="en-US" dirty="0">
              <a:solidFill>
                <a:srgbClr val="FF0000"/>
              </a:solidFill>
            </a:endParaRPr>
          </a:p>
        </p:txBody>
      </p:sp>
      <p:sp>
        <p:nvSpPr>
          <p:cNvPr id="26" name="圆角矩形 25"/>
          <p:cNvSpPr/>
          <p:nvPr/>
        </p:nvSpPr>
        <p:spPr>
          <a:xfrm>
            <a:off x="416346" y="2270138"/>
            <a:ext cx="1310649" cy="541867"/>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400" b="1" dirty="0"/>
              <a:t>教师登录</a:t>
            </a:r>
          </a:p>
        </p:txBody>
      </p:sp>
      <p:sp>
        <p:nvSpPr>
          <p:cNvPr id="29" name="矩形 28"/>
          <p:cNvSpPr/>
          <p:nvPr/>
        </p:nvSpPr>
        <p:spPr>
          <a:xfrm>
            <a:off x="1862751" y="2313271"/>
            <a:ext cx="4628190" cy="369332"/>
          </a:xfrm>
          <a:prstGeom prst="rect">
            <a:avLst/>
          </a:prstGeom>
        </p:spPr>
        <p:txBody>
          <a:bodyPr wrap="none">
            <a:spAutoFit/>
          </a:bodyPr>
          <a:lstStyle/>
          <a:p>
            <a:r>
              <a:rPr lang="zh-CN" altLang="en-US" dirty="0"/>
              <a:t>点击</a:t>
            </a:r>
            <a:r>
              <a:rPr lang="zh-CN" altLang="en-US" b="1" dirty="0">
                <a:solidFill>
                  <a:srgbClr val="FF0000"/>
                </a:solidFill>
              </a:rPr>
              <a:t>“教师登录”</a:t>
            </a:r>
            <a:r>
              <a:rPr lang="zh-CN" altLang="en-US" dirty="0"/>
              <a:t>   账号：</a:t>
            </a:r>
            <a:r>
              <a:rPr lang="en-US" altLang="zh-CN" dirty="0" err="1"/>
              <a:t>xxxxxx</a:t>
            </a:r>
            <a:r>
              <a:rPr lang="en-US" altLang="zh-CN" dirty="0"/>
              <a:t>   </a:t>
            </a:r>
            <a:r>
              <a:rPr lang="zh-CN" altLang="en-US" dirty="0"/>
              <a:t>密码：</a:t>
            </a:r>
            <a:r>
              <a:rPr lang="en-US" altLang="zh-CN" dirty="0" err="1"/>
              <a:t>xxxxxx</a:t>
            </a:r>
            <a:endParaRPr lang="zh-CN" altLang="en-US" dirty="0"/>
          </a:p>
        </p:txBody>
      </p:sp>
      <p:pic>
        <p:nvPicPr>
          <p:cNvPr id="2" name="图片 1"/>
          <p:cNvPicPr>
            <a:picLocks noChangeAspect="1"/>
          </p:cNvPicPr>
          <p:nvPr>
            <p:custDataLst>
              <p:tags r:id="rId1"/>
            </p:custDataLst>
          </p:nvPr>
        </p:nvPicPr>
        <p:blipFill>
          <a:blip r:embed="rId4"/>
          <a:stretch>
            <a:fillRect/>
          </a:stretch>
        </p:blipFill>
        <p:spPr>
          <a:xfrm>
            <a:off x="717550" y="2880995"/>
            <a:ext cx="7708900" cy="2905125"/>
          </a:xfrm>
          <a:prstGeom prst="rect">
            <a:avLst/>
          </a:prstGeom>
        </p:spPr>
      </p:pic>
      <p:sp>
        <p:nvSpPr>
          <p:cNvPr id="4" name="矩形 3"/>
          <p:cNvSpPr/>
          <p:nvPr/>
        </p:nvSpPr>
        <p:spPr>
          <a:xfrm>
            <a:off x="7774305" y="2801620"/>
            <a:ext cx="626110" cy="391795"/>
          </a:xfrm>
          <a:prstGeom prst="rect">
            <a:avLst/>
          </a:prstGeom>
          <a:noFill/>
          <a:ln w="38100">
            <a:solidFill>
              <a:srgbClr val="FF0000"/>
            </a:solidFill>
          </a:ln>
          <a:extLst>
            <a:ext uri="{909E8E84-426E-40DD-AFC4-6F175D3DCCD1}">
              <a14:hiddenFill xmlns:a14="http://schemas.microsoft.com/office/drawing/2010/main">
                <a:solidFill>
                  <a:schemeClr val="lt1"/>
                </a:solidFill>
              </a14:hiddenFill>
            </a:ext>
          </a:extLst>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13957"/>
    </mc:Choice>
    <mc:Fallback xmlns="">
      <p:transition spd="slow" advTm="13957"/>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组合 52"/>
          <p:cNvGrpSpPr/>
          <p:nvPr/>
        </p:nvGrpSpPr>
        <p:grpSpPr>
          <a:xfrm>
            <a:off x="138564" y="279057"/>
            <a:ext cx="6293973" cy="253916"/>
            <a:chOff x="5637082" y="1769183"/>
            <a:chExt cx="4430606" cy="451405"/>
          </a:xfrm>
        </p:grpSpPr>
        <p:sp>
          <p:nvSpPr>
            <p:cNvPr id="17" name="等腰三角形 53"/>
            <p:cNvSpPr/>
            <p:nvPr/>
          </p:nvSpPr>
          <p:spPr>
            <a:xfrm rot="5400000">
              <a:off x="5562941" y="1938259"/>
              <a:ext cx="243283" cy="9500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125">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9" name="文本框 18"/>
            <p:cNvSpPr txBox="1"/>
            <p:nvPr/>
          </p:nvSpPr>
          <p:spPr>
            <a:xfrm flipH="1">
              <a:off x="5746406" y="1769183"/>
              <a:ext cx="4321282" cy="451405"/>
            </a:xfrm>
            <a:prstGeom prst="rect">
              <a:avLst/>
            </a:prstGeom>
            <a:noFill/>
          </p:spPr>
          <p:txBody>
            <a:bodyPr wrap="square" rtlCol="0">
              <a:spAutoFit/>
            </a:bodyPr>
            <a:lstStyle/>
            <a:p>
              <a:r>
                <a:rPr lang="en-US" altLang="zh-CN" sz="105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Lab5</a:t>
              </a:r>
              <a:r>
                <a:rPr lang="zh-CN" altLang="en-US" sz="105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实验讲解 </a:t>
              </a:r>
              <a:r>
                <a:rPr lang="en-US" altLang="zh-CN" sz="105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050" b="1" dirty="0">
                  <a:solidFill>
                    <a:schemeClr val="bg1"/>
                  </a:solidFill>
                  <a:latin typeface="微软雅黑" panose="020B0503020204020204" pitchFamily="34" charset="-122"/>
                  <a:ea typeface="微软雅黑" panose="020B0503020204020204" pitchFamily="34" charset="-122"/>
                </a:rPr>
                <a:t>实验平台简介</a:t>
              </a:r>
              <a:endParaRPr lang="en-US" altLang="zh-CN" sz="1050" b="1" dirty="0">
                <a:solidFill>
                  <a:schemeClr val="bg1"/>
                </a:solidFill>
                <a:latin typeface="微软雅黑" panose="020B0503020204020204" pitchFamily="34" charset="-122"/>
                <a:ea typeface="微软雅黑" panose="020B0503020204020204" pitchFamily="34" charset="-122"/>
              </a:endParaRPr>
            </a:p>
          </p:txBody>
        </p:sp>
      </p:grpSp>
      <p:sp>
        <p:nvSpPr>
          <p:cNvPr id="6" name="矩形 5"/>
          <p:cNvSpPr/>
          <p:nvPr/>
        </p:nvSpPr>
        <p:spPr>
          <a:xfrm>
            <a:off x="138564" y="848265"/>
            <a:ext cx="1866217" cy="461665"/>
          </a:xfrm>
          <a:prstGeom prst="rect">
            <a:avLst/>
          </a:prstGeom>
        </p:spPr>
        <p:txBody>
          <a:bodyPr wrap="none">
            <a:spAutoFit/>
          </a:bodyPr>
          <a:lstStyle/>
          <a:p>
            <a:pPr>
              <a:lnSpc>
                <a:spcPct val="150000"/>
              </a:lnSpc>
            </a:pPr>
            <a:r>
              <a:rPr lang="zh-CN" altLang="en-US" sz="1600" b="1" dirty="0">
                <a:latin typeface="微软雅黑" panose="020B0503020204020204" pitchFamily="34" charset="-122"/>
                <a:ea typeface="微软雅黑" panose="020B0503020204020204" pitchFamily="34" charset="-122"/>
              </a:rPr>
              <a:t>学校</a:t>
            </a:r>
            <a:r>
              <a:rPr lang="en-US" altLang="zh-CN" sz="1600" b="1" dirty="0">
                <a:latin typeface="微软雅黑" panose="020B0503020204020204" pitchFamily="34" charset="-122"/>
                <a:ea typeface="微软雅黑" panose="020B0503020204020204" pitchFamily="34" charset="-122"/>
              </a:rPr>
              <a:t>GPU</a:t>
            </a:r>
            <a:r>
              <a:rPr lang="zh-CN" altLang="en-US" sz="1600" b="1" dirty="0">
                <a:latin typeface="微软雅黑" panose="020B0503020204020204" pitchFamily="34" charset="-122"/>
                <a:ea typeface="微软雅黑" panose="020B0503020204020204" pitchFamily="34" charset="-122"/>
              </a:rPr>
              <a:t>集群使用</a:t>
            </a:r>
            <a:endParaRPr lang="en-US" altLang="zh-CN" sz="1600" b="1" dirty="0">
              <a:latin typeface="微软雅黑" panose="020B0503020204020204" pitchFamily="34" charset="-122"/>
              <a:ea typeface="微软雅黑" panose="020B0503020204020204" pitchFamily="34" charset="-122"/>
            </a:endParaRPr>
          </a:p>
        </p:txBody>
      </p:sp>
      <p:sp>
        <p:nvSpPr>
          <p:cNvPr id="12" name="圆角矩形 11"/>
          <p:cNvSpPr/>
          <p:nvPr/>
        </p:nvSpPr>
        <p:spPr>
          <a:xfrm>
            <a:off x="416346" y="1417956"/>
            <a:ext cx="1310649" cy="541867"/>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400" b="1" dirty="0"/>
              <a:t>算力平台</a:t>
            </a:r>
          </a:p>
        </p:txBody>
      </p:sp>
      <p:sp>
        <p:nvSpPr>
          <p:cNvPr id="13" name="矩形 12"/>
          <p:cNvSpPr/>
          <p:nvPr/>
        </p:nvSpPr>
        <p:spPr>
          <a:xfrm>
            <a:off x="1862750" y="1504222"/>
            <a:ext cx="1751330" cy="368300"/>
          </a:xfrm>
          <a:prstGeom prst="rect">
            <a:avLst/>
          </a:prstGeom>
        </p:spPr>
        <p:txBody>
          <a:bodyPr wrap="none">
            <a:spAutoFit/>
          </a:bodyPr>
          <a:lstStyle/>
          <a:p>
            <a:r>
              <a:rPr lang="zh-CN" altLang="en-US" dirty="0"/>
              <a:t>点击</a:t>
            </a:r>
            <a:r>
              <a:rPr lang="zh-CN" altLang="en-US" b="1" dirty="0">
                <a:solidFill>
                  <a:srgbClr val="FF0000"/>
                </a:solidFill>
              </a:rPr>
              <a:t>“算力平台”</a:t>
            </a:r>
          </a:p>
        </p:txBody>
      </p:sp>
      <p:pic>
        <p:nvPicPr>
          <p:cNvPr id="3" name="图片 2"/>
          <p:cNvPicPr>
            <a:picLocks noChangeAspect="1"/>
          </p:cNvPicPr>
          <p:nvPr>
            <p:custDataLst>
              <p:tags r:id="rId1"/>
            </p:custDataLst>
          </p:nvPr>
        </p:nvPicPr>
        <p:blipFill>
          <a:blip r:embed="rId5"/>
          <a:stretch>
            <a:fillRect/>
          </a:stretch>
        </p:blipFill>
        <p:spPr>
          <a:xfrm>
            <a:off x="138430" y="2150745"/>
            <a:ext cx="8882380" cy="3388995"/>
          </a:xfrm>
          <a:prstGeom prst="rect">
            <a:avLst/>
          </a:prstGeom>
        </p:spPr>
      </p:pic>
      <p:sp>
        <p:nvSpPr>
          <p:cNvPr id="4" name="矩形 3"/>
          <p:cNvSpPr/>
          <p:nvPr>
            <p:custDataLst>
              <p:tags r:id="rId2"/>
            </p:custDataLst>
          </p:nvPr>
        </p:nvSpPr>
        <p:spPr>
          <a:xfrm>
            <a:off x="986155" y="2150745"/>
            <a:ext cx="486410" cy="306705"/>
          </a:xfrm>
          <a:prstGeom prst="rect">
            <a:avLst/>
          </a:prstGeom>
          <a:noFill/>
          <a:ln w="38100">
            <a:solidFill>
              <a:srgbClr val="FF0000"/>
            </a:solidFill>
          </a:ln>
          <a:extLst>
            <a:ext uri="{909E8E84-426E-40DD-AFC4-6F175D3DCCD1}">
              <a14:hiddenFill xmlns:a14="http://schemas.microsoft.com/office/drawing/2010/main">
                <a:solidFill>
                  <a:schemeClr val="lt1"/>
                </a:solidFill>
              </a14:hiddenFill>
            </a:ext>
          </a:extLst>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13957"/>
    </mc:Choice>
    <mc:Fallback xmlns="">
      <p:transition spd="slow" advTm="13957"/>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组合 52"/>
          <p:cNvGrpSpPr/>
          <p:nvPr/>
        </p:nvGrpSpPr>
        <p:grpSpPr>
          <a:xfrm>
            <a:off x="138564" y="279057"/>
            <a:ext cx="6293973" cy="253916"/>
            <a:chOff x="5637082" y="1769183"/>
            <a:chExt cx="4430606" cy="451405"/>
          </a:xfrm>
        </p:grpSpPr>
        <p:sp>
          <p:nvSpPr>
            <p:cNvPr id="17" name="等腰三角形 53"/>
            <p:cNvSpPr/>
            <p:nvPr/>
          </p:nvSpPr>
          <p:spPr>
            <a:xfrm rot="5400000">
              <a:off x="5562941" y="1938259"/>
              <a:ext cx="243283" cy="9500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125">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9" name="文本框 18"/>
            <p:cNvSpPr txBox="1"/>
            <p:nvPr/>
          </p:nvSpPr>
          <p:spPr>
            <a:xfrm flipH="1">
              <a:off x="5746406" y="1769183"/>
              <a:ext cx="4321282" cy="451405"/>
            </a:xfrm>
            <a:prstGeom prst="rect">
              <a:avLst/>
            </a:prstGeom>
            <a:noFill/>
          </p:spPr>
          <p:txBody>
            <a:bodyPr wrap="square" rtlCol="0">
              <a:spAutoFit/>
            </a:bodyPr>
            <a:lstStyle/>
            <a:p>
              <a:r>
                <a:rPr lang="en-US" altLang="zh-CN" sz="105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Lab5</a:t>
              </a:r>
              <a:r>
                <a:rPr lang="zh-CN" altLang="en-US" sz="105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实验讲解 </a:t>
              </a:r>
              <a:r>
                <a:rPr lang="en-US" altLang="zh-CN" sz="105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050" b="1" dirty="0">
                  <a:solidFill>
                    <a:schemeClr val="bg1"/>
                  </a:solidFill>
                  <a:latin typeface="微软雅黑" panose="020B0503020204020204" pitchFamily="34" charset="-122"/>
                  <a:ea typeface="微软雅黑" panose="020B0503020204020204" pitchFamily="34" charset="-122"/>
                </a:rPr>
                <a:t>实验平台简介</a:t>
              </a:r>
              <a:endParaRPr lang="en-US" altLang="zh-CN" sz="1050" b="1" dirty="0">
                <a:solidFill>
                  <a:schemeClr val="bg1"/>
                </a:solidFill>
                <a:latin typeface="微软雅黑" panose="020B0503020204020204" pitchFamily="34" charset="-122"/>
                <a:ea typeface="微软雅黑" panose="020B0503020204020204" pitchFamily="34" charset="-122"/>
              </a:endParaRPr>
            </a:p>
          </p:txBody>
        </p:sp>
      </p:grpSp>
      <p:sp>
        <p:nvSpPr>
          <p:cNvPr id="6" name="矩形 5"/>
          <p:cNvSpPr/>
          <p:nvPr/>
        </p:nvSpPr>
        <p:spPr>
          <a:xfrm>
            <a:off x="138564" y="848265"/>
            <a:ext cx="1866217" cy="461665"/>
          </a:xfrm>
          <a:prstGeom prst="rect">
            <a:avLst/>
          </a:prstGeom>
        </p:spPr>
        <p:txBody>
          <a:bodyPr wrap="none">
            <a:spAutoFit/>
          </a:bodyPr>
          <a:lstStyle/>
          <a:p>
            <a:pPr>
              <a:lnSpc>
                <a:spcPct val="150000"/>
              </a:lnSpc>
            </a:pPr>
            <a:r>
              <a:rPr lang="zh-CN" altLang="en-US" sz="1600" b="1" dirty="0">
                <a:latin typeface="微软雅黑" panose="020B0503020204020204" pitchFamily="34" charset="-122"/>
                <a:ea typeface="微软雅黑" panose="020B0503020204020204" pitchFamily="34" charset="-122"/>
              </a:rPr>
              <a:t>学校</a:t>
            </a:r>
            <a:r>
              <a:rPr lang="en-US" altLang="zh-CN" sz="1600" b="1" dirty="0">
                <a:latin typeface="微软雅黑" panose="020B0503020204020204" pitchFamily="34" charset="-122"/>
                <a:ea typeface="微软雅黑" panose="020B0503020204020204" pitchFamily="34" charset="-122"/>
              </a:rPr>
              <a:t>GPU</a:t>
            </a:r>
            <a:r>
              <a:rPr lang="zh-CN" altLang="en-US" sz="1600" b="1" dirty="0">
                <a:latin typeface="微软雅黑" panose="020B0503020204020204" pitchFamily="34" charset="-122"/>
                <a:ea typeface="微软雅黑" panose="020B0503020204020204" pitchFamily="34" charset="-122"/>
              </a:rPr>
              <a:t>集群使用</a:t>
            </a:r>
            <a:endParaRPr lang="en-US" altLang="zh-CN" sz="1600" b="1" dirty="0">
              <a:latin typeface="微软雅黑" panose="020B0503020204020204" pitchFamily="34" charset="-122"/>
              <a:ea typeface="微软雅黑" panose="020B0503020204020204" pitchFamily="34" charset="-122"/>
            </a:endParaRPr>
          </a:p>
        </p:txBody>
      </p:sp>
      <p:sp>
        <p:nvSpPr>
          <p:cNvPr id="13" name="矩形 12"/>
          <p:cNvSpPr/>
          <p:nvPr/>
        </p:nvSpPr>
        <p:spPr>
          <a:xfrm>
            <a:off x="1931330" y="1413418"/>
            <a:ext cx="7006930" cy="646331"/>
          </a:xfrm>
          <a:prstGeom prst="rect">
            <a:avLst/>
          </a:prstGeom>
        </p:spPr>
        <p:txBody>
          <a:bodyPr wrap="square">
            <a:spAutoFit/>
          </a:bodyPr>
          <a:lstStyle/>
          <a:p>
            <a:r>
              <a:rPr lang="zh-CN" altLang="en-US" b="1" dirty="0">
                <a:solidFill>
                  <a:srgbClr val="FF0000"/>
                </a:solidFill>
              </a:rPr>
              <a:t>新建⼀个“项⽬”</a:t>
            </a:r>
            <a:r>
              <a:rPr lang="zh-CN" altLang="en-US" dirty="0"/>
              <a:t>，项⽬名称和项⽬描述⾃取（建议是⾃⼰的名字或者学号，每⼈使⽤⼀个项⽬），环境选择图中给出的环境</a:t>
            </a:r>
            <a:endParaRPr lang="zh-CN" altLang="en-US" b="1" dirty="0"/>
          </a:p>
        </p:txBody>
      </p:sp>
      <p:sp>
        <p:nvSpPr>
          <p:cNvPr id="9" name="圆角矩形 8"/>
          <p:cNvSpPr/>
          <p:nvPr/>
        </p:nvSpPr>
        <p:spPr>
          <a:xfrm>
            <a:off x="552101" y="1417954"/>
            <a:ext cx="1310649" cy="541867"/>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400" b="1" dirty="0"/>
              <a:t>新建项目</a:t>
            </a:r>
          </a:p>
        </p:txBody>
      </p:sp>
      <p:sp>
        <p:nvSpPr>
          <p:cNvPr id="5" name="矩形 4"/>
          <p:cNvSpPr/>
          <p:nvPr/>
        </p:nvSpPr>
        <p:spPr>
          <a:xfrm>
            <a:off x="6652260" y="6314702"/>
            <a:ext cx="1856740" cy="369332"/>
          </a:xfrm>
          <a:prstGeom prst="rect">
            <a:avLst/>
          </a:prstGeom>
        </p:spPr>
        <p:txBody>
          <a:bodyPr wrap="square">
            <a:spAutoFit/>
          </a:bodyPr>
          <a:lstStyle/>
          <a:p>
            <a:r>
              <a:rPr lang="zh-CN" altLang="en-US" dirty="0"/>
              <a:t>然后选择</a:t>
            </a:r>
            <a:r>
              <a:rPr lang="zh-CN" altLang="en-US" b="1" dirty="0">
                <a:solidFill>
                  <a:srgbClr val="FF0000"/>
                </a:solidFill>
              </a:rPr>
              <a:t>“提交” </a:t>
            </a:r>
          </a:p>
        </p:txBody>
      </p:sp>
      <p:pic>
        <p:nvPicPr>
          <p:cNvPr id="2" name="图片 1"/>
          <p:cNvPicPr>
            <a:picLocks noChangeAspect="1"/>
          </p:cNvPicPr>
          <p:nvPr>
            <p:custDataLst>
              <p:tags r:id="rId1"/>
            </p:custDataLst>
          </p:nvPr>
        </p:nvPicPr>
        <p:blipFill>
          <a:blip r:embed="rId4"/>
          <a:stretch>
            <a:fillRect/>
          </a:stretch>
        </p:blipFill>
        <p:spPr>
          <a:xfrm>
            <a:off x="551815" y="2328545"/>
            <a:ext cx="8001635" cy="290068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13957"/>
    </mc:Choice>
    <mc:Fallback xmlns="">
      <p:transition spd="slow" advTm="13957"/>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组合 52"/>
          <p:cNvGrpSpPr/>
          <p:nvPr/>
        </p:nvGrpSpPr>
        <p:grpSpPr>
          <a:xfrm>
            <a:off x="138564" y="279057"/>
            <a:ext cx="6293973" cy="253916"/>
            <a:chOff x="5637082" y="1769183"/>
            <a:chExt cx="4430606" cy="451405"/>
          </a:xfrm>
        </p:grpSpPr>
        <p:sp>
          <p:nvSpPr>
            <p:cNvPr id="17" name="等腰三角形 53"/>
            <p:cNvSpPr/>
            <p:nvPr/>
          </p:nvSpPr>
          <p:spPr>
            <a:xfrm rot="5400000">
              <a:off x="5562941" y="1938259"/>
              <a:ext cx="243283" cy="9500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125">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9" name="文本框 18"/>
            <p:cNvSpPr txBox="1"/>
            <p:nvPr/>
          </p:nvSpPr>
          <p:spPr>
            <a:xfrm flipH="1">
              <a:off x="5746406" y="1769183"/>
              <a:ext cx="4321282" cy="451405"/>
            </a:xfrm>
            <a:prstGeom prst="rect">
              <a:avLst/>
            </a:prstGeom>
            <a:noFill/>
          </p:spPr>
          <p:txBody>
            <a:bodyPr wrap="square" rtlCol="0">
              <a:spAutoFit/>
            </a:bodyPr>
            <a:lstStyle/>
            <a:p>
              <a:r>
                <a:rPr lang="en-US" altLang="zh-CN" sz="105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Lab5</a:t>
              </a:r>
              <a:r>
                <a:rPr lang="zh-CN" altLang="en-US" sz="105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实验讲解 </a:t>
              </a:r>
              <a:r>
                <a:rPr lang="en-US" altLang="zh-CN" sz="105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050" b="1" dirty="0">
                  <a:solidFill>
                    <a:schemeClr val="bg1"/>
                  </a:solidFill>
                  <a:latin typeface="微软雅黑" panose="020B0503020204020204" pitchFamily="34" charset="-122"/>
                  <a:ea typeface="微软雅黑" panose="020B0503020204020204" pitchFamily="34" charset="-122"/>
                </a:rPr>
                <a:t>实验平台简介</a:t>
              </a:r>
              <a:endParaRPr lang="en-US" altLang="zh-CN" sz="1050" b="1" dirty="0">
                <a:solidFill>
                  <a:schemeClr val="bg1"/>
                </a:solidFill>
                <a:latin typeface="微软雅黑" panose="020B0503020204020204" pitchFamily="34" charset="-122"/>
                <a:ea typeface="微软雅黑" panose="020B0503020204020204" pitchFamily="34" charset="-122"/>
              </a:endParaRPr>
            </a:p>
          </p:txBody>
        </p:sp>
      </p:grpSp>
      <p:sp>
        <p:nvSpPr>
          <p:cNvPr id="6" name="矩形 5"/>
          <p:cNvSpPr/>
          <p:nvPr/>
        </p:nvSpPr>
        <p:spPr>
          <a:xfrm>
            <a:off x="138564" y="848265"/>
            <a:ext cx="1866217" cy="461665"/>
          </a:xfrm>
          <a:prstGeom prst="rect">
            <a:avLst/>
          </a:prstGeom>
        </p:spPr>
        <p:txBody>
          <a:bodyPr wrap="none">
            <a:spAutoFit/>
          </a:bodyPr>
          <a:lstStyle/>
          <a:p>
            <a:pPr>
              <a:lnSpc>
                <a:spcPct val="150000"/>
              </a:lnSpc>
            </a:pPr>
            <a:r>
              <a:rPr lang="zh-CN" altLang="en-US" sz="1600" b="1" dirty="0">
                <a:latin typeface="微软雅黑" panose="020B0503020204020204" pitchFamily="34" charset="-122"/>
                <a:ea typeface="微软雅黑" panose="020B0503020204020204" pitchFamily="34" charset="-122"/>
              </a:rPr>
              <a:t>学校</a:t>
            </a:r>
            <a:r>
              <a:rPr lang="en-US" altLang="zh-CN" sz="1600" b="1" dirty="0">
                <a:latin typeface="微软雅黑" panose="020B0503020204020204" pitchFamily="34" charset="-122"/>
                <a:ea typeface="微软雅黑" panose="020B0503020204020204" pitchFamily="34" charset="-122"/>
              </a:rPr>
              <a:t>GPU</a:t>
            </a:r>
            <a:r>
              <a:rPr lang="zh-CN" altLang="en-US" sz="1600" b="1" dirty="0">
                <a:latin typeface="微软雅黑" panose="020B0503020204020204" pitchFamily="34" charset="-122"/>
                <a:ea typeface="微软雅黑" panose="020B0503020204020204" pitchFamily="34" charset="-122"/>
              </a:rPr>
              <a:t>集群使用</a:t>
            </a:r>
            <a:endParaRPr lang="en-US" altLang="zh-CN" sz="1600" b="1" dirty="0">
              <a:latin typeface="微软雅黑" panose="020B0503020204020204" pitchFamily="34" charset="-122"/>
              <a:ea typeface="微软雅黑" panose="020B0503020204020204" pitchFamily="34" charset="-122"/>
            </a:endParaRPr>
          </a:p>
        </p:txBody>
      </p:sp>
      <p:sp>
        <p:nvSpPr>
          <p:cNvPr id="13" name="矩形 12"/>
          <p:cNvSpPr/>
          <p:nvPr/>
        </p:nvSpPr>
        <p:spPr>
          <a:xfrm>
            <a:off x="1862750" y="1504221"/>
            <a:ext cx="7006930" cy="369332"/>
          </a:xfrm>
          <a:prstGeom prst="rect">
            <a:avLst/>
          </a:prstGeom>
        </p:spPr>
        <p:txBody>
          <a:bodyPr wrap="square">
            <a:spAutoFit/>
          </a:bodyPr>
          <a:lstStyle/>
          <a:p>
            <a:r>
              <a:rPr lang="zh-CN" altLang="en-US" dirty="0"/>
              <a:t>点击已创建好的项⽬，点击</a:t>
            </a:r>
            <a:r>
              <a:rPr lang="zh-CN" altLang="en-US" b="1" dirty="0">
                <a:solidFill>
                  <a:srgbClr val="FF0000"/>
                </a:solidFill>
              </a:rPr>
              <a:t>“运⾏”</a:t>
            </a:r>
            <a:r>
              <a:rPr lang="zh-CN" altLang="en-US" dirty="0"/>
              <a:t>，⽆需更改任何设置，点击</a:t>
            </a:r>
            <a:r>
              <a:rPr lang="zh-CN" altLang="en-US" b="1" dirty="0">
                <a:solidFill>
                  <a:srgbClr val="FF0000"/>
                </a:solidFill>
              </a:rPr>
              <a:t>“确定”</a:t>
            </a:r>
          </a:p>
        </p:txBody>
      </p:sp>
      <p:sp>
        <p:nvSpPr>
          <p:cNvPr id="9" name="圆角矩形 8"/>
          <p:cNvSpPr/>
          <p:nvPr/>
        </p:nvSpPr>
        <p:spPr>
          <a:xfrm>
            <a:off x="552101" y="1417954"/>
            <a:ext cx="1310649" cy="541867"/>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400" b="1" dirty="0"/>
              <a:t>运行项目</a:t>
            </a:r>
          </a:p>
        </p:txBody>
      </p:sp>
      <p:pic>
        <p:nvPicPr>
          <p:cNvPr id="2" name="图片 1"/>
          <p:cNvPicPr>
            <a:picLocks noChangeAspect="1"/>
          </p:cNvPicPr>
          <p:nvPr/>
        </p:nvPicPr>
        <p:blipFill>
          <a:blip r:embed="rId3"/>
          <a:stretch>
            <a:fillRect/>
          </a:stretch>
        </p:blipFill>
        <p:spPr>
          <a:xfrm>
            <a:off x="1071672" y="2154112"/>
            <a:ext cx="6965226" cy="4232342"/>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13957"/>
    </mc:Choice>
    <mc:Fallback xmlns="">
      <p:transition spd="slow" advTm="13957"/>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组合 52"/>
          <p:cNvGrpSpPr/>
          <p:nvPr/>
        </p:nvGrpSpPr>
        <p:grpSpPr>
          <a:xfrm>
            <a:off x="138564" y="279057"/>
            <a:ext cx="6293973" cy="253916"/>
            <a:chOff x="5637082" y="1769183"/>
            <a:chExt cx="4430606" cy="451405"/>
          </a:xfrm>
        </p:grpSpPr>
        <p:sp>
          <p:nvSpPr>
            <p:cNvPr id="17" name="等腰三角形 53"/>
            <p:cNvSpPr/>
            <p:nvPr/>
          </p:nvSpPr>
          <p:spPr>
            <a:xfrm rot="5400000">
              <a:off x="5562941" y="1938259"/>
              <a:ext cx="243283" cy="9500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125">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9" name="文本框 18"/>
            <p:cNvSpPr txBox="1"/>
            <p:nvPr/>
          </p:nvSpPr>
          <p:spPr>
            <a:xfrm flipH="1">
              <a:off x="5746406" y="1769183"/>
              <a:ext cx="4321282" cy="451405"/>
            </a:xfrm>
            <a:prstGeom prst="rect">
              <a:avLst/>
            </a:prstGeom>
            <a:noFill/>
          </p:spPr>
          <p:txBody>
            <a:bodyPr wrap="square" rtlCol="0">
              <a:spAutoFit/>
            </a:bodyPr>
            <a:lstStyle/>
            <a:p>
              <a:r>
                <a:rPr lang="en-US" altLang="zh-CN" sz="105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Lab5</a:t>
              </a:r>
              <a:r>
                <a:rPr lang="zh-CN" altLang="en-US" sz="105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实验讲解 </a:t>
              </a:r>
              <a:r>
                <a:rPr lang="en-US" altLang="zh-CN" sz="105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050" b="1" dirty="0">
                  <a:solidFill>
                    <a:schemeClr val="bg1"/>
                  </a:solidFill>
                  <a:latin typeface="微软雅黑" panose="020B0503020204020204" pitchFamily="34" charset="-122"/>
                  <a:ea typeface="微软雅黑" panose="020B0503020204020204" pitchFamily="34" charset="-122"/>
                </a:rPr>
                <a:t>实验平台简介</a:t>
              </a:r>
              <a:endParaRPr lang="en-US" altLang="zh-CN" sz="1050" b="1" dirty="0">
                <a:solidFill>
                  <a:schemeClr val="bg1"/>
                </a:solidFill>
                <a:latin typeface="微软雅黑" panose="020B0503020204020204" pitchFamily="34" charset="-122"/>
                <a:ea typeface="微软雅黑" panose="020B0503020204020204" pitchFamily="34" charset="-122"/>
              </a:endParaRPr>
            </a:p>
          </p:txBody>
        </p:sp>
      </p:grpSp>
      <p:sp>
        <p:nvSpPr>
          <p:cNvPr id="6" name="矩形 5"/>
          <p:cNvSpPr/>
          <p:nvPr/>
        </p:nvSpPr>
        <p:spPr>
          <a:xfrm>
            <a:off x="138564" y="848265"/>
            <a:ext cx="1866217" cy="461665"/>
          </a:xfrm>
          <a:prstGeom prst="rect">
            <a:avLst/>
          </a:prstGeom>
        </p:spPr>
        <p:txBody>
          <a:bodyPr wrap="none">
            <a:spAutoFit/>
          </a:bodyPr>
          <a:lstStyle/>
          <a:p>
            <a:pPr>
              <a:lnSpc>
                <a:spcPct val="150000"/>
              </a:lnSpc>
            </a:pPr>
            <a:r>
              <a:rPr lang="zh-CN" altLang="en-US" sz="1600" b="1" dirty="0">
                <a:latin typeface="微软雅黑" panose="020B0503020204020204" pitchFamily="34" charset="-122"/>
                <a:ea typeface="微软雅黑" panose="020B0503020204020204" pitchFamily="34" charset="-122"/>
              </a:rPr>
              <a:t>学校</a:t>
            </a:r>
            <a:r>
              <a:rPr lang="en-US" altLang="zh-CN" sz="1600" b="1" dirty="0">
                <a:latin typeface="微软雅黑" panose="020B0503020204020204" pitchFamily="34" charset="-122"/>
                <a:ea typeface="微软雅黑" panose="020B0503020204020204" pitchFamily="34" charset="-122"/>
              </a:rPr>
              <a:t>GPU</a:t>
            </a:r>
            <a:r>
              <a:rPr lang="zh-CN" altLang="en-US" sz="1600" b="1" dirty="0">
                <a:latin typeface="微软雅黑" panose="020B0503020204020204" pitchFamily="34" charset="-122"/>
                <a:ea typeface="微软雅黑" panose="020B0503020204020204" pitchFamily="34" charset="-122"/>
              </a:rPr>
              <a:t>集群使用</a:t>
            </a:r>
            <a:endParaRPr lang="en-US" altLang="zh-CN" sz="1600" b="1" dirty="0">
              <a:latin typeface="微软雅黑" panose="020B0503020204020204" pitchFamily="34" charset="-122"/>
              <a:ea typeface="微软雅黑" panose="020B0503020204020204" pitchFamily="34" charset="-122"/>
            </a:endParaRPr>
          </a:p>
        </p:txBody>
      </p:sp>
      <p:sp>
        <p:nvSpPr>
          <p:cNvPr id="13" name="矩形 12"/>
          <p:cNvSpPr/>
          <p:nvPr/>
        </p:nvSpPr>
        <p:spPr>
          <a:xfrm>
            <a:off x="1862750" y="1504221"/>
            <a:ext cx="7006930" cy="369332"/>
          </a:xfrm>
          <a:prstGeom prst="rect">
            <a:avLst/>
          </a:prstGeom>
        </p:spPr>
        <p:txBody>
          <a:bodyPr wrap="square">
            <a:spAutoFit/>
          </a:bodyPr>
          <a:lstStyle/>
          <a:p>
            <a:r>
              <a:rPr lang="zh-CN" altLang="en-US" dirty="0"/>
              <a:t>视图选择 </a:t>
            </a:r>
            <a:r>
              <a:rPr lang="en-US" altLang="zh-CN" b="1" dirty="0" err="1">
                <a:solidFill>
                  <a:srgbClr val="FF0000"/>
                </a:solidFill>
              </a:rPr>
              <a:t>JupyterLab</a:t>
            </a:r>
            <a:r>
              <a:rPr lang="zh-CN" altLang="en-US" b="1" dirty="0">
                <a:solidFill>
                  <a:srgbClr val="FF0000"/>
                </a:solidFill>
              </a:rPr>
              <a:t>视图</a:t>
            </a:r>
            <a:r>
              <a:rPr lang="zh-CN" altLang="en-US" dirty="0"/>
              <a:t> ，点击 </a:t>
            </a:r>
            <a:r>
              <a:rPr lang="en-US" altLang="zh-CN" b="1" dirty="0">
                <a:solidFill>
                  <a:srgbClr val="FF0000"/>
                </a:solidFill>
              </a:rPr>
              <a:t>Terminal </a:t>
            </a:r>
            <a:r>
              <a:rPr lang="zh-CN" altLang="en-US" dirty="0"/>
              <a:t>进⼊命令⾏</a:t>
            </a:r>
            <a:endParaRPr lang="zh-CN" altLang="en-US" b="1" dirty="0">
              <a:solidFill>
                <a:srgbClr val="FF0000"/>
              </a:solidFill>
            </a:endParaRPr>
          </a:p>
        </p:txBody>
      </p:sp>
      <p:sp>
        <p:nvSpPr>
          <p:cNvPr id="9" name="圆角矩形 8"/>
          <p:cNvSpPr/>
          <p:nvPr/>
        </p:nvSpPr>
        <p:spPr>
          <a:xfrm>
            <a:off x="552101" y="1417954"/>
            <a:ext cx="1310649" cy="541867"/>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400" b="1" dirty="0"/>
              <a:t>运行代码</a:t>
            </a:r>
          </a:p>
        </p:txBody>
      </p:sp>
      <p:pic>
        <p:nvPicPr>
          <p:cNvPr id="3" name="图片 2"/>
          <p:cNvPicPr>
            <a:picLocks noChangeAspect="1"/>
          </p:cNvPicPr>
          <p:nvPr/>
        </p:nvPicPr>
        <p:blipFill>
          <a:blip r:embed="rId3"/>
          <a:stretch>
            <a:fillRect/>
          </a:stretch>
        </p:blipFill>
        <p:spPr>
          <a:xfrm>
            <a:off x="1071672" y="2154112"/>
            <a:ext cx="6341806" cy="3853528"/>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13957"/>
    </mc:Choice>
    <mc:Fallback xmlns="">
      <p:transition spd="slow" advTm="13957"/>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组合 52"/>
          <p:cNvGrpSpPr/>
          <p:nvPr/>
        </p:nvGrpSpPr>
        <p:grpSpPr>
          <a:xfrm>
            <a:off x="138564" y="279057"/>
            <a:ext cx="6293973" cy="253916"/>
            <a:chOff x="5637082" y="1769183"/>
            <a:chExt cx="4430606" cy="451405"/>
          </a:xfrm>
        </p:grpSpPr>
        <p:sp>
          <p:nvSpPr>
            <p:cNvPr id="17" name="等腰三角形 53"/>
            <p:cNvSpPr/>
            <p:nvPr/>
          </p:nvSpPr>
          <p:spPr>
            <a:xfrm rot="5400000">
              <a:off x="5562941" y="1938259"/>
              <a:ext cx="243283" cy="9500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125">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9" name="文本框 18"/>
            <p:cNvSpPr txBox="1"/>
            <p:nvPr/>
          </p:nvSpPr>
          <p:spPr>
            <a:xfrm flipH="1">
              <a:off x="5746406" y="1769183"/>
              <a:ext cx="4321282" cy="451405"/>
            </a:xfrm>
            <a:prstGeom prst="rect">
              <a:avLst/>
            </a:prstGeom>
            <a:noFill/>
          </p:spPr>
          <p:txBody>
            <a:bodyPr wrap="square" rtlCol="0">
              <a:spAutoFit/>
            </a:bodyPr>
            <a:lstStyle/>
            <a:p>
              <a:r>
                <a:rPr lang="en-US" altLang="zh-CN" sz="105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Lab5</a:t>
              </a:r>
              <a:r>
                <a:rPr lang="zh-CN" altLang="en-US" sz="105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实验讲解 </a:t>
              </a:r>
              <a:r>
                <a:rPr lang="en-US" altLang="zh-CN" sz="105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050" b="1" dirty="0">
                  <a:solidFill>
                    <a:schemeClr val="bg1"/>
                  </a:solidFill>
                  <a:latin typeface="微软雅黑" panose="020B0503020204020204" pitchFamily="34" charset="-122"/>
                  <a:ea typeface="微软雅黑" panose="020B0503020204020204" pitchFamily="34" charset="-122"/>
                </a:rPr>
                <a:t>实验平台简介</a:t>
              </a:r>
              <a:endParaRPr lang="en-US" altLang="zh-CN" sz="1050" b="1" dirty="0">
                <a:solidFill>
                  <a:schemeClr val="bg1"/>
                </a:solidFill>
                <a:latin typeface="微软雅黑" panose="020B0503020204020204" pitchFamily="34" charset="-122"/>
                <a:ea typeface="微软雅黑" panose="020B0503020204020204" pitchFamily="34" charset="-122"/>
              </a:endParaRPr>
            </a:p>
          </p:txBody>
        </p:sp>
      </p:grpSp>
      <p:sp>
        <p:nvSpPr>
          <p:cNvPr id="6" name="矩形 5"/>
          <p:cNvSpPr/>
          <p:nvPr/>
        </p:nvSpPr>
        <p:spPr>
          <a:xfrm>
            <a:off x="138564" y="848265"/>
            <a:ext cx="1866217" cy="461665"/>
          </a:xfrm>
          <a:prstGeom prst="rect">
            <a:avLst/>
          </a:prstGeom>
        </p:spPr>
        <p:txBody>
          <a:bodyPr wrap="none">
            <a:spAutoFit/>
          </a:bodyPr>
          <a:lstStyle/>
          <a:p>
            <a:pPr>
              <a:lnSpc>
                <a:spcPct val="150000"/>
              </a:lnSpc>
            </a:pPr>
            <a:r>
              <a:rPr lang="zh-CN" altLang="en-US" sz="1600" b="1" dirty="0">
                <a:latin typeface="微软雅黑" panose="020B0503020204020204" pitchFamily="34" charset="-122"/>
                <a:ea typeface="微软雅黑" panose="020B0503020204020204" pitchFamily="34" charset="-122"/>
              </a:rPr>
              <a:t>学校</a:t>
            </a:r>
            <a:r>
              <a:rPr lang="en-US" altLang="zh-CN" sz="1600" b="1" dirty="0">
                <a:latin typeface="微软雅黑" panose="020B0503020204020204" pitchFamily="34" charset="-122"/>
                <a:ea typeface="微软雅黑" panose="020B0503020204020204" pitchFamily="34" charset="-122"/>
              </a:rPr>
              <a:t>GPU</a:t>
            </a:r>
            <a:r>
              <a:rPr lang="zh-CN" altLang="en-US" sz="1600" b="1" dirty="0">
                <a:latin typeface="微软雅黑" panose="020B0503020204020204" pitchFamily="34" charset="-122"/>
                <a:ea typeface="微软雅黑" panose="020B0503020204020204" pitchFamily="34" charset="-122"/>
              </a:rPr>
              <a:t>集群使用</a:t>
            </a:r>
            <a:endParaRPr lang="en-US" altLang="zh-CN" sz="1600" b="1" dirty="0">
              <a:latin typeface="微软雅黑" panose="020B0503020204020204" pitchFamily="34" charset="-122"/>
              <a:ea typeface="微软雅黑" panose="020B0503020204020204" pitchFamily="34" charset="-122"/>
            </a:endParaRPr>
          </a:p>
        </p:txBody>
      </p:sp>
      <p:sp>
        <p:nvSpPr>
          <p:cNvPr id="13" name="矩形 12"/>
          <p:cNvSpPr/>
          <p:nvPr/>
        </p:nvSpPr>
        <p:spPr>
          <a:xfrm>
            <a:off x="1862750" y="1504221"/>
            <a:ext cx="7006930" cy="369332"/>
          </a:xfrm>
          <a:prstGeom prst="rect">
            <a:avLst/>
          </a:prstGeom>
        </p:spPr>
        <p:txBody>
          <a:bodyPr wrap="square">
            <a:spAutoFit/>
          </a:bodyPr>
          <a:lstStyle/>
          <a:p>
            <a:r>
              <a:rPr lang="zh-CN" altLang="en-US" dirty="0"/>
              <a:t>在 </a:t>
            </a:r>
            <a:r>
              <a:rPr lang="en-US" altLang="zh-CN" b="1" dirty="0">
                <a:solidFill>
                  <a:srgbClr val="FF0000"/>
                </a:solidFill>
              </a:rPr>
              <a:t>work/ ⽬</a:t>
            </a:r>
            <a:r>
              <a:rPr lang="zh-CN" altLang="en-US" b="1" dirty="0">
                <a:solidFill>
                  <a:srgbClr val="FF0000"/>
                </a:solidFill>
              </a:rPr>
              <a:t>录</a:t>
            </a:r>
            <a:r>
              <a:rPr lang="zh-CN" altLang="en-US" dirty="0"/>
              <a:t>下添加你的代码，可以在左侧</a:t>
            </a:r>
            <a:r>
              <a:rPr lang="zh-CN" altLang="en-US" b="1" dirty="0">
                <a:solidFill>
                  <a:srgbClr val="FF0000"/>
                </a:solidFill>
              </a:rPr>
              <a:t>直接上传代码</a:t>
            </a:r>
          </a:p>
        </p:txBody>
      </p:sp>
      <p:sp>
        <p:nvSpPr>
          <p:cNvPr id="9" name="圆角矩形 8"/>
          <p:cNvSpPr/>
          <p:nvPr/>
        </p:nvSpPr>
        <p:spPr>
          <a:xfrm>
            <a:off x="552101" y="1417954"/>
            <a:ext cx="1310649" cy="541867"/>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400" b="1" dirty="0"/>
              <a:t>运行代码</a:t>
            </a:r>
          </a:p>
        </p:txBody>
      </p:sp>
      <p:pic>
        <p:nvPicPr>
          <p:cNvPr id="2" name="图片 1"/>
          <p:cNvPicPr>
            <a:picLocks noChangeAspect="1"/>
          </p:cNvPicPr>
          <p:nvPr/>
        </p:nvPicPr>
        <p:blipFill>
          <a:blip r:embed="rId3"/>
          <a:stretch>
            <a:fillRect/>
          </a:stretch>
        </p:blipFill>
        <p:spPr>
          <a:xfrm>
            <a:off x="895350" y="2067844"/>
            <a:ext cx="7259015" cy="441086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13957"/>
    </mc:Choice>
    <mc:Fallback xmlns="">
      <p:transition spd="slow" advTm="13957"/>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0CE9AC-AEBC-024A-C6FA-DAED6DBE37A4}"/>
            </a:ext>
          </a:extLst>
        </p:cNvPr>
        <p:cNvGrpSpPr/>
        <p:nvPr/>
      </p:nvGrpSpPr>
      <p:grpSpPr>
        <a:xfrm>
          <a:off x="0" y="0"/>
          <a:ext cx="0" cy="0"/>
          <a:chOff x="0" y="0"/>
          <a:chExt cx="0" cy="0"/>
        </a:xfrm>
      </p:grpSpPr>
      <p:grpSp>
        <p:nvGrpSpPr>
          <p:cNvPr id="16" name="组合 52">
            <a:extLst>
              <a:ext uri="{FF2B5EF4-FFF2-40B4-BE49-F238E27FC236}">
                <a16:creationId xmlns:a16="http://schemas.microsoft.com/office/drawing/2014/main" id="{0446DC8A-6233-78C3-8718-9A729272733C}"/>
              </a:ext>
            </a:extLst>
          </p:cNvPr>
          <p:cNvGrpSpPr/>
          <p:nvPr/>
        </p:nvGrpSpPr>
        <p:grpSpPr>
          <a:xfrm>
            <a:off x="138564" y="279057"/>
            <a:ext cx="6293973" cy="253916"/>
            <a:chOff x="5637082" y="1769183"/>
            <a:chExt cx="4430606" cy="451405"/>
          </a:xfrm>
        </p:grpSpPr>
        <p:sp>
          <p:nvSpPr>
            <p:cNvPr id="17" name="等腰三角形 53">
              <a:extLst>
                <a:ext uri="{FF2B5EF4-FFF2-40B4-BE49-F238E27FC236}">
                  <a16:creationId xmlns:a16="http://schemas.microsoft.com/office/drawing/2014/main" id="{F9F6F8CA-9BEB-B552-7E22-DDD437F36462}"/>
                </a:ext>
              </a:extLst>
            </p:cNvPr>
            <p:cNvSpPr/>
            <p:nvPr/>
          </p:nvSpPr>
          <p:spPr>
            <a:xfrm rot="5400000">
              <a:off x="5562941" y="1938259"/>
              <a:ext cx="243283" cy="9500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125">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9" name="文本框 18">
              <a:extLst>
                <a:ext uri="{FF2B5EF4-FFF2-40B4-BE49-F238E27FC236}">
                  <a16:creationId xmlns:a16="http://schemas.microsoft.com/office/drawing/2014/main" id="{1A11A24B-E22F-83A8-0BA5-9A6035339033}"/>
                </a:ext>
              </a:extLst>
            </p:cNvPr>
            <p:cNvSpPr txBox="1"/>
            <p:nvPr/>
          </p:nvSpPr>
          <p:spPr>
            <a:xfrm flipH="1">
              <a:off x="5746406" y="1769183"/>
              <a:ext cx="4321282" cy="451405"/>
            </a:xfrm>
            <a:prstGeom prst="rect">
              <a:avLst/>
            </a:prstGeom>
            <a:noFill/>
          </p:spPr>
          <p:txBody>
            <a:bodyPr wrap="square" rtlCol="0">
              <a:spAutoFit/>
            </a:bodyPr>
            <a:lstStyle/>
            <a:p>
              <a:r>
                <a:rPr lang="en-US" altLang="zh-CN" sz="105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Lab5</a:t>
              </a:r>
              <a:r>
                <a:rPr lang="zh-CN" altLang="en-US" sz="105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实验讲解 </a:t>
              </a:r>
              <a:r>
                <a:rPr lang="en-US" altLang="zh-CN" sz="105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050" b="1" dirty="0">
                  <a:solidFill>
                    <a:schemeClr val="bg1"/>
                  </a:solidFill>
                  <a:latin typeface="微软雅黑" panose="020B0503020204020204" pitchFamily="34" charset="-122"/>
                  <a:ea typeface="微软雅黑" panose="020B0503020204020204" pitchFamily="34" charset="-122"/>
                </a:rPr>
                <a:t>CUDA</a:t>
              </a:r>
              <a:r>
                <a:rPr lang="zh-CN" altLang="en-US" sz="1050" b="1" dirty="0">
                  <a:solidFill>
                    <a:schemeClr val="bg1"/>
                  </a:solidFill>
                  <a:latin typeface="微软雅黑" panose="020B0503020204020204" pitchFamily="34" charset="-122"/>
                  <a:ea typeface="微软雅黑" panose="020B0503020204020204" pitchFamily="34" charset="-122"/>
                </a:rPr>
                <a:t>简介</a:t>
              </a:r>
            </a:p>
          </p:txBody>
        </p:sp>
      </p:grpSp>
      <p:sp>
        <p:nvSpPr>
          <p:cNvPr id="6" name="矩形 5">
            <a:extLst>
              <a:ext uri="{FF2B5EF4-FFF2-40B4-BE49-F238E27FC236}">
                <a16:creationId xmlns:a16="http://schemas.microsoft.com/office/drawing/2014/main" id="{7037E67D-1915-B547-5A6B-5EBEB3ADC42B}"/>
              </a:ext>
            </a:extLst>
          </p:cNvPr>
          <p:cNvSpPr/>
          <p:nvPr/>
        </p:nvSpPr>
        <p:spPr>
          <a:xfrm>
            <a:off x="138564" y="848265"/>
            <a:ext cx="1204048" cy="418191"/>
          </a:xfrm>
          <a:prstGeom prst="rect">
            <a:avLst/>
          </a:prstGeom>
        </p:spPr>
        <p:txBody>
          <a:bodyPr wrap="none">
            <a:spAutoFit/>
          </a:bodyPr>
          <a:lstStyle/>
          <a:p>
            <a:pPr>
              <a:lnSpc>
                <a:spcPct val="150000"/>
              </a:lnSpc>
            </a:pPr>
            <a:r>
              <a:rPr lang="en-US" altLang="zh-CN" sz="1600" b="1" dirty="0">
                <a:latin typeface="微软雅黑" panose="020B0503020204020204" pitchFamily="34" charset="-122"/>
                <a:ea typeface="微软雅黑" panose="020B0503020204020204" pitchFamily="34" charset="-122"/>
              </a:rPr>
              <a:t>CUDA</a:t>
            </a:r>
            <a:r>
              <a:rPr lang="zh-CN" altLang="en-US" sz="1600" b="1" dirty="0">
                <a:latin typeface="微软雅黑" panose="020B0503020204020204" pitchFamily="34" charset="-122"/>
                <a:ea typeface="微软雅黑" panose="020B0503020204020204" pitchFamily="34" charset="-122"/>
              </a:rPr>
              <a:t>简介</a:t>
            </a:r>
            <a:endParaRPr lang="en-US" altLang="zh-CN" sz="1600" b="1" dirty="0">
              <a:latin typeface="微软雅黑" panose="020B0503020204020204" pitchFamily="34" charset="-122"/>
              <a:ea typeface="微软雅黑" panose="020B0503020204020204" pitchFamily="34" charset="-122"/>
            </a:endParaRPr>
          </a:p>
        </p:txBody>
      </p:sp>
      <p:sp>
        <p:nvSpPr>
          <p:cNvPr id="3" name="矩形 2">
            <a:extLst>
              <a:ext uri="{FF2B5EF4-FFF2-40B4-BE49-F238E27FC236}">
                <a16:creationId xmlns:a16="http://schemas.microsoft.com/office/drawing/2014/main" id="{C97BBF87-B721-0C8A-D662-522B11C8406B}"/>
              </a:ext>
            </a:extLst>
          </p:cNvPr>
          <p:cNvSpPr/>
          <p:nvPr/>
        </p:nvSpPr>
        <p:spPr>
          <a:xfrm>
            <a:off x="400521" y="1384572"/>
            <a:ext cx="8342957" cy="4850174"/>
          </a:xfrm>
          <a:prstGeom prst="rect">
            <a:avLst/>
          </a:prstGeom>
        </p:spPr>
        <p:txBody>
          <a:bodyPr wrap="square">
            <a:spAutoFit/>
          </a:bodyPr>
          <a:lstStyle/>
          <a:p>
            <a:pPr marL="342900" indent="-342900">
              <a:lnSpc>
                <a:spcPct val="150000"/>
              </a:lnSpc>
              <a:buFont typeface="+mj-lt"/>
              <a:buAutoNum type="arabicPeriod"/>
            </a:pPr>
            <a:r>
              <a:rPr lang="zh-CN" altLang="en-US" sz="1600" dirty="0">
                <a:latin typeface="微软雅黑" panose="020B0503020204020204" pitchFamily="34" charset="-122"/>
                <a:ea typeface="微软雅黑" panose="020B0503020204020204" pitchFamily="34" charset="-122"/>
              </a:rPr>
              <a:t>参考资料</a:t>
            </a:r>
            <a:endParaRPr lang="en-US" altLang="zh-CN" sz="1600" dirty="0">
              <a:latin typeface="微软雅黑" panose="020B0503020204020204" pitchFamily="34" charset="-122"/>
              <a:ea typeface="微软雅黑" panose="020B0503020204020204" pitchFamily="34" charset="-122"/>
            </a:endParaRPr>
          </a:p>
          <a:p>
            <a:pPr marL="800100" lvl="1" indent="-342900">
              <a:lnSpc>
                <a:spcPct val="150000"/>
              </a:lnSpc>
              <a:buFont typeface="+mj-lt"/>
              <a:buAutoNum type="arabicPeriod"/>
            </a:pPr>
            <a:r>
              <a:rPr lang="en-US" altLang="zh-CN" sz="1600" dirty="0">
                <a:latin typeface="微软雅黑" panose="020B0503020204020204" pitchFamily="34" charset="-122"/>
                <a:ea typeface="微软雅黑" panose="020B0503020204020204" pitchFamily="34" charset="-122"/>
              </a:rPr>
              <a:t>CUDA</a:t>
            </a:r>
            <a:r>
              <a:rPr lang="zh-CN" altLang="en-US" sz="1600" dirty="0">
                <a:latin typeface="微软雅黑" panose="020B0503020204020204" pitchFamily="34" charset="-122"/>
                <a:ea typeface="微软雅黑" panose="020B0503020204020204" pitchFamily="34" charset="-122"/>
              </a:rPr>
              <a:t>编程入门极简教程（</a:t>
            </a:r>
            <a:r>
              <a:rPr lang="en-US" altLang="zh-CN" sz="1600" dirty="0">
                <a:effectLst/>
                <a:latin typeface="微软雅黑" panose="020B0503020204020204" pitchFamily="34" charset="-122"/>
                <a:ea typeface="微软雅黑" panose="020B0503020204020204" pitchFamily="34" charset="-122"/>
              </a:rPr>
              <a:t>https://zhuanlan.zhihu.com/p/34587739</a:t>
            </a:r>
            <a:r>
              <a:rPr lang="zh-CN" altLang="en-US" sz="1600" dirty="0">
                <a:effectLst/>
                <a:latin typeface="微软雅黑" panose="020B0503020204020204" pitchFamily="34" charset="-122"/>
                <a:ea typeface="微软雅黑" panose="020B0503020204020204" pitchFamily="34" charset="-122"/>
              </a:rPr>
              <a:t>）</a:t>
            </a:r>
            <a:endParaRPr lang="en-US" altLang="zh-CN" sz="1600" dirty="0">
              <a:effectLst/>
              <a:latin typeface="微软雅黑" panose="020B0503020204020204" pitchFamily="34" charset="-122"/>
              <a:ea typeface="微软雅黑" panose="020B0503020204020204" pitchFamily="34" charset="-122"/>
            </a:endParaRPr>
          </a:p>
          <a:p>
            <a:pPr marL="800100" lvl="1" indent="-342900">
              <a:lnSpc>
                <a:spcPct val="150000"/>
              </a:lnSpc>
              <a:buFont typeface="+mj-lt"/>
              <a:buAutoNum type="arabicPeriod"/>
            </a:pPr>
            <a:r>
              <a:rPr lang="en-US" altLang="zh-CN" sz="1600" b="0" dirty="0">
                <a:effectLst/>
                <a:latin typeface="微软雅黑" panose="020B0503020204020204" pitchFamily="34" charset="-122"/>
                <a:ea typeface="微软雅黑" panose="020B0503020204020204" pitchFamily="34" charset="-122"/>
              </a:rPr>
              <a:t>Nvidia</a:t>
            </a:r>
            <a:r>
              <a:rPr lang="zh-CN" altLang="en-US" sz="1600" b="0" dirty="0">
                <a:effectLst/>
                <a:latin typeface="微软雅黑" panose="020B0503020204020204" pitchFamily="34" charset="-122"/>
                <a:ea typeface="微软雅黑" panose="020B0503020204020204" pitchFamily="34" charset="-122"/>
              </a:rPr>
              <a:t>文档（</a:t>
            </a:r>
            <a:r>
              <a:rPr lang="en-US" altLang="zh-CN" sz="1600" b="0" dirty="0">
                <a:effectLst/>
                <a:latin typeface="微软雅黑" panose="020B0503020204020204" pitchFamily="34" charset="-122"/>
                <a:ea typeface="微软雅黑" panose="020B0503020204020204" pitchFamily="34" charset="-122"/>
              </a:rPr>
              <a:t>https://docs.nvidia.com/cuda/</a:t>
            </a:r>
            <a:r>
              <a:rPr lang="zh-CN" altLang="en-US" sz="1600" b="0" dirty="0">
                <a:effectLst/>
                <a:latin typeface="微软雅黑" panose="020B0503020204020204" pitchFamily="34" charset="-122"/>
                <a:ea typeface="微软雅黑" panose="020B0503020204020204" pitchFamily="34" charset="-122"/>
              </a:rPr>
              <a:t>）</a:t>
            </a:r>
            <a:endParaRPr lang="en-US" altLang="zh-CN" sz="1600" b="0" dirty="0">
              <a:effectLst/>
              <a:latin typeface="微软雅黑" panose="020B0503020204020204" pitchFamily="34" charset="-122"/>
              <a:ea typeface="微软雅黑" panose="020B0503020204020204" pitchFamily="34" charset="-122"/>
            </a:endParaRPr>
          </a:p>
          <a:p>
            <a:pPr marL="342900" indent="-342900">
              <a:lnSpc>
                <a:spcPct val="150000"/>
              </a:lnSpc>
              <a:buFont typeface="+mj-lt"/>
              <a:buAutoNum type="arabicPeriod"/>
            </a:pPr>
            <a:r>
              <a:rPr lang="zh-CN" altLang="en-US" sz="1600" b="0" dirty="0">
                <a:effectLst/>
                <a:latin typeface="微软雅黑" panose="020B0503020204020204" pitchFamily="34" charset="-122"/>
                <a:ea typeface="微软雅黑" panose="020B0503020204020204" pitchFamily="34" charset="-122"/>
              </a:rPr>
              <a:t>主要内容</a:t>
            </a:r>
            <a:endParaRPr lang="en-US" altLang="zh-CN" sz="1600" b="0" dirty="0">
              <a:effectLst/>
              <a:latin typeface="微软雅黑" panose="020B0503020204020204" pitchFamily="34" charset="-122"/>
              <a:ea typeface="微软雅黑" panose="020B0503020204020204" pitchFamily="34" charset="-122"/>
            </a:endParaRPr>
          </a:p>
          <a:p>
            <a:pPr marL="800100" lvl="1" indent="-342900">
              <a:lnSpc>
                <a:spcPct val="150000"/>
              </a:lnSpc>
              <a:buFont typeface="+mj-lt"/>
              <a:buAutoNum type="arabicPeriod"/>
            </a:pPr>
            <a:r>
              <a:rPr lang="zh-CN" altLang="en-US" sz="1600" dirty="0">
                <a:latin typeface="微软雅黑" panose="020B0503020204020204" pitchFamily="34" charset="-122"/>
                <a:ea typeface="微软雅黑" panose="020B0503020204020204" pitchFamily="34" charset="-122"/>
              </a:rPr>
              <a:t>头文件</a:t>
            </a:r>
            <a:endParaRPr lang="en-US" altLang="zh-CN" sz="1600" dirty="0">
              <a:latin typeface="微软雅黑" panose="020B0503020204020204" pitchFamily="34" charset="-122"/>
              <a:ea typeface="微软雅黑" panose="020B0503020204020204" pitchFamily="34" charset="-122"/>
            </a:endParaRPr>
          </a:p>
          <a:p>
            <a:pPr marL="800100" lvl="1" indent="-342900">
              <a:lnSpc>
                <a:spcPct val="150000"/>
              </a:lnSpc>
              <a:buFont typeface="+mj-lt"/>
              <a:buAutoNum type="arabicPeriod"/>
            </a:pPr>
            <a:r>
              <a:rPr lang="zh-CN" altLang="en-US" sz="1600" dirty="0">
                <a:latin typeface="微软雅黑" panose="020B0503020204020204" pitchFamily="34" charset="-122"/>
                <a:ea typeface="微软雅黑" panose="020B0503020204020204" pitchFamily="34" charset="-122"/>
              </a:rPr>
              <a:t>函数类型限定词</a:t>
            </a:r>
            <a:endParaRPr lang="en-US" altLang="zh-CN" sz="1600" dirty="0">
              <a:latin typeface="微软雅黑" panose="020B0503020204020204" pitchFamily="34" charset="-122"/>
              <a:ea typeface="微软雅黑" panose="020B0503020204020204" pitchFamily="34" charset="-122"/>
            </a:endParaRPr>
          </a:p>
          <a:p>
            <a:pPr marL="800100" lvl="1" indent="-342900">
              <a:lnSpc>
                <a:spcPct val="150000"/>
              </a:lnSpc>
              <a:buFont typeface="+mj-lt"/>
              <a:buAutoNum type="arabicPeriod"/>
            </a:pPr>
            <a:r>
              <a:rPr lang="en-US" altLang="zh-CN" sz="1600" b="0" dirty="0">
                <a:effectLst/>
                <a:latin typeface="微软雅黑" panose="020B0503020204020204" pitchFamily="34" charset="-122"/>
                <a:ea typeface="微软雅黑" panose="020B0503020204020204" pitchFamily="34" charset="-122"/>
              </a:rPr>
              <a:t>Grid</a:t>
            </a:r>
            <a:r>
              <a:rPr lang="zh-CN" altLang="en-US" sz="1600" b="0" dirty="0">
                <a:effectLst/>
                <a:latin typeface="微软雅黑" panose="020B0503020204020204" pitchFamily="34" charset="-122"/>
                <a:ea typeface="微软雅黑" panose="020B0503020204020204" pitchFamily="34" charset="-122"/>
              </a:rPr>
              <a:t>和</a:t>
            </a:r>
            <a:r>
              <a:rPr lang="en-US" altLang="zh-CN" sz="1600" b="0" dirty="0">
                <a:effectLst/>
                <a:latin typeface="微软雅黑" panose="020B0503020204020204" pitchFamily="34" charset="-122"/>
                <a:ea typeface="微软雅黑" panose="020B0503020204020204" pitchFamily="34" charset="-122"/>
              </a:rPr>
              <a:t>Block</a:t>
            </a:r>
          </a:p>
          <a:p>
            <a:pPr marL="800100" lvl="1" indent="-342900">
              <a:lnSpc>
                <a:spcPct val="150000"/>
              </a:lnSpc>
              <a:buFont typeface="+mj-lt"/>
              <a:buAutoNum type="arabicPeriod"/>
            </a:pPr>
            <a:r>
              <a:rPr lang="zh-CN" altLang="en-US" sz="1600" dirty="0">
                <a:latin typeface="微软雅黑" panose="020B0503020204020204" pitchFamily="34" charset="-122"/>
                <a:ea typeface="微软雅黑" panose="020B0503020204020204" pitchFamily="34" charset="-122"/>
              </a:rPr>
              <a:t>线程坐标计算</a:t>
            </a:r>
            <a:endParaRPr lang="en-US" altLang="zh-CN" sz="1600" b="0" dirty="0">
              <a:effectLst/>
              <a:latin typeface="微软雅黑" panose="020B0503020204020204" pitchFamily="34" charset="-122"/>
              <a:ea typeface="微软雅黑" panose="020B0503020204020204" pitchFamily="34" charset="-122"/>
            </a:endParaRPr>
          </a:p>
          <a:p>
            <a:pPr marL="800100" lvl="1" indent="-342900">
              <a:lnSpc>
                <a:spcPct val="150000"/>
              </a:lnSpc>
              <a:buFont typeface="+mj-lt"/>
              <a:buAutoNum type="arabicPeriod"/>
            </a:pPr>
            <a:r>
              <a:rPr lang="zh-CN" altLang="en-US" sz="1600" dirty="0">
                <a:latin typeface="微软雅黑" panose="020B0503020204020204" pitchFamily="34" charset="-122"/>
                <a:ea typeface="微软雅黑" panose="020B0503020204020204" pitchFamily="34" charset="-122"/>
              </a:rPr>
              <a:t>内存与</a:t>
            </a:r>
            <a:r>
              <a:rPr lang="en-US" altLang="zh-CN" sz="1600" dirty="0">
                <a:latin typeface="微软雅黑" panose="020B0503020204020204" pitchFamily="34" charset="-122"/>
                <a:ea typeface="微软雅黑" panose="020B0503020204020204" pitchFamily="34" charset="-122"/>
              </a:rPr>
              <a:t>Shared memory</a:t>
            </a:r>
          </a:p>
          <a:p>
            <a:pPr marL="800100" lvl="1" indent="-342900">
              <a:lnSpc>
                <a:spcPct val="150000"/>
              </a:lnSpc>
              <a:buFont typeface="+mj-lt"/>
              <a:buAutoNum type="arabicPeriod"/>
            </a:pPr>
            <a:r>
              <a:rPr lang="zh-CN" altLang="en-US" sz="1600" b="0" dirty="0">
                <a:effectLst/>
                <a:latin typeface="微软雅黑" panose="020B0503020204020204" pitchFamily="34" charset="-122"/>
                <a:ea typeface="微软雅黑" panose="020B0503020204020204" pitchFamily="34" charset="-122"/>
              </a:rPr>
              <a:t>同步障</a:t>
            </a:r>
            <a:endParaRPr lang="en-US" altLang="zh-CN" sz="1600" b="0" dirty="0">
              <a:effectLst/>
              <a:latin typeface="微软雅黑" panose="020B0503020204020204" pitchFamily="34" charset="-122"/>
              <a:ea typeface="微软雅黑" panose="020B0503020204020204" pitchFamily="34" charset="-122"/>
            </a:endParaRPr>
          </a:p>
          <a:p>
            <a:pPr marL="800100" lvl="1" indent="-342900">
              <a:lnSpc>
                <a:spcPct val="150000"/>
              </a:lnSpc>
              <a:buFont typeface="+mj-lt"/>
              <a:buAutoNum type="arabicPeriod"/>
            </a:pPr>
            <a:r>
              <a:rPr lang="zh-CN" altLang="en-US" sz="1600" dirty="0">
                <a:latin typeface="微软雅黑" panose="020B0503020204020204" pitchFamily="34" charset="-122"/>
                <a:ea typeface="微软雅黑" panose="020B0503020204020204" pitchFamily="34" charset="-122"/>
              </a:rPr>
              <a:t>内存分配及拷贝</a:t>
            </a:r>
            <a:endParaRPr lang="en-US" altLang="zh-CN" sz="1600" dirty="0">
              <a:latin typeface="微软雅黑" panose="020B0503020204020204" pitchFamily="34" charset="-122"/>
              <a:ea typeface="微软雅黑" panose="020B0503020204020204" pitchFamily="34" charset="-122"/>
            </a:endParaRPr>
          </a:p>
          <a:p>
            <a:pPr marL="800100" lvl="1" indent="-342900">
              <a:lnSpc>
                <a:spcPct val="150000"/>
              </a:lnSpc>
              <a:buFont typeface="+mj-lt"/>
              <a:buAutoNum type="arabicPeriod"/>
            </a:pPr>
            <a:r>
              <a:rPr lang="zh-CN" altLang="en-US" sz="1600" b="0" dirty="0">
                <a:effectLst/>
                <a:latin typeface="微软雅黑" panose="020B0503020204020204" pitchFamily="34" charset="-122"/>
                <a:ea typeface="微软雅黑" panose="020B0503020204020204" pitchFamily="34" charset="-122"/>
              </a:rPr>
              <a:t>内核调用</a:t>
            </a:r>
            <a:endParaRPr lang="en-US" altLang="zh-CN" sz="1600" b="0" dirty="0">
              <a:effectLst/>
              <a:latin typeface="微软雅黑" panose="020B0503020204020204" pitchFamily="34" charset="-122"/>
              <a:ea typeface="微软雅黑" panose="020B0503020204020204" pitchFamily="34" charset="-122"/>
            </a:endParaRPr>
          </a:p>
          <a:p>
            <a:pPr marL="800100" lvl="1" indent="-342900">
              <a:lnSpc>
                <a:spcPct val="150000"/>
              </a:lnSpc>
              <a:buFont typeface="+mj-lt"/>
              <a:buAutoNum type="arabicPeriod"/>
            </a:pPr>
            <a:r>
              <a:rPr lang="zh-CN" altLang="en-US" sz="1600" dirty="0">
                <a:latin typeface="微软雅黑" panose="020B0503020204020204" pitchFamily="34" charset="-122"/>
                <a:ea typeface="微软雅黑" panose="020B0503020204020204" pitchFamily="34" charset="-122"/>
              </a:rPr>
              <a:t>编译及</a:t>
            </a:r>
            <a:r>
              <a:rPr lang="en-US" altLang="zh-CN" sz="1600" dirty="0">
                <a:latin typeface="微软雅黑" panose="020B0503020204020204" pitchFamily="34" charset="-122"/>
                <a:ea typeface="微软雅黑" panose="020B0503020204020204" pitchFamily="34" charset="-122"/>
              </a:rPr>
              <a:t>Profile</a:t>
            </a:r>
            <a:r>
              <a:rPr lang="zh-CN" altLang="en-US" sz="1600" dirty="0">
                <a:latin typeface="微软雅黑" panose="020B0503020204020204" pitchFamily="34" charset="-122"/>
                <a:ea typeface="微软雅黑" panose="020B0503020204020204" pitchFamily="34" charset="-122"/>
              </a:rPr>
              <a:t>方法</a:t>
            </a:r>
            <a:endParaRPr lang="zh-CN" altLang="en-US" sz="1600" b="0" dirty="0">
              <a:effectLst/>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547724666"/>
      </p:ext>
    </p:extLst>
  </p:cSld>
  <p:clrMapOvr>
    <a:masterClrMapping/>
  </p:clrMapOvr>
  <mc:AlternateContent xmlns:mc="http://schemas.openxmlformats.org/markup-compatibility/2006" xmlns:p14="http://schemas.microsoft.com/office/powerpoint/2010/main">
    <mc:Choice Requires="p14">
      <p:transition spd="slow" p14:dur="2000" advTm="13957"/>
    </mc:Choice>
    <mc:Fallback xmlns="">
      <p:transition spd="slow" advTm="13957"/>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6DF716-EE7C-22E5-28CB-A8FCC14B176A}"/>
            </a:ext>
          </a:extLst>
        </p:cNvPr>
        <p:cNvGrpSpPr/>
        <p:nvPr/>
      </p:nvGrpSpPr>
      <p:grpSpPr>
        <a:xfrm>
          <a:off x="0" y="0"/>
          <a:ext cx="0" cy="0"/>
          <a:chOff x="0" y="0"/>
          <a:chExt cx="0" cy="0"/>
        </a:xfrm>
      </p:grpSpPr>
      <p:grpSp>
        <p:nvGrpSpPr>
          <p:cNvPr id="16" name="组合 52">
            <a:extLst>
              <a:ext uri="{FF2B5EF4-FFF2-40B4-BE49-F238E27FC236}">
                <a16:creationId xmlns:a16="http://schemas.microsoft.com/office/drawing/2014/main" id="{9834AA28-19C7-1D83-150D-ABD33A4E01A8}"/>
              </a:ext>
            </a:extLst>
          </p:cNvPr>
          <p:cNvGrpSpPr/>
          <p:nvPr/>
        </p:nvGrpSpPr>
        <p:grpSpPr>
          <a:xfrm>
            <a:off x="138564" y="279057"/>
            <a:ext cx="6293973" cy="253916"/>
            <a:chOff x="5637082" y="1769183"/>
            <a:chExt cx="4430606" cy="451405"/>
          </a:xfrm>
        </p:grpSpPr>
        <p:sp>
          <p:nvSpPr>
            <p:cNvPr id="17" name="等腰三角形 53">
              <a:extLst>
                <a:ext uri="{FF2B5EF4-FFF2-40B4-BE49-F238E27FC236}">
                  <a16:creationId xmlns:a16="http://schemas.microsoft.com/office/drawing/2014/main" id="{71FCAAEC-C49D-9B4B-2E93-FB8706B1C179}"/>
                </a:ext>
              </a:extLst>
            </p:cNvPr>
            <p:cNvSpPr/>
            <p:nvPr/>
          </p:nvSpPr>
          <p:spPr>
            <a:xfrm rot="5400000">
              <a:off x="5562941" y="1938259"/>
              <a:ext cx="243283" cy="9500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125">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9" name="文本框 18">
              <a:extLst>
                <a:ext uri="{FF2B5EF4-FFF2-40B4-BE49-F238E27FC236}">
                  <a16:creationId xmlns:a16="http://schemas.microsoft.com/office/drawing/2014/main" id="{D0442F0E-8790-5648-CDC1-CA0420FE538C}"/>
                </a:ext>
              </a:extLst>
            </p:cNvPr>
            <p:cNvSpPr txBox="1"/>
            <p:nvPr/>
          </p:nvSpPr>
          <p:spPr>
            <a:xfrm flipH="1">
              <a:off x="5746406" y="1769183"/>
              <a:ext cx="4321282" cy="451405"/>
            </a:xfrm>
            <a:prstGeom prst="rect">
              <a:avLst/>
            </a:prstGeom>
            <a:noFill/>
          </p:spPr>
          <p:txBody>
            <a:bodyPr wrap="square" rtlCol="0">
              <a:spAutoFit/>
            </a:bodyPr>
            <a:lstStyle/>
            <a:p>
              <a:r>
                <a:rPr lang="en-US" altLang="zh-CN" sz="105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Lab5</a:t>
              </a:r>
              <a:r>
                <a:rPr lang="zh-CN" altLang="en-US" sz="105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实验讲解 </a:t>
              </a:r>
              <a:r>
                <a:rPr lang="en-US" altLang="zh-CN" sz="105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050" b="1" dirty="0">
                  <a:solidFill>
                    <a:schemeClr val="bg1"/>
                  </a:solidFill>
                  <a:latin typeface="微软雅黑" panose="020B0503020204020204" pitchFamily="34" charset="-122"/>
                  <a:ea typeface="微软雅黑" panose="020B0503020204020204" pitchFamily="34" charset="-122"/>
                </a:rPr>
                <a:t>CUDA</a:t>
              </a:r>
              <a:r>
                <a:rPr lang="zh-CN" altLang="en-US" sz="1050" b="1" dirty="0">
                  <a:solidFill>
                    <a:schemeClr val="bg1"/>
                  </a:solidFill>
                  <a:latin typeface="微软雅黑" panose="020B0503020204020204" pitchFamily="34" charset="-122"/>
                  <a:ea typeface="微软雅黑" panose="020B0503020204020204" pitchFamily="34" charset="-122"/>
                </a:rPr>
                <a:t>简介</a:t>
              </a:r>
            </a:p>
          </p:txBody>
        </p:sp>
      </p:grpSp>
      <p:sp>
        <p:nvSpPr>
          <p:cNvPr id="6" name="矩形 5">
            <a:extLst>
              <a:ext uri="{FF2B5EF4-FFF2-40B4-BE49-F238E27FC236}">
                <a16:creationId xmlns:a16="http://schemas.microsoft.com/office/drawing/2014/main" id="{037B4AF6-CDB6-D571-1008-FDE2B7D41D9A}"/>
              </a:ext>
            </a:extLst>
          </p:cNvPr>
          <p:cNvSpPr/>
          <p:nvPr/>
        </p:nvSpPr>
        <p:spPr>
          <a:xfrm>
            <a:off x="138564" y="848265"/>
            <a:ext cx="1909369" cy="418191"/>
          </a:xfrm>
          <a:prstGeom prst="rect">
            <a:avLst/>
          </a:prstGeom>
        </p:spPr>
        <p:txBody>
          <a:bodyPr wrap="none">
            <a:spAutoFit/>
          </a:bodyPr>
          <a:lstStyle/>
          <a:p>
            <a:pPr>
              <a:lnSpc>
                <a:spcPct val="150000"/>
              </a:lnSpc>
            </a:pPr>
            <a:r>
              <a:rPr lang="en-US" altLang="zh-CN" sz="1600" b="1" dirty="0">
                <a:latin typeface="微软雅黑" panose="020B0503020204020204" pitchFamily="34" charset="-122"/>
                <a:ea typeface="微软雅黑" panose="020B0503020204020204" pitchFamily="34" charset="-122"/>
              </a:rPr>
              <a:t>CUDA</a:t>
            </a:r>
            <a:r>
              <a:rPr lang="zh-CN" altLang="en-US" sz="1600" b="1" dirty="0">
                <a:latin typeface="微软雅黑" panose="020B0503020204020204" pitchFamily="34" charset="-122"/>
                <a:ea typeface="微软雅黑" panose="020B0503020204020204" pitchFamily="34" charset="-122"/>
              </a:rPr>
              <a:t>简介</a:t>
            </a:r>
            <a:r>
              <a:rPr lang="en-US" altLang="zh-CN" sz="1600" b="1" dirty="0">
                <a:latin typeface="微软雅黑" panose="020B0503020204020204" pitchFamily="34" charset="-122"/>
                <a:ea typeface="微软雅黑" panose="020B0503020204020204" pitchFamily="34" charset="-122"/>
              </a:rPr>
              <a:t>-</a:t>
            </a:r>
            <a:r>
              <a:rPr lang="zh-CN" altLang="en-US" sz="1600" b="1" dirty="0">
                <a:latin typeface="微软雅黑" panose="020B0503020204020204" pitchFamily="34" charset="-122"/>
                <a:ea typeface="微软雅黑" panose="020B0503020204020204" pitchFamily="34" charset="-122"/>
              </a:rPr>
              <a:t>头文件</a:t>
            </a:r>
            <a:endParaRPr lang="en-US" altLang="zh-CN" sz="1600" b="1" dirty="0">
              <a:latin typeface="微软雅黑" panose="020B0503020204020204" pitchFamily="34" charset="-122"/>
              <a:ea typeface="微软雅黑" panose="020B0503020204020204" pitchFamily="34" charset="-122"/>
            </a:endParaRPr>
          </a:p>
        </p:txBody>
      </p:sp>
      <p:sp>
        <p:nvSpPr>
          <p:cNvPr id="3" name="矩形 2">
            <a:extLst>
              <a:ext uri="{FF2B5EF4-FFF2-40B4-BE49-F238E27FC236}">
                <a16:creationId xmlns:a16="http://schemas.microsoft.com/office/drawing/2014/main" id="{475E908F-AB4C-682C-52E9-361EA0EC8BDB}"/>
              </a:ext>
            </a:extLst>
          </p:cNvPr>
          <p:cNvSpPr/>
          <p:nvPr/>
        </p:nvSpPr>
        <p:spPr>
          <a:xfrm>
            <a:off x="400521" y="1384572"/>
            <a:ext cx="8342957" cy="1326132"/>
          </a:xfrm>
          <a:prstGeom prst="rect">
            <a:avLst/>
          </a:prstGeom>
        </p:spPr>
        <p:txBody>
          <a:bodyPr wrap="square">
            <a:spAutoFit/>
          </a:bodyPr>
          <a:lstStyle/>
          <a:p>
            <a:pPr>
              <a:lnSpc>
                <a:spcPct val="150000"/>
              </a:lnSpc>
            </a:pPr>
            <a:r>
              <a:rPr lang="zh-CN" altLang="en-US" sz="1600" b="0" dirty="0">
                <a:effectLst/>
                <a:latin typeface="微软雅黑" panose="020B0503020204020204" pitchFamily="34" charset="-122"/>
                <a:ea typeface="微软雅黑" panose="020B0503020204020204" pitchFamily="34" charset="-122"/>
              </a:rPr>
              <a:t>一般只</a:t>
            </a:r>
            <a:r>
              <a:rPr lang="zh-CN" altLang="en-US" sz="1600" dirty="0">
                <a:latin typeface="微软雅黑" panose="020B0503020204020204" pitchFamily="34" charset="-122"/>
                <a:ea typeface="微软雅黑" panose="020B0503020204020204" pitchFamily="34" charset="-122"/>
              </a:rPr>
              <a:t>会</a:t>
            </a:r>
            <a:r>
              <a:rPr lang="zh-CN" altLang="en-US" sz="1600" b="0" dirty="0">
                <a:effectLst/>
                <a:latin typeface="微软雅黑" panose="020B0503020204020204" pitchFamily="34" charset="-122"/>
                <a:ea typeface="微软雅黑" panose="020B0503020204020204" pitchFamily="34" charset="-122"/>
              </a:rPr>
              <a:t>用到三个头文件：</a:t>
            </a:r>
            <a:endParaRPr lang="en-US" altLang="zh-CN" sz="1600" b="0" dirty="0">
              <a:effectLst/>
              <a:latin typeface="微软雅黑" panose="020B0503020204020204" pitchFamily="34" charset="-122"/>
              <a:ea typeface="微软雅黑" panose="020B0503020204020204" pitchFamily="34" charset="-122"/>
            </a:endParaRPr>
          </a:p>
          <a:p>
            <a:pPr>
              <a:lnSpc>
                <a:spcPts val="1425"/>
              </a:lnSpc>
              <a:buNone/>
            </a:pPr>
            <a:r>
              <a:rPr lang="en-US" altLang="zh-CN" sz="1600" b="0" dirty="0">
                <a:solidFill>
                  <a:srgbClr val="0000FF"/>
                </a:solidFill>
                <a:effectLst/>
                <a:latin typeface="Consolas" panose="020B0609020204030204" pitchFamily="49" charset="0"/>
              </a:rPr>
              <a:t>#include </a:t>
            </a:r>
            <a:r>
              <a:rPr lang="en-US" altLang="zh-CN" sz="1600" b="0" dirty="0">
                <a:solidFill>
                  <a:srgbClr val="A31515"/>
                </a:solidFill>
                <a:effectLst/>
                <a:latin typeface="Consolas" panose="020B0609020204030204" pitchFamily="49" charset="0"/>
              </a:rPr>
              <a:t>&lt;</a:t>
            </a:r>
            <a:r>
              <a:rPr lang="en-US" altLang="zh-CN" sz="1600" b="0" dirty="0" err="1">
                <a:solidFill>
                  <a:srgbClr val="A31515"/>
                </a:solidFill>
                <a:effectLst/>
                <a:latin typeface="Consolas" panose="020B0609020204030204" pitchFamily="49" charset="0"/>
              </a:rPr>
              <a:t>cuda_runtime.h</a:t>
            </a:r>
            <a:r>
              <a:rPr lang="en-US" altLang="zh-CN" sz="1600" b="0" dirty="0">
                <a:solidFill>
                  <a:srgbClr val="A31515"/>
                </a:solidFill>
                <a:effectLst/>
                <a:latin typeface="Consolas" panose="020B0609020204030204" pitchFamily="49" charset="0"/>
              </a:rPr>
              <a:t>&gt;</a:t>
            </a:r>
            <a:endParaRPr lang="en-US" altLang="zh-CN" sz="1600" b="0" dirty="0">
              <a:solidFill>
                <a:srgbClr val="000000"/>
              </a:solidFill>
              <a:effectLst/>
              <a:latin typeface="Consolas" panose="020B0609020204030204" pitchFamily="49" charset="0"/>
            </a:endParaRPr>
          </a:p>
          <a:p>
            <a:pPr>
              <a:lnSpc>
                <a:spcPts val="1425"/>
              </a:lnSpc>
              <a:buNone/>
            </a:pPr>
            <a:r>
              <a:rPr lang="en-US" altLang="zh-CN" sz="1600" b="0" dirty="0">
                <a:solidFill>
                  <a:srgbClr val="0000FF"/>
                </a:solidFill>
                <a:effectLst/>
                <a:latin typeface="Consolas" panose="020B0609020204030204" pitchFamily="49" charset="0"/>
              </a:rPr>
              <a:t>#include </a:t>
            </a:r>
            <a:r>
              <a:rPr lang="en-US" altLang="zh-CN" sz="1600" b="0" dirty="0">
                <a:solidFill>
                  <a:srgbClr val="A31515"/>
                </a:solidFill>
                <a:effectLst/>
                <a:latin typeface="Consolas" panose="020B0609020204030204" pitchFamily="49" charset="0"/>
              </a:rPr>
              <a:t>&lt;</a:t>
            </a:r>
            <a:r>
              <a:rPr lang="en-US" altLang="zh-CN" sz="1600" b="0" dirty="0" err="1">
                <a:solidFill>
                  <a:srgbClr val="A31515"/>
                </a:solidFill>
                <a:effectLst/>
                <a:latin typeface="Consolas" panose="020B0609020204030204" pitchFamily="49" charset="0"/>
              </a:rPr>
              <a:t>device_launch_parameters.h</a:t>
            </a:r>
            <a:r>
              <a:rPr lang="en-US" altLang="zh-CN" sz="1600" b="0" dirty="0">
                <a:solidFill>
                  <a:srgbClr val="A31515"/>
                </a:solidFill>
                <a:effectLst/>
                <a:latin typeface="Consolas" panose="020B0609020204030204" pitchFamily="49" charset="0"/>
              </a:rPr>
              <a:t>&gt;</a:t>
            </a:r>
            <a:endParaRPr lang="en-US" altLang="zh-CN" sz="1600" b="0" dirty="0">
              <a:solidFill>
                <a:srgbClr val="000000"/>
              </a:solidFill>
              <a:effectLst/>
              <a:latin typeface="Consolas" panose="020B0609020204030204" pitchFamily="49" charset="0"/>
            </a:endParaRPr>
          </a:p>
          <a:p>
            <a:pPr>
              <a:lnSpc>
                <a:spcPts val="1425"/>
              </a:lnSpc>
            </a:pPr>
            <a:r>
              <a:rPr lang="en-US" altLang="zh-CN" sz="1600" b="0" dirty="0">
                <a:solidFill>
                  <a:srgbClr val="0000FF"/>
                </a:solidFill>
                <a:effectLst/>
                <a:latin typeface="Consolas" panose="020B0609020204030204" pitchFamily="49" charset="0"/>
              </a:rPr>
              <a:t>#include </a:t>
            </a:r>
            <a:r>
              <a:rPr lang="en-US" altLang="zh-CN" sz="1600" b="0" dirty="0">
                <a:solidFill>
                  <a:srgbClr val="A31515"/>
                </a:solidFill>
                <a:effectLst/>
                <a:latin typeface="Consolas" panose="020B0609020204030204" pitchFamily="49" charset="0"/>
              </a:rPr>
              <a:t>&lt;</a:t>
            </a:r>
            <a:r>
              <a:rPr lang="en-US" altLang="zh-CN" sz="1600" b="0" dirty="0" err="1">
                <a:solidFill>
                  <a:srgbClr val="A31515"/>
                </a:solidFill>
                <a:effectLst/>
                <a:latin typeface="Consolas" panose="020B0609020204030204" pitchFamily="49" charset="0"/>
              </a:rPr>
              <a:t>cuda_profiler_api.h</a:t>
            </a:r>
            <a:r>
              <a:rPr lang="en-US" altLang="zh-CN" sz="1600" b="0" dirty="0">
                <a:solidFill>
                  <a:srgbClr val="A31515"/>
                </a:solidFill>
                <a:effectLst/>
                <a:latin typeface="Consolas" panose="020B0609020204030204" pitchFamily="49" charset="0"/>
              </a:rPr>
              <a:t>&gt;</a:t>
            </a:r>
            <a:endParaRPr lang="en-US" altLang="zh-CN" sz="1600" b="0" dirty="0">
              <a:solidFill>
                <a:srgbClr val="000000"/>
              </a:solidFill>
              <a:effectLst/>
              <a:latin typeface="Consolas" panose="020B0609020204030204" pitchFamily="49" charset="0"/>
            </a:endParaRPr>
          </a:p>
          <a:p>
            <a:pPr>
              <a:lnSpc>
                <a:spcPct val="150000"/>
              </a:lnSpc>
            </a:pPr>
            <a:endParaRPr lang="zh-CN" altLang="en-US" sz="1600" b="0" dirty="0">
              <a:effectLst/>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025169009"/>
      </p:ext>
    </p:extLst>
  </p:cSld>
  <p:clrMapOvr>
    <a:masterClrMapping/>
  </p:clrMapOvr>
  <mc:AlternateContent xmlns:mc="http://schemas.openxmlformats.org/markup-compatibility/2006" xmlns:p14="http://schemas.microsoft.com/office/powerpoint/2010/main">
    <mc:Choice Requires="p14">
      <p:transition spd="slow" p14:dur="2000" advTm="13957"/>
    </mc:Choice>
    <mc:Fallback xmlns="">
      <p:transition spd="slow" advTm="13957"/>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64A63B-FA61-84FA-4C11-D402B54BB1DA}"/>
            </a:ext>
          </a:extLst>
        </p:cNvPr>
        <p:cNvGrpSpPr/>
        <p:nvPr/>
      </p:nvGrpSpPr>
      <p:grpSpPr>
        <a:xfrm>
          <a:off x="0" y="0"/>
          <a:ext cx="0" cy="0"/>
          <a:chOff x="0" y="0"/>
          <a:chExt cx="0" cy="0"/>
        </a:xfrm>
      </p:grpSpPr>
      <p:grpSp>
        <p:nvGrpSpPr>
          <p:cNvPr id="16" name="组合 52">
            <a:extLst>
              <a:ext uri="{FF2B5EF4-FFF2-40B4-BE49-F238E27FC236}">
                <a16:creationId xmlns:a16="http://schemas.microsoft.com/office/drawing/2014/main" id="{F0C01BBA-E1C4-0132-ABB9-EF06E5F57AD5}"/>
              </a:ext>
            </a:extLst>
          </p:cNvPr>
          <p:cNvGrpSpPr/>
          <p:nvPr/>
        </p:nvGrpSpPr>
        <p:grpSpPr>
          <a:xfrm>
            <a:off x="138564" y="279057"/>
            <a:ext cx="6293973" cy="253916"/>
            <a:chOff x="5637082" y="1769183"/>
            <a:chExt cx="4430606" cy="451405"/>
          </a:xfrm>
        </p:grpSpPr>
        <p:sp>
          <p:nvSpPr>
            <p:cNvPr id="17" name="等腰三角形 53">
              <a:extLst>
                <a:ext uri="{FF2B5EF4-FFF2-40B4-BE49-F238E27FC236}">
                  <a16:creationId xmlns:a16="http://schemas.microsoft.com/office/drawing/2014/main" id="{1342B550-76AB-B879-D8E7-22F38B705FC6}"/>
                </a:ext>
              </a:extLst>
            </p:cNvPr>
            <p:cNvSpPr/>
            <p:nvPr/>
          </p:nvSpPr>
          <p:spPr>
            <a:xfrm rot="5400000">
              <a:off x="5562941" y="1938259"/>
              <a:ext cx="243283" cy="9500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125">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9" name="文本框 18">
              <a:extLst>
                <a:ext uri="{FF2B5EF4-FFF2-40B4-BE49-F238E27FC236}">
                  <a16:creationId xmlns:a16="http://schemas.microsoft.com/office/drawing/2014/main" id="{2B6B5B72-9408-35B0-FB60-5F21B596C4C8}"/>
                </a:ext>
              </a:extLst>
            </p:cNvPr>
            <p:cNvSpPr txBox="1"/>
            <p:nvPr/>
          </p:nvSpPr>
          <p:spPr>
            <a:xfrm flipH="1">
              <a:off x="5746406" y="1769183"/>
              <a:ext cx="4321282" cy="451405"/>
            </a:xfrm>
            <a:prstGeom prst="rect">
              <a:avLst/>
            </a:prstGeom>
            <a:noFill/>
          </p:spPr>
          <p:txBody>
            <a:bodyPr wrap="square" rtlCol="0">
              <a:spAutoFit/>
            </a:bodyPr>
            <a:lstStyle/>
            <a:p>
              <a:r>
                <a:rPr lang="en-US" altLang="zh-CN" sz="105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Lab5</a:t>
              </a:r>
              <a:r>
                <a:rPr lang="zh-CN" altLang="en-US" sz="105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实验讲解 </a:t>
              </a:r>
              <a:r>
                <a:rPr lang="en-US" altLang="zh-CN" sz="105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050" b="1" dirty="0">
                  <a:solidFill>
                    <a:schemeClr val="bg1"/>
                  </a:solidFill>
                  <a:latin typeface="微软雅黑" panose="020B0503020204020204" pitchFamily="34" charset="-122"/>
                  <a:ea typeface="微软雅黑" panose="020B0503020204020204" pitchFamily="34" charset="-122"/>
                </a:rPr>
                <a:t>CUDA</a:t>
              </a:r>
              <a:r>
                <a:rPr lang="zh-CN" altLang="en-US" sz="1050" b="1" dirty="0">
                  <a:solidFill>
                    <a:schemeClr val="bg1"/>
                  </a:solidFill>
                  <a:latin typeface="微软雅黑" panose="020B0503020204020204" pitchFamily="34" charset="-122"/>
                  <a:ea typeface="微软雅黑" panose="020B0503020204020204" pitchFamily="34" charset="-122"/>
                </a:rPr>
                <a:t>简介</a:t>
              </a:r>
            </a:p>
          </p:txBody>
        </p:sp>
      </p:grpSp>
      <p:sp>
        <p:nvSpPr>
          <p:cNvPr id="6" name="矩形 5">
            <a:extLst>
              <a:ext uri="{FF2B5EF4-FFF2-40B4-BE49-F238E27FC236}">
                <a16:creationId xmlns:a16="http://schemas.microsoft.com/office/drawing/2014/main" id="{D6042976-98D6-184E-C73B-7D2E7F7AA0FC}"/>
              </a:ext>
            </a:extLst>
          </p:cNvPr>
          <p:cNvSpPr/>
          <p:nvPr/>
        </p:nvSpPr>
        <p:spPr>
          <a:xfrm>
            <a:off x="138564" y="848265"/>
            <a:ext cx="2744534" cy="418191"/>
          </a:xfrm>
          <a:prstGeom prst="rect">
            <a:avLst/>
          </a:prstGeom>
        </p:spPr>
        <p:txBody>
          <a:bodyPr wrap="none">
            <a:spAutoFit/>
          </a:bodyPr>
          <a:lstStyle/>
          <a:p>
            <a:pPr>
              <a:lnSpc>
                <a:spcPct val="150000"/>
              </a:lnSpc>
            </a:pPr>
            <a:r>
              <a:rPr lang="en-US" altLang="zh-CN" sz="1600" b="1" dirty="0">
                <a:latin typeface="微软雅黑" panose="020B0503020204020204" pitchFamily="34" charset="-122"/>
                <a:ea typeface="微软雅黑" panose="020B0503020204020204" pitchFamily="34" charset="-122"/>
              </a:rPr>
              <a:t>CUDA</a:t>
            </a:r>
            <a:r>
              <a:rPr lang="zh-CN" altLang="en-US" sz="1600" b="1" dirty="0">
                <a:latin typeface="微软雅黑" panose="020B0503020204020204" pitchFamily="34" charset="-122"/>
                <a:ea typeface="微软雅黑" panose="020B0503020204020204" pitchFamily="34" charset="-122"/>
              </a:rPr>
              <a:t>简介</a:t>
            </a:r>
            <a:r>
              <a:rPr lang="en-US" altLang="zh-CN" sz="1600" b="1" dirty="0">
                <a:latin typeface="微软雅黑" panose="020B0503020204020204" pitchFamily="34" charset="-122"/>
                <a:ea typeface="微软雅黑" panose="020B0503020204020204" pitchFamily="34" charset="-122"/>
              </a:rPr>
              <a:t>-</a:t>
            </a:r>
            <a:r>
              <a:rPr lang="zh-CN" altLang="en-US" sz="1600" b="1" dirty="0">
                <a:latin typeface="微软雅黑" panose="020B0503020204020204" pitchFamily="34" charset="-122"/>
                <a:ea typeface="微软雅黑" panose="020B0503020204020204" pitchFamily="34" charset="-122"/>
              </a:rPr>
              <a:t>函数类型限定词</a:t>
            </a:r>
            <a:endParaRPr lang="en-US" altLang="zh-CN" sz="1600" b="1" dirty="0">
              <a:latin typeface="微软雅黑" panose="020B0503020204020204" pitchFamily="34" charset="-122"/>
              <a:ea typeface="微软雅黑" panose="020B0503020204020204" pitchFamily="34" charset="-122"/>
            </a:endParaRPr>
          </a:p>
        </p:txBody>
      </p:sp>
      <p:sp>
        <p:nvSpPr>
          <p:cNvPr id="3" name="矩形 2">
            <a:extLst>
              <a:ext uri="{FF2B5EF4-FFF2-40B4-BE49-F238E27FC236}">
                <a16:creationId xmlns:a16="http://schemas.microsoft.com/office/drawing/2014/main" id="{368ECE96-0EEA-7530-B918-7E97B9A2915A}"/>
              </a:ext>
            </a:extLst>
          </p:cNvPr>
          <p:cNvSpPr/>
          <p:nvPr/>
        </p:nvSpPr>
        <p:spPr>
          <a:xfrm>
            <a:off x="400521" y="1384572"/>
            <a:ext cx="8342957" cy="3375924"/>
          </a:xfrm>
          <a:prstGeom prst="rect">
            <a:avLst/>
          </a:prstGeom>
        </p:spPr>
        <p:txBody>
          <a:bodyPr wrap="square">
            <a:spAutoFit/>
          </a:bodyPr>
          <a:lstStyle/>
          <a:p>
            <a:pPr>
              <a:lnSpc>
                <a:spcPct val="150000"/>
              </a:lnSpc>
            </a:pPr>
            <a:r>
              <a:rPr lang="zh-CN" altLang="en-US" sz="1600" b="0" dirty="0">
                <a:effectLst/>
                <a:latin typeface="微软雅黑" panose="020B0503020204020204" pitchFamily="34" charset="-122"/>
                <a:ea typeface="微软雅黑" panose="020B0503020204020204" pitchFamily="34" charset="-122"/>
              </a:rPr>
              <a:t>只有三个：</a:t>
            </a:r>
            <a:endParaRPr lang="en-US" altLang="zh-CN" sz="1600" b="0" dirty="0">
              <a:effectLst/>
              <a:latin typeface="微软雅黑" panose="020B0503020204020204" pitchFamily="34" charset="-122"/>
              <a:ea typeface="微软雅黑" panose="020B0503020204020204" pitchFamily="34" charset="-122"/>
            </a:endParaRPr>
          </a:p>
          <a:p>
            <a:pPr marL="342900" indent="-342900">
              <a:lnSpc>
                <a:spcPct val="150000"/>
              </a:lnSpc>
              <a:buFont typeface="+mj-lt"/>
              <a:buAutoNum type="arabicPeriod"/>
            </a:pPr>
            <a:r>
              <a:rPr lang="zh-CN" altLang="en-US" sz="1600" b="0" dirty="0">
                <a:effectLst/>
                <a:latin typeface="微软雅黑" panose="020B0503020204020204" pitchFamily="34" charset="-122"/>
                <a:ea typeface="微软雅黑" panose="020B0503020204020204" pitchFamily="34" charset="-122"/>
              </a:rPr>
              <a:t> </a:t>
            </a:r>
            <a:r>
              <a:rPr lang="en-US" altLang="zh-CN" sz="1600" b="0" dirty="0">
                <a:effectLst/>
                <a:latin typeface="微软雅黑" panose="020B0503020204020204" pitchFamily="34" charset="-122"/>
                <a:ea typeface="微软雅黑" panose="020B0503020204020204" pitchFamily="34" charset="-122"/>
              </a:rPr>
              <a:t>__global__</a:t>
            </a:r>
            <a:r>
              <a:rPr lang="zh-CN" altLang="en-US" sz="1600" b="0" dirty="0">
                <a:effectLst/>
                <a:latin typeface="微软雅黑" panose="020B0503020204020204" pitchFamily="34" charset="-122"/>
                <a:ea typeface="微软雅黑" panose="020B0503020204020204" pitchFamily="34" charset="-122"/>
              </a:rPr>
              <a:t>：在</a:t>
            </a:r>
            <a:r>
              <a:rPr lang="en-US" altLang="zh-CN" sz="1600" b="0" dirty="0">
                <a:effectLst/>
                <a:latin typeface="微软雅黑" panose="020B0503020204020204" pitchFamily="34" charset="-122"/>
                <a:ea typeface="微软雅黑" panose="020B0503020204020204" pitchFamily="34" charset="-122"/>
              </a:rPr>
              <a:t>device</a:t>
            </a:r>
            <a:r>
              <a:rPr lang="zh-CN" altLang="en-US" sz="1600" b="0" dirty="0">
                <a:effectLst/>
                <a:latin typeface="微软雅黑" panose="020B0503020204020204" pitchFamily="34" charset="-122"/>
                <a:ea typeface="微软雅黑" panose="020B0503020204020204" pitchFamily="34" charset="-122"/>
              </a:rPr>
              <a:t>上执行，从</a:t>
            </a:r>
            <a:r>
              <a:rPr lang="en-US" altLang="zh-CN" sz="1600" b="0" dirty="0">
                <a:effectLst/>
                <a:latin typeface="微软雅黑" panose="020B0503020204020204" pitchFamily="34" charset="-122"/>
                <a:ea typeface="微软雅黑" panose="020B0503020204020204" pitchFamily="34" charset="-122"/>
              </a:rPr>
              <a:t>host</a:t>
            </a:r>
            <a:r>
              <a:rPr lang="zh-CN" altLang="en-US" sz="1600" b="0" dirty="0">
                <a:effectLst/>
                <a:latin typeface="微软雅黑" panose="020B0503020204020204" pitchFamily="34" charset="-122"/>
                <a:ea typeface="微软雅黑" panose="020B0503020204020204" pitchFamily="34" charset="-122"/>
              </a:rPr>
              <a:t>中调用（一些特定的</a:t>
            </a:r>
            <a:r>
              <a:rPr lang="en-US" altLang="zh-CN" sz="1600" b="0" dirty="0">
                <a:effectLst/>
                <a:latin typeface="微软雅黑" panose="020B0503020204020204" pitchFamily="34" charset="-122"/>
                <a:ea typeface="微软雅黑" panose="020B0503020204020204" pitchFamily="34" charset="-122"/>
              </a:rPr>
              <a:t>GPU</a:t>
            </a:r>
            <a:r>
              <a:rPr lang="zh-CN" altLang="en-US" sz="1600" b="0" dirty="0">
                <a:effectLst/>
                <a:latin typeface="微软雅黑" panose="020B0503020204020204" pitchFamily="34" charset="-122"/>
                <a:ea typeface="微软雅黑" panose="020B0503020204020204" pitchFamily="34" charset="-122"/>
              </a:rPr>
              <a:t>也可以从</a:t>
            </a:r>
            <a:r>
              <a:rPr lang="en-US" altLang="zh-CN" sz="1600" b="0" dirty="0">
                <a:effectLst/>
                <a:latin typeface="微软雅黑" panose="020B0503020204020204" pitchFamily="34" charset="-122"/>
                <a:ea typeface="微软雅黑" panose="020B0503020204020204" pitchFamily="34" charset="-122"/>
              </a:rPr>
              <a:t>device</a:t>
            </a:r>
            <a:r>
              <a:rPr lang="zh-CN" altLang="en-US" sz="1600" b="0" dirty="0">
                <a:effectLst/>
                <a:latin typeface="微软雅黑" panose="020B0503020204020204" pitchFamily="34" charset="-122"/>
                <a:ea typeface="微软雅黑" panose="020B0503020204020204" pitchFamily="34" charset="-122"/>
              </a:rPr>
              <a:t>上调用），返回类型必须是</a:t>
            </a:r>
            <a:r>
              <a:rPr lang="en-US" altLang="zh-CN" sz="1600" b="0" dirty="0">
                <a:solidFill>
                  <a:srgbClr val="FF0000"/>
                </a:solidFill>
                <a:effectLst/>
                <a:latin typeface="微软雅黑" panose="020B0503020204020204" pitchFamily="34" charset="-122"/>
                <a:ea typeface="微软雅黑" panose="020B0503020204020204" pitchFamily="34" charset="-122"/>
              </a:rPr>
              <a:t>void</a:t>
            </a:r>
            <a:r>
              <a:rPr lang="zh-CN" altLang="en-US" sz="1600" b="0" dirty="0">
                <a:effectLst/>
                <a:latin typeface="微软雅黑" panose="020B0503020204020204" pitchFamily="34" charset="-122"/>
                <a:ea typeface="微软雅黑" panose="020B0503020204020204" pitchFamily="34" charset="-122"/>
              </a:rPr>
              <a:t>，不支持可变参数参数，不能成为类成员函数。注意用</a:t>
            </a:r>
            <a:r>
              <a:rPr lang="en-US" altLang="zh-CN" sz="1600" b="0" dirty="0">
                <a:effectLst/>
                <a:latin typeface="微软雅黑" panose="020B0503020204020204" pitchFamily="34" charset="-122"/>
                <a:ea typeface="微软雅黑" panose="020B0503020204020204" pitchFamily="34" charset="-122"/>
              </a:rPr>
              <a:t>__global__</a:t>
            </a:r>
            <a:r>
              <a:rPr lang="zh-CN" altLang="en-US" sz="1600" b="0" dirty="0">
                <a:effectLst/>
                <a:latin typeface="微软雅黑" panose="020B0503020204020204" pitchFamily="34" charset="-122"/>
                <a:ea typeface="微软雅黑" panose="020B0503020204020204" pitchFamily="34" charset="-122"/>
              </a:rPr>
              <a:t>定义的</a:t>
            </a:r>
            <a:r>
              <a:rPr lang="en-US" altLang="zh-CN" sz="1600" b="0" dirty="0">
                <a:effectLst/>
                <a:latin typeface="微软雅黑" panose="020B0503020204020204" pitchFamily="34" charset="-122"/>
                <a:ea typeface="微软雅黑" panose="020B0503020204020204" pitchFamily="34" charset="-122"/>
              </a:rPr>
              <a:t>kernel</a:t>
            </a:r>
            <a:r>
              <a:rPr lang="zh-CN" altLang="en-US" sz="1600" b="0" dirty="0">
                <a:effectLst/>
                <a:latin typeface="微软雅黑" panose="020B0503020204020204" pitchFamily="34" charset="-122"/>
                <a:ea typeface="微软雅黑" panose="020B0503020204020204" pitchFamily="34" charset="-122"/>
              </a:rPr>
              <a:t>是</a:t>
            </a:r>
            <a:r>
              <a:rPr lang="zh-CN" altLang="en-US" sz="1600" b="0" dirty="0">
                <a:solidFill>
                  <a:srgbClr val="FF0000"/>
                </a:solidFill>
                <a:effectLst/>
                <a:latin typeface="微软雅黑" panose="020B0503020204020204" pitchFamily="34" charset="-122"/>
                <a:ea typeface="微软雅黑" panose="020B0503020204020204" pitchFamily="34" charset="-122"/>
              </a:rPr>
              <a:t>异步</a:t>
            </a:r>
            <a:r>
              <a:rPr lang="zh-CN" altLang="en-US" sz="1600" b="0" dirty="0">
                <a:effectLst/>
                <a:latin typeface="微软雅黑" panose="020B0503020204020204" pitchFamily="34" charset="-122"/>
                <a:ea typeface="微软雅黑" panose="020B0503020204020204" pitchFamily="34" charset="-122"/>
              </a:rPr>
              <a:t>的，这意味着</a:t>
            </a:r>
            <a:r>
              <a:rPr lang="en-US" altLang="zh-CN" sz="1600" b="0" dirty="0">
                <a:effectLst/>
                <a:latin typeface="微软雅黑" panose="020B0503020204020204" pitchFamily="34" charset="-122"/>
                <a:ea typeface="微软雅黑" panose="020B0503020204020204" pitchFamily="34" charset="-122"/>
              </a:rPr>
              <a:t>host</a:t>
            </a:r>
            <a:r>
              <a:rPr lang="zh-CN" altLang="en-US" sz="1600" b="0" dirty="0">
                <a:effectLst/>
                <a:latin typeface="微软雅黑" panose="020B0503020204020204" pitchFamily="34" charset="-122"/>
                <a:ea typeface="微软雅黑" panose="020B0503020204020204" pitchFamily="34" charset="-122"/>
              </a:rPr>
              <a:t>不会等待</a:t>
            </a:r>
            <a:r>
              <a:rPr lang="en-US" altLang="zh-CN" sz="1600" b="0" dirty="0">
                <a:effectLst/>
                <a:latin typeface="微软雅黑" panose="020B0503020204020204" pitchFamily="34" charset="-122"/>
                <a:ea typeface="微软雅黑" panose="020B0503020204020204" pitchFamily="34" charset="-122"/>
              </a:rPr>
              <a:t>kernel</a:t>
            </a:r>
            <a:r>
              <a:rPr lang="zh-CN" altLang="en-US" sz="1600" b="0" dirty="0">
                <a:effectLst/>
                <a:latin typeface="微软雅黑" panose="020B0503020204020204" pitchFamily="34" charset="-122"/>
                <a:ea typeface="微软雅黑" panose="020B0503020204020204" pitchFamily="34" charset="-122"/>
              </a:rPr>
              <a:t>执行完就执行下一步。</a:t>
            </a:r>
          </a:p>
          <a:p>
            <a:pPr marL="342900" indent="-342900">
              <a:lnSpc>
                <a:spcPct val="150000"/>
              </a:lnSpc>
              <a:buFont typeface="+mj-lt"/>
              <a:buAutoNum type="arabicPeriod"/>
            </a:pPr>
            <a:r>
              <a:rPr lang="en-US" altLang="zh-CN" sz="1600" b="0" dirty="0">
                <a:effectLst/>
                <a:latin typeface="微软雅黑" panose="020B0503020204020204" pitchFamily="34" charset="-122"/>
                <a:ea typeface="微软雅黑" panose="020B0503020204020204" pitchFamily="34" charset="-122"/>
              </a:rPr>
              <a:t>__device__</a:t>
            </a:r>
            <a:r>
              <a:rPr lang="zh-CN" altLang="en-US" sz="1600" b="0" dirty="0">
                <a:effectLst/>
                <a:latin typeface="微软雅黑" panose="020B0503020204020204" pitchFamily="34" charset="-122"/>
                <a:ea typeface="微软雅黑" panose="020B0503020204020204" pitchFamily="34" charset="-122"/>
              </a:rPr>
              <a:t>：在</a:t>
            </a:r>
            <a:r>
              <a:rPr lang="en-US" altLang="zh-CN" sz="1600" b="0" dirty="0">
                <a:effectLst/>
                <a:latin typeface="微软雅黑" panose="020B0503020204020204" pitchFamily="34" charset="-122"/>
                <a:ea typeface="微软雅黑" panose="020B0503020204020204" pitchFamily="34" charset="-122"/>
              </a:rPr>
              <a:t>device</a:t>
            </a:r>
            <a:r>
              <a:rPr lang="zh-CN" altLang="en-US" sz="1600" b="0" dirty="0">
                <a:effectLst/>
                <a:latin typeface="微软雅黑" panose="020B0503020204020204" pitchFamily="34" charset="-122"/>
                <a:ea typeface="微软雅黑" panose="020B0503020204020204" pitchFamily="34" charset="-122"/>
              </a:rPr>
              <a:t>上执行，单仅可以从</a:t>
            </a:r>
            <a:r>
              <a:rPr lang="en-US" altLang="zh-CN" sz="1600" b="0" dirty="0">
                <a:effectLst/>
                <a:latin typeface="微软雅黑" panose="020B0503020204020204" pitchFamily="34" charset="-122"/>
                <a:ea typeface="微软雅黑" panose="020B0503020204020204" pitchFamily="34" charset="-122"/>
              </a:rPr>
              <a:t>device</a:t>
            </a:r>
            <a:r>
              <a:rPr lang="zh-CN" altLang="en-US" sz="1600" b="0" dirty="0">
                <a:effectLst/>
                <a:latin typeface="微软雅黑" panose="020B0503020204020204" pitchFamily="34" charset="-122"/>
                <a:ea typeface="微软雅黑" panose="020B0503020204020204" pitchFamily="34" charset="-122"/>
              </a:rPr>
              <a:t>中调用，不可以和</a:t>
            </a:r>
            <a:r>
              <a:rPr lang="en-US" altLang="zh-CN" sz="1600" b="0" dirty="0">
                <a:effectLst/>
                <a:latin typeface="微软雅黑" panose="020B0503020204020204" pitchFamily="34" charset="-122"/>
                <a:ea typeface="微软雅黑" panose="020B0503020204020204" pitchFamily="34" charset="-122"/>
              </a:rPr>
              <a:t>__global__</a:t>
            </a:r>
            <a:r>
              <a:rPr lang="zh-CN" altLang="en-US" sz="1600" b="0" dirty="0">
                <a:effectLst/>
                <a:latin typeface="微软雅黑" panose="020B0503020204020204" pitchFamily="34" charset="-122"/>
                <a:ea typeface="微软雅黑" panose="020B0503020204020204" pitchFamily="34" charset="-122"/>
              </a:rPr>
              <a:t>同时用。</a:t>
            </a:r>
          </a:p>
          <a:p>
            <a:pPr marL="342900" indent="-342900">
              <a:lnSpc>
                <a:spcPct val="150000"/>
              </a:lnSpc>
              <a:buFont typeface="+mj-lt"/>
              <a:buAutoNum type="arabicPeriod"/>
            </a:pPr>
            <a:r>
              <a:rPr lang="en-US" altLang="zh-CN" sz="1600" b="0" dirty="0">
                <a:effectLst/>
                <a:latin typeface="微软雅黑" panose="020B0503020204020204" pitchFamily="34" charset="-122"/>
                <a:ea typeface="微软雅黑" panose="020B0503020204020204" pitchFamily="34" charset="-122"/>
              </a:rPr>
              <a:t>__host__</a:t>
            </a:r>
            <a:r>
              <a:rPr lang="zh-CN" altLang="en-US" sz="1600" b="0" dirty="0">
                <a:effectLst/>
                <a:latin typeface="微软雅黑" panose="020B0503020204020204" pitchFamily="34" charset="-122"/>
                <a:ea typeface="微软雅黑" panose="020B0503020204020204" pitchFamily="34" charset="-122"/>
              </a:rPr>
              <a:t>：在</a:t>
            </a:r>
            <a:r>
              <a:rPr lang="en-US" altLang="zh-CN" sz="1600" b="0" dirty="0">
                <a:effectLst/>
                <a:latin typeface="微软雅黑" panose="020B0503020204020204" pitchFamily="34" charset="-122"/>
                <a:ea typeface="微软雅黑" panose="020B0503020204020204" pitchFamily="34" charset="-122"/>
              </a:rPr>
              <a:t>host</a:t>
            </a:r>
            <a:r>
              <a:rPr lang="zh-CN" altLang="en-US" sz="1600" b="0" dirty="0">
                <a:effectLst/>
                <a:latin typeface="微软雅黑" panose="020B0503020204020204" pitchFamily="34" charset="-122"/>
                <a:ea typeface="微软雅黑" panose="020B0503020204020204" pitchFamily="34" charset="-122"/>
              </a:rPr>
              <a:t>上执行，仅可以从</a:t>
            </a:r>
            <a:r>
              <a:rPr lang="en-US" altLang="zh-CN" sz="1600" b="0" dirty="0">
                <a:effectLst/>
                <a:latin typeface="微软雅黑" panose="020B0503020204020204" pitchFamily="34" charset="-122"/>
                <a:ea typeface="微软雅黑" panose="020B0503020204020204" pitchFamily="34" charset="-122"/>
              </a:rPr>
              <a:t>host</a:t>
            </a:r>
            <a:r>
              <a:rPr lang="zh-CN" altLang="en-US" sz="1600" b="0" dirty="0">
                <a:effectLst/>
                <a:latin typeface="微软雅黑" panose="020B0503020204020204" pitchFamily="34" charset="-122"/>
                <a:ea typeface="微软雅黑" panose="020B0503020204020204" pitchFamily="34" charset="-122"/>
              </a:rPr>
              <a:t>上调用，一般省略不写，不可以和</a:t>
            </a:r>
            <a:r>
              <a:rPr lang="en-US" altLang="zh-CN" sz="1600" b="0" dirty="0">
                <a:effectLst/>
                <a:latin typeface="微软雅黑" panose="020B0503020204020204" pitchFamily="34" charset="-122"/>
                <a:ea typeface="微软雅黑" panose="020B0503020204020204" pitchFamily="34" charset="-122"/>
              </a:rPr>
              <a:t>__global__</a:t>
            </a:r>
            <a:r>
              <a:rPr lang="zh-CN" altLang="en-US" sz="1600" b="0" dirty="0">
                <a:effectLst/>
                <a:latin typeface="微软雅黑" panose="020B0503020204020204" pitchFamily="34" charset="-122"/>
                <a:ea typeface="微软雅黑" panose="020B0503020204020204" pitchFamily="34" charset="-122"/>
              </a:rPr>
              <a:t>同时用，但可和</a:t>
            </a:r>
            <a:r>
              <a:rPr lang="en-US" altLang="zh-CN" sz="1600" b="0" dirty="0">
                <a:effectLst/>
                <a:latin typeface="微软雅黑" panose="020B0503020204020204" pitchFamily="34" charset="-122"/>
                <a:ea typeface="微软雅黑" panose="020B0503020204020204" pitchFamily="34" charset="-122"/>
              </a:rPr>
              <a:t>__device__</a:t>
            </a:r>
            <a:r>
              <a:rPr lang="zh-CN" altLang="en-US" sz="1600" b="0" dirty="0">
                <a:effectLst/>
                <a:latin typeface="微软雅黑" panose="020B0503020204020204" pitchFamily="34" charset="-122"/>
                <a:ea typeface="微软雅黑" panose="020B0503020204020204" pitchFamily="34" charset="-122"/>
              </a:rPr>
              <a:t>，此时函数会在</a:t>
            </a:r>
            <a:r>
              <a:rPr lang="en-US" altLang="zh-CN" sz="1600" b="0" dirty="0">
                <a:effectLst/>
                <a:latin typeface="微软雅黑" panose="020B0503020204020204" pitchFamily="34" charset="-122"/>
                <a:ea typeface="微软雅黑" panose="020B0503020204020204" pitchFamily="34" charset="-122"/>
              </a:rPr>
              <a:t>device</a:t>
            </a:r>
            <a:r>
              <a:rPr lang="zh-CN" altLang="en-US" sz="1600" b="0" dirty="0">
                <a:effectLst/>
                <a:latin typeface="微软雅黑" panose="020B0503020204020204" pitchFamily="34" charset="-122"/>
                <a:ea typeface="微软雅黑" panose="020B0503020204020204" pitchFamily="34" charset="-122"/>
              </a:rPr>
              <a:t>和</a:t>
            </a:r>
            <a:r>
              <a:rPr lang="en-US" altLang="zh-CN" sz="1600" b="0" dirty="0">
                <a:effectLst/>
                <a:latin typeface="微软雅黑" panose="020B0503020204020204" pitchFamily="34" charset="-122"/>
                <a:ea typeface="微软雅黑" panose="020B0503020204020204" pitchFamily="34" charset="-122"/>
              </a:rPr>
              <a:t>host</a:t>
            </a:r>
            <a:r>
              <a:rPr lang="zh-CN" altLang="en-US" sz="1600" b="0" dirty="0">
                <a:effectLst/>
                <a:latin typeface="微软雅黑" panose="020B0503020204020204" pitchFamily="34" charset="-122"/>
                <a:ea typeface="微软雅黑" panose="020B0503020204020204" pitchFamily="34" charset="-122"/>
              </a:rPr>
              <a:t>都编译。</a:t>
            </a:r>
            <a:endParaRPr lang="en-US" altLang="zh-CN" sz="1600" b="0" dirty="0">
              <a:effectLst/>
              <a:latin typeface="微软雅黑" panose="020B0503020204020204" pitchFamily="34" charset="-122"/>
              <a:ea typeface="微软雅黑" panose="020B0503020204020204" pitchFamily="34" charset="-122"/>
            </a:endParaRPr>
          </a:p>
          <a:p>
            <a:pPr>
              <a:lnSpc>
                <a:spcPct val="150000"/>
              </a:lnSpc>
            </a:pPr>
            <a:endParaRPr lang="en-US" altLang="zh-CN" sz="1600" dirty="0">
              <a:latin typeface="微软雅黑" panose="020B0503020204020204" pitchFamily="34" charset="-122"/>
              <a:ea typeface="微软雅黑" panose="020B0503020204020204" pitchFamily="34" charset="-122"/>
            </a:endParaRPr>
          </a:p>
          <a:p>
            <a:pPr>
              <a:lnSpc>
                <a:spcPct val="150000"/>
              </a:lnSpc>
            </a:pPr>
            <a:r>
              <a:rPr lang="zh-CN" altLang="en-US" sz="1600" b="0" dirty="0">
                <a:effectLst/>
                <a:latin typeface="微软雅黑" panose="020B0503020204020204" pitchFamily="34" charset="-122"/>
                <a:ea typeface="微软雅黑" panose="020B0503020204020204" pitchFamily="34" charset="-122"/>
              </a:rPr>
              <a:t>用法：</a:t>
            </a:r>
            <a:r>
              <a:rPr lang="en-US" altLang="zh-CN" sz="1600" b="0" dirty="0">
                <a:effectLst/>
                <a:latin typeface="微软雅黑" panose="020B0503020204020204" pitchFamily="34" charset="-122"/>
                <a:ea typeface="微软雅黑" panose="020B0503020204020204" pitchFamily="34" charset="-122"/>
              </a:rPr>
              <a:t> </a:t>
            </a:r>
            <a:r>
              <a:rPr lang="en-US" altLang="zh-CN" sz="1600" b="0" dirty="0">
                <a:solidFill>
                  <a:srgbClr val="0000FF"/>
                </a:solidFill>
                <a:effectLst/>
                <a:latin typeface="Consolas" panose="020B0609020204030204" pitchFamily="49" charset="0"/>
              </a:rPr>
              <a:t>__global__</a:t>
            </a:r>
            <a:r>
              <a:rPr lang="en-US" altLang="zh-CN" sz="1600" b="0" dirty="0">
                <a:solidFill>
                  <a:srgbClr val="000000"/>
                </a:solidFill>
                <a:effectLst/>
                <a:latin typeface="Consolas" panose="020B0609020204030204" pitchFamily="49" charset="0"/>
              </a:rPr>
              <a:t> </a:t>
            </a:r>
            <a:r>
              <a:rPr lang="en-US" altLang="zh-CN" sz="1600" b="0" dirty="0">
                <a:solidFill>
                  <a:srgbClr val="0000FF"/>
                </a:solidFill>
                <a:effectLst/>
                <a:latin typeface="Consolas" panose="020B0609020204030204" pitchFamily="49" charset="0"/>
              </a:rPr>
              <a:t>void</a:t>
            </a:r>
            <a:r>
              <a:rPr lang="en-US" altLang="zh-CN" sz="1600" b="0" dirty="0">
                <a:solidFill>
                  <a:srgbClr val="000000"/>
                </a:solidFill>
                <a:effectLst/>
                <a:latin typeface="Consolas" panose="020B0609020204030204" pitchFamily="49" charset="0"/>
              </a:rPr>
              <a:t> Matmul1(</a:t>
            </a:r>
            <a:r>
              <a:rPr lang="en-US" altLang="zh-CN" sz="1600" b="0" dirty="0">
                <a:solidFill>
                  <a:srgbClr val="0000FF"/>
                </a:solidFill>
                <a:effectLst/>
                <a:latin typeface="Consolas" panose="020B0609020204030204" pitchFamily="49" charset="0"/>
              </a:rPr>
              <a:t>float</a:t>
            </a:r>
            <a:r>
              <a:rPr lang="en-US" altLang="zh-CN" sz="1600" b="0" dirty="0">
                <a:solidFill>
                  <a:srgbClr val="000000"/>
                </a:solidFill>
                <a:effectLst/>
                <a:latin typeface="Consolas" panose="020B0609020204030204" pitchFamily="49" charset="0"/>
              </a:rPr>
              <a:t> </a:t>
            </a:r>
            <a:r>
              <a:rPr lang="en-US" altLang="zh-CN" sz="1600" b="0" dirty="0">
                <a:solidFill>
                  <a:srgbClr val="0000FF"/>
                </a:solidFill>
                <a:effectLst/>
                <a:latin typeface="Consolas" panose="020B0609020204030204" pitchFamily="49" charset="0"/>
              </a:rPr>
              <a:t>*</a:t>
            </a:r>
            <a:r>
              <a:rPr lang="en-US" altLang="zh-CN" sz="1600" b="0" dirty="0" err="1">
                <a:solidFill>
                  <a:srgbClr val="000000"/>
                </a:solidFill>
                <a:effectLst/>
                <a:latin typeface="Consolas" panose="020B0609020204030204" pitchFamily="49" charset="0"/>
              </a:rPr>
              <a:t>A,</a:t>
            </a:r>
            <a:r>
              <a:rPr lang="en-US" altLang="zh-CN" sz="1600" b="0" dirty="0" err="1">
                <a:solidFill>
                  <a:srgbClr val="0000FF"/>
                </a:solidFill>
                <a:effectLst/>
                <a:latin typeface="Consolas" panose="020B0609020204030204" pitchFamily="49" charset="0"/>
              </a:rPr>
              <a:t>float</a:t>
            </a:r>
            <a:r>
              <a:rPr lang="en-US" altLang="zh-CN" sz="1600" b="0" dirty="0">
                <a:solidFill>
                  <a:srgbClr val="000000"/>
                </a:solidFill>
                <a:effectLst/>
                <a:latin typeface="Consolas" panose="020B0609020204030204" pitchFamily="49" charset="0"/>
              </a:rPr>
              <a:t> </a:t>
            </a:r>
            <a:r>
              <a:rPr lang="en-US" altLang="zh-CN" sz="1600" b="0" dirty="0">
                <a:solidFill>
                  <a:srgbClr val="0000FF"/>
                </a:solidFill>
                <a:effectLst/>
                <a:latin typeface="Consolas" panose="020B0609020204030204" pitchFamily="49" charset="0"/>
              </a:rPr>
              <a:t>*</a:t>
            </a:r>
            <a:r>
              <a:rPr lang="en-US" altLang="zh-CN" sz="1600" b="0" dirty="0" err="1">
                <a:solidFill>
                  <a:srgbClr val="000000"/>
                </a:solidFill>
                <a:effectLst/>
                <a:latin typeface="Consolas" panose="020B0609020204030204" pitchFamily="49" charset="0"/>
              </a:rPr>
              <a:t>B,</a:t>
            </a:r>
            <a:r>
              <a:rPr lang="en-US" altLang="zh-CN" sz="1600" b="0" dirty="0" err="1">
                <a:solidFill>
                  <a:srgbClr val="0000FF"/>
                </a:solidFill>
                <a:effectLst/>
                <a:latin typeface="Consolas" panose="020B0609020204030204" pitchFamily="49" charset="0"/>
              </a:rPr>
              <a:t>float</a:t>
            </a:r>
            <a:r>
              <a:rPr lang="en-US" altLang="zh-CN" sz="1600" b="0" dirty="0">
                <a:solidFill>
                  <a:srgbClr val="000000"/>
                </a:solidFill>
                <a:effectLst/>
                <a:latin typeface="Consolas" panose="020B0609020204030204" pitchFamily="49" charset="0"/>
              </a:rPr>
              <a:t> </a:t>
            </a:r>
            <a:r>
              <a:rPr lang="en-US" altLang="zh-CN" sz="1600" b="0" dirty="0">
                <a:solidFill>
                  <a:srgbClr val="0000FF"/>
                </a:solidFill>
                <a:effectLst/>
                <a:latin typeface="Consolas" panose="020B0609020204030204" pitchFamily="49" charset="0"/>
              </a:rPr>
              <a:t>*</a:t>
            </a:r>
            <a:r>
              <a:rPr lang="en-US" altLang="zh-CN" sz="1600" b="0" dirty="0" err="1">
                <a:solidFill>
                  <a:srgbClr val="000000"/>
                </a:solidFill>
                <a:effectLst/>
                <a:latin typeface="Consolas" panose="020B0609020204030204" pitchFamily="49" charset="0"/>
              </a:rPr>
              <a:t>C,</a:t>
            </a:r>
            <a:r>
              <a:rPr lang="en-US" altLang="zh-CN" sz="1600" b="0" dirty="0" err="1">
                <a:solidFill>
                  <a:srgbClr val="0000FF"/>
                </a:solidFill>
                <a:effectLst/>
                <a:latin typeface="Consolas" panose="020B0609020204030204" pitchFamily="49" charset="0"/>
              </a:rPr>
              <a:t>unsigned</a:t>
            </a:r>
            <a:r>
              <a:rPr lang="en-US" altLang="zh-CN" sz="1600" b="0" dirty="0">
                <a:solidFill>
                  <a:srgbClr val="000000"/>
                </a:solidFill>
                <a:effectLst/>
                <a:latin typeface="Consolas" panose="020B0609020204030204" pitchFamily="49" charset="0"/>
              </a:rPr>
              <a:t> N)</a:t>
            </a:r>
            <a:r>
              <a:rPr lang="en-US" altLang="zh-CN" sz="1600" dirty="0">
                <a:solidFill>
                  <a:srgbClr val="000000"/>
                </a:solidFill>
                <a:latin typeface="微软雅黑" panose="020B0503020204020204" pitchFamily="34" charset="-122"/>
                <a:ea typeface="微软雅黑" panose="020B0503020204020204" pitchFamily="34" charset="-122"/>
              </a:rPr>
              <a:t>;</a:t>
            </a:r>
            <a:endParaRPr lang="en-US" altLang="zh-CN" sz="1600" b="0" dirty="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7949376"/>
      </p:ext>
    </p:extLst>
  </p:cSld>
  <p:clrMapOvr>
    <a:masterClrMapping/>
  </p:clrMapOvr>
  <mc:AlternateContent xmlns:mc="http://schemas.openxmlformats.org/markup-compatibility/2006" xmlns:p14="http://schemas.microsoft.com/office/powerpoint/2010/main">
    <mc:Choice Requires="p14">
      <p:transition spd="slow" p14:dur="2000" advTm="13957"/>
    </mc:Choice>
    <mc:Fallback xmlns="">
      <p:transition spd="slow" advTm="13957"/>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B08AAF-D092-8883-72D6-44AB6C7884F3}"/>
            </a:ext>
          </a:extLst>
        </p:cNvPr>
        <p:cNvGrpSpPr/>
        <p:nvPr/>
      </p:nvGrpSpPr>
      <p:grpSpPr>
        <a:xfrm>
          <a:off x="0" y="0"/>
          <a:ext cx="0" cy="0"/>
          <a:chOff x="0" y="0"/>
          <a:chExt cx="0" cy="0"/>
        </a:xfrm>
      </p:grpSpPr>
      <p:grpSp>
        <p:nvGrpSpPr>
          <p:cNvPr id="16" name="组合 52">
            <a:extLst>
              <a:ext uri="{FF2B5EF4-FFF2-40B4-BE49-F238E27FC236}">
                <a16:creationId xmlns:a16="http://schemas.microsoft.com/office/drawing/2014/main" id="{EB202A19-0057-7864-3FD8-F13196063928}"/>
              </a:ext>
            </a:extLst>
          </p:cNvPr>
          <p:cNvGrpSpPr/>
          <p:nvPr/>
        </p:nvGrpSpPr>
        <p:grpSpPr>
          <a:xfrm>
            <a:off x="138564" y="279057"/>
            <a:ext cx="6293973" cy="253916"/>
            <a:chOff x="5637082" y="1769183"/>
            <a:chExt cx="4430606" cy="451405"/>
          </a:xfrm>
        </p:grpSpPr>
        <p:sp>
          <p:nvSpPr>
            <p:cNvPr id="17" name="等腰三角形 53">
              <a:extLst>
                <a:ext uri="{FF2B5EF4-FFF2-40B4-BE49-F238E27FC236}">
                  <a16:creationId xmlns:a16="http://schemas.microsoft.com/office/drawing/2014/main" id="{5A18D9EB-6778-D646-80D4-2E9A092C499C}"/>
                </a:ext>
              </a:extLst>
            </p:cNvPr>
            <p:cNvSpPr/>
            <p:nvPr/>
          </p:nvSpPr>
          <p:spPr>
            <a:xfrm rot="5400000">
              <a:off x="5562941" y="1938259"/>
              <a:ext cx="243283" cy="9500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125">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9" name="文本框 18">
              <a:extLst>
                <a:ext uri="{FF2B5EF4-FFF2-40B4-BE49-F238E27FC236}">
                  <a16:creationId xmlns:a16="http://schemas.microsoft.com/office/drawing/2014/main" id="{BBF4992D-50F2-FA9E-E9B6-C3FFD1DF845A}"/>
                </a:ext>
              </a:extLst>
            </p:cNvPr>
            <p:cNvSpPr txBox="1"/>
            <p:nvPr/>
          </p:nvSpPr>
          <p:spPr>
            <a:xfrm flipH="1">
              <a:off x="5746406" y="1769183"/>
              <a:ext cx="4321282" cy="451405"/>
            </a:xfrm>
            <a:prstGeom prst="rect">
              <a:avLst/>
            </a:prstGeom>
            <a:noFill/>
          </p:spPr>
          <p:txBody>
            <a:bodyPr wrap="square" rtlCol="0">
              <a:spAutoFit/>
            </a:bodyPr>
            <a:lstStyle/>
            <a:p>
              <a:r>
                <a:rPr lang="en-US" altLang="zh-CN" sz="105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Lab5</a:t>
              </a:r>
              <a:r>
                <a:rPr lang="zh-CN" altLang="en-US" sz="105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实验讲解 </a:t>
              </a:r>
              <a:r>
                <a:rPr lang="en-US" altLang="zh-CN" sz="105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050" b="1" dirty="0">
                  <a:solidFill>
                    <a:schemeClr val="bg1"/>
                  </a:solidFill>
                  <a:latin typeface="微软雅黑" panose="020B0503020204020204" pitchFamily="34" charset="-122"/>
                  <a:ea typeface="微软雅黑" panose="020B0503020204020204" pitchFamily="34" charset="-122"/>
                </a:rPr>
                <a:t>CUDA</a:t>
              </a:r>
              <a:r>
                <a:rPr lang="zh-CN" altLang="en-US" sz="1050" b="1" dirty="0">
                  <a:solidFill>
                    <a:schemeClr val="bg1"/>
                  </a:solidFill>
                  <a:latin typeface="微软雅黑" panose="020B0503020204020204" pitchFamily="34" charset="-122"/>
                  <a:ea typeface="微软雅黑" panose="020B0503020204020204" pitchFamily="34" charset="-122"/>
                </a:rPr>
                <a:t>简介</a:t>
              </a:r>
            </a:p>
          </p:txBody>
        </p:sp>
      </p:grpSp>
      <p:sp>
        <p:nvSpPr>
          <p:cNvPr id="6" name="矩形 5">
            <a:extLst>
              <a:ext uri="{FF2B5EF4-FFF2-40B4-BE49-F238E27FC236}">
                <a16:creationId xmlns:a16="http://schemas.microsoft.com/office/drawing/2014/main" id="{220D8C3C-8597-12E1-8030-AC0FFB93C82C}"/>
              </a:ext>
            </a:extLst>
          </p:cNvPr>
          <p:cNvSpPr/>
          <p:nvPr/>
        </p:nvSpPr>
        <p:spPr>
          <a:xfrm>
            <a:off x="138564" y="848265"/>
            <a:ext cx="2504788" cy="418191"/>
          </a:xfrm>
          <a:prstGeom prst="rect">
            <a:avLst/>
          </a:prstGeom>
        </p:spPr>
        <p:txBody>
          <a:bodyPr wrap="none">
            <a:spAutoFit/>
          </a:bodyPr>
          <a:lstStyle/>
          <a:p>
            <a:pPr>
              <a:lnSpc>
                <a:spcPct val="150000"/>
              </a:lnSpc>
            </a:pPr>
            <a:r>
              <a:rPr lang="en-US" altLang="zh-CN" sz="1600" b="1" dirty="0">
                <a:latin typeface="微软雅黑" panose="020B0503020204020204" pitchFamily="34" charset="-122"/>
                <a:ea typeface="微软雅黑" panose="020B0503020204020204" pitchFamily="34" charset="-122"/>
              </a:rPr>
              <a:t>CUDA</a:t>
            </a:r>
            <a:r>
              <a:rPr lang="zh-CN" altLang="en-US" sz="1600" b="1" dirty="0">
                <a:latin typeface="微软雅黑" panose="020B0503020204020204" pitchFamily="34" charset="-122"/>
                <a:ea typeface="微软雅黑" panose="020B0503020204020204" pitchFamily="34" charset="-122"/>
              </a:rPr>
              <a:t>简介</a:t>
            </a:r>
            <a:r>
              <a:rPr lang="en-US" altLang="zh-CN" sz="1600" b="1" dirty="0">
                <a:latin typeface="微软雅黑" panose="020B0503020204020204" pitchFamily="34" charset="-122"/>
                <a:ea typeface="微软雅黑" panose="020B0503020204020204" pitchFamily="34" charset="-122"/>
              </a:rPr>
              <a:t>-</a:t>
            </a:r>
            <a:r>
              <a:rPr lang="en-US" altLang="zh-CN" sz="1600" b="1" dirty="0">
                <a:effectLst/>
                <a:latin typeface="微软雅黑" panose="020B0503020204020204" pitchFamily="34" charset="-122"/>
                <a:ea typeface="微软雅黑" panose="020B0503020204020204" pitchFamily="34" charset="-122"/>
              </a:rPr>
              <a:t>Grid</a:t>
            </a:r>
            <a:r>
              <a:rPr lang="zh-CN" altLang="en-US" sz="1600" b="1" dirty="0">
                <a:effectLst/>
                <a:latin typeface="微软雅黑" panose="020B0503020204020204" pitchFamily="34" charset="-122"/>
                <a:ea typeface="微软雅黑" panose="020B0503020204020204" pitchFamily="34" charset="-122"/>
              </a:rPr>
              <a:t>和</a:t>
            </a:r>
            <a:r>
              <a:rPr lang="en-US" altLang="zh-CN" sz="1600" b="1" dirty="0">
                <a:effectLst/>
                <a:latin typeface="微软雅黑" panose="020B0503020204020204" pitchFamily="34" charset="-122"/>
                <a:ea typeface="微软雅黑" panose="020B0503020204020204" pitchFamily="34" charset="-122"/>
              </a:rPr>
              <a:t>Block</a:t>
            </a:r>
          </a:p>
        </p:txBody>
      </p:sp>
      <p:sp>
        <p:nvSpPr>
          <p:cNvPr id="3" name="矩形 2">
            <a:extLst>
              <a:ext uri="{FF2B5EF4-FFF2-40B4-BE49-F238E27FC236}">
                <a16:creationId xmlns:a16="http://schemas.microsoft.com/office/drawing/2014/main" id="{50062F69-5B5B-AE5B-E30F-A732187C4372}"/>
              </a:ext>
            </a:extLst>
          </p:cNvPr>
          <p:cNvSpPr/>
          <p:nvPr/>
        </p:nvSpPr>
        <p:spPr>
          <a:xfrm>
            <a:off x="400521" y="1384572"/>
            <a:ext cx="8342957" cy="1156855"/>
          </a:xfrm>
          <a:prstGeom prst="rect">
            <a:avLst/>
          </a:prstGeom>
        </p:spPr>
        <p:txBody>
          <a:bodyPr wrap="square">
            <a:spAutoFit/>
          </a:bodyPr>
          <a:lstStyle/>
          <a:p>
            <a:pPr>
              <a:lnSpc>
                <a:spcPct val="150000"/>
              </a:lnSpc>
            </a:pPr>
            <a:r>
              <a:rPr lang="zh-CN" altLang="en-US" sz="1600" b="0" dirty="0">
                <a:effectLst/>
                <a:latin typeface="微软雅黑" panose="020B0503020204020204" pitchFamily="34" charset="-122"/>
                <a:ea typeface="微软雅黑" panose="020B0503020204020204" pitchFamily="34" charset="-122"/>
              </a:rPr>
              <a:t>一个内核（</a:t>
            </a:r>
            <a:r>
              <a:rPr lang="en-US" altLang="zh-CN" sz="1600" b="0" dirty="0">
                <a:effectLst/>
                <a:latin typeface="微软雅黑" panose="020B0503020204020204" pitchFamily="34" charset="-122"/>
                <a:ea typeface="微软雅黑" panose="020B0503020204020204" pitchFamily="34" charset="-122"/>
              </a:rPr>
              <a:t>kernel</a:t>
            </a:r>
            <a:r>
              <a:rPr lang="zh-CN" altLang="en-US" sz="1600" b="0" dirty="0">
                <a:effectLst/>
                <a:latin typeface="微软雅黑" panose="020B0503020204020204" pitchFamily="34" charset="-122"/>
                <a:ea typeface="微软雅黑" panose="020B0503020204020204" pitchFamily="34" charset="-122"/>
              </a:rPr>
              <a:t>，简单理解为一个</a:t>
            </a:r>
            <a:r>
              <a:rPr lang="en-US" altLang="zh-CN" sz="1600" b="0" dirty="0">
                <a:effectLst/>
                <a:latin typeface="微软雅黑" panose="020B0503020204020204" pitchFamily="34" charset="-122"/>
                <a:ea typeface="微软雅黑" panose="020B0503020204020204" pitchFamily="34" charset="-122"/>
              </a:rPr>
              <a:t>__global__</a:t>
            </a:r>
            <a:r>
              <a:rPr lang="zh-CN" altLang="en-US" sz="1600" b="0" dirty="0">
                <a:effectLst/>
                <a:latin typeface="微软雅黑" panose="020B0503020204020204" pitchFamily="34" charset="-122"/>
                <a:ea typeface="微软雅黑" panose="020B0503020204020204" pitchFamily="34" charset="-122"/>
              </a:rPr>
              <a:t>函数）启动的所有线程构成一个网格（</a:t>
            </a:r>
            <a:r>
              <a:rPr lang="en-US" altLang="zh-CN" sz="1600" b="0" dirty="0">
                <a:effectLst/>
                <a:latin typeface="微软雅黑" panose="020B0503020204020204" pitchFamily="34" charset="-122"/>
                <a:ea typeface="微软雅黑" panose="020B0503020204020204" pitchFamily="34" charset="-122"/>
              </a:rPr>
              <a:t>Grid</a:t>
            </a:r>
            <a:r>
              <a:rPr lang="zh-CN" altLang="en-US" sz="1600" b="0" dirty="0">
                <a:effectLst/>
                <a:latin typeface="微软雅黑" panose="020B0503020204020204" pitchFamily="34" charset="-122"/>
                <a:ea typeface="微软雅黑" panose="020B0503020204020204" pitchFamily="34" charset="-122"/>
              </a:rPr>
              <a:t>），每个网格可分为很多线程块（</a:t>
            </a:r>
            <a:r>
              <a:rPr lang="en-US" altLang="zh-CN" sz="1600" b="0" dirty="0">
                <a:effectLst/>
                <a:latin typeface="微软雅黑" panose="020B0503020204020204" pitchFamily="34" charset="-122"/>
                <a:ea typeface="微软雅黑" panose="020B0503020204020204" pitchFamily="34" charset="-122"/>
              </a:rPr>
              <a:t>Block</a:t>
            </a:r>
            <a:r>
              <a:rPr lang="zh-CN" altLang="en-US" sz="1600" b="0" dirty="0">
                <a:effectLst/>
                <a:latin typeface="微软雅黑" panose="020B0503020204020204" pitchFamily="34" charset="-122"/>
                <a:ea typeface="微软雅黑" panose="020B0503020204020204" pitchFamily="34" charset="-122"/>
              </a:rPr>
              <a:t>）。每个</a:t>
            </a:r>
            <a:r>
              <a:rPr lang="en-US" altLang="zh-CN" sz="1600" b="0" dirty="0">
                <a:effectLst/>
                <a:latin typeface="微软雅黑" panose="020B0503020204020204" pitchFamily="34" charset="-122"/>
                <a:ea typeface="微软雅黑" panose="020B0503020204020204" pitchFamily="34" charset="-122"/>
              </a:rPr>
              <a:t>block</a:t>
            </a:r>
            <a:r>
              <a:rPr lang="zh-CN" altLang="en-US" sz="1600" dirty="0">
                <a:latin typeface="微软雅黑" panose="020B0503020204020204" pitchFamily="34" charset="-122"/>
                <a:ea typeface="微软雅黑" panose="020B0503020204020204" pitchFamily="34" charset="-122"/>
              </a:rPr>
              <a:t>又由很多线程组成，每个线程都执行同样的代码即同一个</a:t>
            </a:r>
            <a:r>
              <a:rPr lang="en-US" altLang="zh-CN" sz="1600" b="0" dirty="0">
                <a:effectLst/>
                <a:latin typeface="微软雅黑" panose="020B0503020204020204" pitchFamily="34" charset="-122"/>
                <a:ea typeface="微软雅黑" panose="020B0503020204020204" pitchFamily="34" charset="-122"/>
              </a:rPr>
              <a:t>__global__</a:t>
            </a:r>
            <a:r>
              <a:rPr lang="zh-CN" altLang="en-US" sz="1600" b="0" dirty="0">
                <a:effectLst/>
                <a:latin typeface="微软雅黑" panose="020B0503020204020204" pitchFamily="34" charset="-122"/>
                <a:ea typeface="微软雅黑" panose="020B0503020204020204" pitchFamily="34" charset="-122"/>
              </a:rPr>
              <a:t>函数。</a:t>
            </a:r>
          </a:p>
        </p:txBody>
      </p:sp>
      <p:pic>
        <p:nvPicPr>
          <p:cNvPr id="4" name="图片 3">
            <a:extLst>
              <a:ext uri="{FF2B5EF4-FFF2-40B4-BE49-F238E27FC236}">
                <a16:creationId xmlns:a16="http://schemas.microsoft.com/office/drawing/2014/main" id="{D8B03EF6-ED05-954F-4910-E1E9008E8F8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57829" y="2541427"/>
            <a:ext cx="4349416" cy="4063067"/>
          </a:xfrm>
          <a:prstGeom prst="rect">
            <a:avLst/>
          </a:prstGeom>
        </p:spPr>
      </p:pic>
      <p:sp>
        <p:nvSpPr>
          <p:cNvPr id="5" name="文本框 4">
            <a:extLst>
              <a:ext uri="{FF2B5EF4-FFF2-40B4-BE49-F238E27FC236}">
                <a16:creationId xmlns:a16="http://schemas.microsoft.com/office/drawing/2014/main" id="{70BBAADA-B17F-8F8F-9A4E-0B07780F5407}"/>
              </a:ext>
            </a:extLst>
          </p:cNvPr>
          <p:cNvSpPr txBox="1"/>
          <p:nvPr/>
        </p:nvSpPr>
        <p:spPr>
          <a:xfrm>
            <a:off x="400519" y="2526430"/>
            <a:ext cx="3596445" cy="3785652"/>
          </a:xfrm>
          <a:prstGeom prst="rect">
            <a:avLst/>
          </a:prstGeom>
          <a:noFill/>
        </p:spPr>
        <p:txBody>
          <a:bodyPr wrap="square" rtlCol="0">
            <a:spAutoFit/>
          </a:bodyPr>
          <a:lstStyle/>
          <a:p>
            <a:r>
              <a:rPr lang="en-US" altLang="zh-CN" sz="1600" dirty="0">
                <a:latin typeface="微软雅黑" panose="020B0503020204020204" pitchFamily="34" charset="-122"/>
                <a:ea typeface="微软雅黑" panose="020B0503020204020204" pitchFamily="34" charset="-122"/>
              </a:rPr>
              <a:t>Grid</a:t>
            </a:r>
            <a:r>
              <a:rPr lang="zh-CN" altLang="en-US" sz="1600" dirty="0">
                <a:latin typeface="微软雅黑" panose="020B0503020204020204" pitchFamily="34" charset="-122"/>
                <a:ea typeface="微软雅黑" panose="020B0503020204020204" pitchFamily="34" charset="-122"/>
              </a:rPr>
              <a:t>与</a:t>
            </a:r>
            <a:r>
              <a:rPr lang="en-US" altLang="zh-CN" sz="1600" dirty="0">
                <a:latin typeface="微软雅黑" panose="020B0503020204020204" pitchFamily="34" charset="-122"/>
                <a:ea typeface="微软雅黑" panose="020B0503020204020204" pitchFamily="34" charset="-122"/>
              </a:rPr>
              <a:t>block</a:t>
            </a:r>
            <a:r>
              <a:rPr lang="zh-CN" altLang="en-US" sz="1600" dirty="0">
                <a:latin typeface="微软雅黑" panose="020B0503020204020204" pitchFamily="34" charset="-122"/>
                <a:ea typeface="微软雅黑" panose="020B0503020204020204" pitchFamily="34" charset="-122"/>
              </a:rPr>
              <a:t>最多有三维，三维相乘的总大小有上限。</a:t>
            </a:r>
            <a:endParaRPr lang="en-US" altLang="zh-CN" sz="1600" dirty="0">
              <a:latin typeface="微软雅黑" panose="020B0503020204020204" pitchFamily="34" charset="-122"/>
              <a:ea typeface="微软雅黑" panose="020B0503020204020204" pitchFamily="34" charset="-122"/>
            </a:endParaRPr>
          </a:p>
          <a:p>
            <a:r>
              <a:rPr lang="zh-CN" altLang="en-US" sz="1600" dirty="0">
                <a:latin typeface="微软雅黑" panose="020B0503020204020204" pitchFamily="34" charset="-122"/>
                <a:ea typeface="微软雅黑" panose="020B0503020204020204" pitchFamily="34" charset="-122"/>
              </a:rPr>
              <a:t>于是一个线程需要用多个结构体标识。</a:t>
            </a:r>
            <a:endParaRPr lang="en-US" altLang="zh-CN" sz="1600" dirty="0">
              <a:latin typeface="微软雅黑" panose="020B0503020204020204" pitchFamily="34" charset="-122"/>
              <a:ea typeface="微软雅黑" panose="020B0503020204020204" pitchFamily="34" charset="-122"/>
            </a:endParaRPr>
          </a:p>
          <a:p>
            <a:r>
              <a:rPr lang="zh-CN" altLang="en-US" sz="1600" dirty="0">
                <a:latin typeface="微软雅黑" panose="020B0503020204020204" pitchFamily="34" charset="-122"/>
                <a:ea typeface="微软雅黑" panose="020B0503020204020204" pitchFamily="34" charset="-122"/>
              </a:rPr>
              <a:t>具体有：</a:t>
            </a:r>
            <a:r>
              <a:rPr lang="en-US" altLang="zh-CN" sz="1600" dirty="0">
                <a:latin typeface="微软雅黑" panose="020B0503020204020204" pitchFamily="34" charset="-122"/>
                <a:ea typeface="微软雅黑" panose="020B0503020204020204" pitchFamily="34" charset="-122"/>
              </a:rPr>
              <a:t> </a:t>
            </a:r>
            <a:r>
              <a:rPr lang="en-US" altLang="zh-CN" sz="1600" dirty="0" err="1">
                <a:latin typeface="微软雅黑" panose="020B0503020204020204" pitchFamily="34" charset="-122"/>
                <a:ea typeface="微软雅黑" panose="020B0503020204020204" pitchFamily="34" charset="-122"/>
              </a:rPr>
              <a:t>gridDim</a:t>
            </a:r>
            <a:r>
              <a:rPr lang="zh-CN" altLang="en-US" sz="1600" dirty="0">
                <a:latin typeface="微软雅黑" panose="020B0503020204020204" pitchFamily="34" charset="-122"/>
                <a:ea typeface="微软雅黑" panose="020B0503020204020204" pitchFamily="34" charset="-122"/>
              </a:rPr>
              <a:t>、</a:t>
            </a:r>
            <a:r>
              <a:rPr lang="en-US" altLang="zh-CN" sz="1600" dirty="0" err="1">
                <a:latin typeface="微软雅黑" panose="020B0503020204020204" pitchFamily="34" charset="-122"/>
                <a:ea typeface="微软雅黑" panose="020B0503020204020204" pitchFamily="34" charset="-122"/>
              </a:rPr>
              <a:t>blockDim</a:t>
            </a:r>
            <a:r>
              <a:rPr lang="zh-CN" altLang="en-US" sz="1600" dirty="0">
                <a:latin typeface="微软雅黑" panose="020B0503020204020204" pitchFamily="34" charset="-122"/>
                <a:ea typeface="微软雅黑" panose="020B0503020204020204" pitchFamily="34" charset="-122"/>
              </a:rPr>
              <a:t>、</a:t>
            </a:r>
            <a:r>
              <a:rPr lang="en-US" altLang="zh-CN" sz="1600" dirty="0" err="1">
                <a:latin typeface="微软雅黑" panose="020B0503020204020204" pitchFamily="34" charset="-122"/>
                <a:ea typeface="微软雅黑" panose="020B0503020204020204" pitchFamily="34" charset="-122"/>
              </a:rPr>
              <a:t>blockIdx</a:t>
            </a:r>
            <a:r>
              <a:rPr lang="zh-CN" altLang="en-US" sz="1600" dirty="0">
                <a:latin typeface="微软雅黑" panose="020B0503020204020204" pitchFamily="34" charset="-122"/>
                <a:ea typeface="微软雅黑" panose="020B0503020204020204" pitchFamily="34" charset="-122"/>
              </a:rPr>
              <a:t>、</a:t>
            </a:r>
            <a:r>
              <a:rPr lang="en-US" altLang="zh-CN" sz="1600" dirty="0" err="1">
                <a:latin typeface="微软雅黑" panose="020B0503020204020204" pitchFamily="34" charset="-122"/>
                <a:ea typeface="微软雅黑" panose="020B0503020204020204" pitchFamily="34" charset="-122"/>
              </a:rPr>
              <a:t>threadIdx</a:t>
            </a:r>
            <a:r>
              <a:rPr lang="zh-CN" altLang="en-US" sz="1600" dirty="0">
                <a:latin typeface="微软雅黑" panose="020B0503020204020204" pitchFamily="34" charset="-122"/>
                <a:ea typeface="微软雅黑" panose="020B0503020204020204" pitchFamily="34" charset="-122"/>
              </a:rPr>
              <a:t>。每个结构体都有三个分量</a:t>
            </a:r>
            <a:r>
              <a:rPr lang="en-US" altLang="zh-CN" sz="1600" dirty="0">
                <a:latin typeface="微软雅黑" panose="020B0503020204020204" pitchFamily="34" charset="-122"/>
                <a:ea typeface="微软雅黑" panose="020B0503020204020204" pitchFamily="34" charset="-122"/>
              </a:rPr>
              <a:t>x</a:t>
            </a:r>
            <a:r>
              <a:rPr lang="zh-CN" altLang="en-US" sz="1600" dirty="0">
                <a:latin typeface="微软雅黑" panose="020B0503020204020204" pitchFamily="34" charset="-122"/>
                <a:ea typeface="微软雅黑" panose="020B0503020204020204" pitchFamily="34" charset="-122"/>
              </a:rPr>
              <a:t>，</a:t>
            </a:r>
            <a:r>
              <a:rPr lang="en-US" altLang="zh-CN" sz="1600" dirty="0">
                <a:latin typeface="微软雅黑" panose="020B0503020204020204" pitchFamily="34" charset="-122"/>
                <a:ea typeface="微软雅黑" panose="020B0503020204020204" pitchFamily="34" charset="-122"/>
              </a:rPr>
              <a:t>y</a:t>
            </a:r>
            <a:r>
              <a:rPr lang="zh-CN" altLang="en-US" sz="1600" dirty="0">
                <a:latin typeface="微软雅黑" panose="020B0503020204020204" pitchFamily="34" charset="-122"/>
                <a:ea typeface="微软雅黑" panose="020B0503020204020204" pitchFamily="34" charset="-122"/>
              </a:rPr>
              <a:t>，</a:t>
            </a:r>
            <a:r>
              <a:rPr lang="en-US" altLang="zh-CN" sz="1600" dirty="0">
                <a:latin typeface="微软雅黑" panose="020B0503020204020204" pitchFamily="34" charset="-122"/>
                <a:ea typeface="微软雅黑" panose="020B0503020204020204" pitchFamily="34" charset="-122"/>
              </a:rPr>
              <a:t>z</a:t>
            </a:r>
            <a:r>
              <a:rPr lang="zh-CN" altLang="en-US" sz="1600" dirty="0">
                <a:latin typeface="微软雅黑" panose="020B0503020204020204" pitchFamily="34" charset="-122"/>
                <a:ea typeface="微软雅黑" panose="020B0503020204020204" pitchFamily="34" charset="-122"/>
              </a:rPr>
              <a:t>。</a:t>
            </a:r>
            <a:endParaRPr lang="en-US" altLang="zh-CN" sz="1600" dirty="0">
              <a:latin typeface="微软雅黑" panose="020B0503020204020204" pitchFamily="34" charset="-122"/>
              <a:ea typeface="微软雅黑" panose="020B0503020204020204" pitchFamily="34" charset="-122"/>
            </a:endParaRPr>
          </a:p>
          <a:p>
            <a:endParaRPr lang="en-US" altLang="zh-CN" sz="1600" dirty="0">
              <a:latin typeface="微软雅黑" panose="020B0503020204020204" pitchFamily="34" charset="-122"/>
              <a:ea typeface="微软雅黑" panose="020B0503020204020204" pitchFamily="34" charset="-122"/>
            </a:endParaRPr>
          </a:p>
          <a:p>
            <a:r>
              <a:rPr lang="en-US" altLang="zh-CN" sz="1600" dirty="0">
                <a:latin typeface="微软雅黑" panose="020B0503020204020204" pitchFamily="34" charset="-122"/>
                <a:ea typeface="微软雅黑" panose="020B0503020204020204" pitchFamily="34" charset="-122"/>
              </a:rPr>
              <a:t>Block</a:t>
            </a:r>
            <a:r>
              <a:rPr lang="zh-CN" altLang="en-US" sz="1600" dirty="0">
                <a:latin typeface="微软雅黑" panose="020B0503020204020204" pitchFamily="34" charset="-122"/>
                <a:ea typeface="微软雅黑" panose="020B0503020204020204" pitchFamily="34" charset="-122"/>
              </a:rPr>
              <a:t>与</a:t>
            </a:r>
            <a:r>
              <a:rPr lang="en-US" altLang="zh-CN" sz="1600" dirty="0">
                <a:latin typeface="微软雅黑" panose="020B0503020204020204" pitchFamily="34" charset="-122"/>
                <a:ea typeface="微软雅黑" panose="020B0503020204020204" pitchFamily="34" charset="-122"/>
              </a:rPr>
              <a:t>Wrap</a:t>
            </a:r>
            <a:r>
              <a:rPr lang="zh-CN" altLang="en-US" sz="1600" dirty="0">
                <a:latin typeface="微软雅黑" panose="020B0503020204020204" pitchFamily="34" charset="-122"/>
                <a:ea typeface="微软雅黑" panose="020B0503020204020204" pitchFamily="34" charset="-122"/>
              </a:rPr>
              <a:t>：一个</a:t>
            </a:r>
            <a:r>
              <a:rPr lang="en-US" altLang="zh-CN" sz="1600" dirty="0">
                <a:latin typeface="微软雅黑" panose="020B0503020204020204" pitchFamily="34" charset="-122"/>
                <a:ea typeface="微软雅黑" panose="020B0503020204020204" pitchFamily="34" charset="-122"/>
              </a:rPr>
              <a:t>block</a:t>
            </a:r>
            <a:r>
              <a:rPr lang="zh-CN" altLang="en-US" sz="1600" dirty="0">
                <a:latin typeface="微软雅黑" panose="020B0503020204020204" pitchFamily="34" charset="-122"/>
                <a:ea typeface="微软雅黑" panose="020B0503020204020204" pitchFamily="34" charset="-122"/>
              </a:rPr>
              <a:t>内的线程一定在同一个</a:t>
            </a:r>
            <a:r>
              <a:rPr lang="en-US" altLang="zh-CN" sz="1600" dirty="0">
                <a:latin typeface="微软雅黑" panose="020B0503020204020204" pitchFamily="34" charset="-122"/>
                <a:ea typeface="微软雅黑" panose="020B0503020204020204" pitchFamily="34" charset="-122"/>
              </a:rPr>
              <a:t>core</a:t>
            </a:r>
            <a:r>
              <a:rPr lang="zh-CN" altLang="en-US" sz="1600" dirty="0">
                <a:latin typeface="微软雅黑" panose="020B0503020204020204" pitchFamily="34" charset="-122"/>
                <a:ea typeface="微软雅黑" panose="020B0503020204020204" pitchFamily="34" charset="-122"/>
              </a:rPr>
              <a:t>上运行，</a:t>
            </a:r>
            <a:r>
              <a:rPr lang="en-US" altLang="zh-CN" sz="1600" dirty="0">
                <a:latin typeface="微软雅黑" panose="020B0503020204020204" pitchFamily="34" charset="-122"/>
                <a:ea typeface="微软雅黑" panose="020B0503020204020204" pitchFamily="34" charset="-122"/>
              </a:rPr>
              <a:t>block</a:t>
            </a:r>
            <a:r>
              <a:rPr lang="zh-CN" altLang="en-US" sz="1600" dirty="0">
                <a:latin typeface="微软雅黑" panose="020B0503020204020204" pitchFamily="34" charset="-122"/>
                <a:ea typeface="微软雅黑" panose="020B0503020204020204" pitchFamily="34" charset="-122"/>
              </a:rPr>
              <a:t>内的线程可分为多个</a:t>
            </a:r>
            <a:r>
              <a:rPr lang="en-US" altLang="zh-CN" sz="1600" dirty="0">
                <a:latin typeface="微软雅黑" panose="020B0503020204020204" pitchFamily="34" charset="-122"/>
                <a:ea typeface="微软雅黑" panose="020B0503020204020204" pitchFamily="34" charset="-122"/>
              </a:rPr>
              <a:t>wrap</a:t>
            </a:r>
            <a:r>
              <a:rPr lang="zh-CN" altLang="en-US" sz="1600" dirty="0">
                <a:latin typeface="微软雅黑" panose="020B0503020204020204" pitchFamily="34" charset="-122"/>
                <a:ea typeface="微软雅黑" panose="020B0503020204020204" pitchFamily="34" charset="-122"/>
              </a:rPr>
              <a:t>。一个</a:t>
            </a:r>
            <a:r>
              <a:rPr lang="en-US" altLang="zh-CN" sz="1600" dirty="0">
                <a:latin typeface="微软雅黑" panose="020B0503020204020204" pitchFamily="34" charset="-122"/>
                <a:ea typeface="微软雅黑" panose="020B0503020204020204" pitchFamily="34" charset="-122"/>
              </a:rPr>
              <a:t>wrap</a:t>
            </a:r>
            <a:r>
              <a:rPr lang="zh-CN" altLang="en-US" sz="1600" dirty="0">
                <a:latin typeface="微软雅黑" panose="020B0503020204020204" pitchFamily="34" charset="-122"/>
                <a:ea typeface="微软雅黑" panose="020B0503020204020204" pitchFamily="34" charset="-122"/>
              </a:rPr>
              <a:t>内的线程一起执行。一个</a:t>
            </a:r>
            <a:r>
              <a:rPr lang="en-US" altLang="zh-CN" sz="1600" dirty="0">
                <a:latin typeface="微软雅黑" panose="020B0503020204020204" pitchFamily="34" charset="-122"/>
                <a:ea typeface="微软雅黑" panose="020B0503020204020204" pitchFamily="34" charset="-122"/>
              </a:rPr>
              <a:t>block</a:t>
            </a:r>
            <a:r>
              <a:rPr lang="zh-CN" altLang="en-US" sz="1600" dirty="0">
                <a:latin typeface="微软雅黑" panose="020B0503020204020204" pitchFamily="34" charset="-122"/>
                <a:ea typeface="微软雅黑" panose="020B0503020204020204" pitchFamily="34" charset="-122"/>
              </a:rPr>
              <a:t>内的最大线程数目有限，如</a:t>
            </a:r>
            <a:r>
              <a:rPr lang="en-US" altLang="zh-CN" sz="1600" dirty="0">
                <a:latin typeface="微软雅黑" panose="020B0503020204020204" pitchFamily="34" charset="-122"/>
                <a:ea typeface="微软雅黑" panose="020B0503020204020204" pitchFamily="34" charset="-122"/>
              </a:rPr>
              <a:t>1024-4096</a:t>
            </a:r>
            <a:r>
              <a:rPr lang="zh-CN" altLang="en-US" sz="1600" dirty="0">
                <a:latin typeface="微软雅黑" panose="020B0503020204020204" pitchFamily="34" charset="-122"/>
                <a:ea typeface="微软雅黑" panose="020B0503020204020204" pitchFamily="34" charset="-122"/>
              </a:rPr>
              <a:t>，一个</a:t>
            </a:r>
            <a:r>
              <a:rPr lang="en-US" altLang="zh-CN" sz="1600" dirty="0">
                <a:latin typeface="微软雅黑" panose="020B0503020204020204" pitchFamily="34" charset="-122"/>
                <a:ea typeface="微软雅黑" panose="020B0503020204020204" pitchFamily="34" charset="-122"/>
              </a:rPr>
              <a:t>wrap</a:t>
            </a:r>
            <a:r>
              <a:rPr lang="zh-CN" altLang="en-US" sz="1600" dirty="0">
                <a:latin typeface="微软雅黑" panose="020B0503020204020204" pitchFamily="34" charset="-122"/>
                <a:ea typeface="微软雅黑" panose="020B0503020204020204" pitchFamily="34" charset="-122"/>
              </a:rPr>
              <a:t>一般为</a:t>
            </a:r>
            <a:r>
              <a:rPr lang="en-US" altLang="zh-CN" sz="1600" dirty="0">
                <a:latin typeface="微软雅黑" panose="020B0503020204020204" pitchFamily="34" charset="-122"/>
                <a:ea typeface="微软雅黑" panose="020B0503020204020204" pitchFamily="34" charset="-122"/>
              </a:rPr>
              <a:t>32</a:t>
            </a:r>
            <a:r>
              <a:rPr lang="zh-CN" altLang="en-US" sz="1600" dirty="0">
                <a:latin typeface="微软雅黑" panose="020B0503020204020204" pitchFamily="34" charset="-122"/>
                <a:ea typeface="微软雅黑" panose="020B0503020204020204" pitchFamily="34" charset="-122"/>
              </a:rPr>
              <a:t>个线程，因此建议</a:t>
            </a:r>
            <a:r>
              <a:rPr lang="en-US" altLang="zh-CN" sz="1600" dirty="0">
                <a:latin typeface="微软雅黑" panose="020B0503020204020204" pitchFamily="34" charset="-122"/>
                <a:ea typeface="微软雅黑" panose="020B0503020204020204" pitchFamily="34" charset="-122"/>
              </a:rPr>
              <a:t>block</a:t>
            </a:r>
            <a:r>
              <a:rPr lang="zh-CN" altLang="en-US" sz="1600" dirty="0">
                <a:latin typeface="微软雅黑" panose="020B0503020204020204" pitchFamily="34" charset="-122"/>
                <a:ea typeface="微软雅黑" panose="020B0503020204020204" pitchFamily="34" charset="-122"/>
              </a:rPr>
              <a:t>大小为</a:t>
            </a:r>
            <a:r>
              <a:rPr lang="en-US" altLang="zh-CN" sz="1600" dirty="0">
                <a:latin typeface="微软雅黑" panose="020B0503020204020204" pitchFamily="34" charset="-122"/>
                <a:ea typeface="微软雅黑" panose="020B0503020204020204" pitchFamily="34" charset="-122"/>
              </a:rPr>
              <a:t>wrap</a:t>
            </a:r>
            <a:r>
              <a:rPr lang="zh-CN" altLang="en-US" sz="1600" dirty="0">
                <a:latin typeface="微软雅黑" panose="020B0503020204020204" pitchFamily="34" charset="-122"/>
                <a:ea typeface="微软雅黑" panose="020B0503020204020204" pitchFamily="34" charset="-122"/>
              </a:rPr>
              <a:t>大小（</a:t>
            </a:r>
            <a:r>
              <a:rPr lang="en-US" altLang="zh-CN" sz="1600" dirty="0">
                <a:latin typeface="微软雅黑" panose="020B0503020204020204" pitchFamily="34" charset="-122"/>
                <a:ea typeface="微软雅黑" panose="020B0503020204020204" pitchFamily="34" charset="-122"/>
              </a:rPr>
              <a:t>32</a:t>
            </a:r>
            <a:r>
              <a:rPr lang="zh-CN" altLang="en-US" sz="1600" dirty="0">
                <a:latin typeface="微软雅黑" panose="020B0503020204020204" pitchFamily="34" charset="-122"/>
                <a:ea typeface="微软雅黑" panose="020B0503020204020204" pitchFamily="34" charset="-122"/>
              </a:rPr>
              <a:t>）的整数倍。</a:t>
            </a:r>
          </a:p>
          <a:p>
            <a:endParaRPr lang="en-US" altLang="zh-CN" sz="16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277294422"/>
      </p:ext>
    </p:extLst>
  </p:cSld>
  <p:clrMapOvr>
    <a:masterClrMapping/>
  </p:clrMapOvr>
  <mc:AlternateContent xmlns:mc="http://schemas.openxmlformats.org/markup-compatibility/2006" xmlns:p14="http://schemas.microsoft.com/office/powerpoint/2010/main">
    <mc:Choice Requires="p14">
      <p:transition spd="slow" p14:dur="2000" advTm="13957"/>
    </mc:Choice>
    <mc:Fallback xmlns="">
      <p:transition spd="slow" advTm="13957"/>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B66C8E-961F-50DC-6F9A-6A7440E539E6}"/>
            </a:ext>
          </a:extLst>
        </p:cNvPr>
        <p:cNvGrpSpPr/>
        <p:nvPr/>
      </p:nvGrpSpPr>
      <p:grpSpPr>
        <a:xfrm>
          <a:off x="0" y="0"/>
          <a:ext cx="0" cy="0"/>
          <a:chOff x="0" y="0"/>
          <a:chExt cx="0" cy="0"/>
        </a:xfrm>
      </p:grpSpPr>
      <p:grpSp>
        <p:nvGrpSpPr>
          <p:cNvPr id="16" name="组合 52">
            <a:extLst>
              <a:ext uri="{FF2B5EF4-FFF2-40B4-BE49-F238E27FC236}">
                <a16:creationId xmlns:a16="http://schemas.microsoft.com/office/drawing/2014/main" id="{C7002572-E601-5AB2-4C85-F871A4691D48}"/>
              </a:ext>
            </a:extLst>
          </p:cNvPr>
          <p:cNvGrpSpPr/>
          <p:nvPr/>
        </p:nvGrpSpPr>
        <p:grpSpPr>
          <a:xfrm>
            <a:off x="138564" y="279057"/>
            <a:ext cx="6293973" cy="253916"/>
            <a:chOff x="5637082" y="1769183"/>
            <a:chExt cx="4430606" cy="451405"/>
          </a:xfrm>
        </p:grpSpPr>
        <p:sp>
          <p:nvSpPr>
            <p:cNvPr id="17" name="等腰三角形 53">
              <a:extLst>
                <a:ext uri="{FF2B5EF4-FFF2-40B4-BE49-F238E27FC236}">
                  <a16:creationId xmlns:a16="http://schemas.microsoft.com/office/drawing/2014/main" id="{E4866791-ECFB-3C77-7CC1-A73C1CB1853B}"/>
                </a:ext>
              </a:extLst>
            </p:cNvPr>
            <p:cNvSpPr/>
            <p:nvPr/>
          </p:nvSpPr>
          <p:spPr>
            <a:xfrm rot="5400000">
              <a:off x="5562941" y="1938259"/>
              <a:ext cx="243283" cy="9500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125">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9" name="文本框 18">
              <a:extLst>
                <a:ext uri="{FF2B5EF4-FFF2-40B4-BE49-F238E27FC236}">
                  <a16:creationId xmlns:a16="http://schemas.microsoft.com/office/drawing/2014/main" id="{8F9F062D-0FC1-B219-3256-08547D4137FE}"/>
                </a:ext>
              </a:extLst>
            </p:cNvPr>
            <p:cNvSpPr txBox="1"/>
            <p:nvPr/>
          </p:nvSpPr>
          <p:spPr>
            <a:xfrm flipH="1">
              <a:off x="5746406" y="1769183"/>
              <a:ext cx="4321282" cy="451405"/>
            </a:xfrm>
            <a:prstGeom prst="rect">
              <a:avLst/>
            </a:prstGeom>
            <a:noFill/>
          </p:spPr>
          <p:txBody>
            <a:bodyPr wrap="square" rtlCol="0">
              <a:spAutoFit/>
            </a:bodyPr>
            <a:lstStyle/>
            <a:p>
              <a:r>
                <a:rPr lang="en-US" altLang="zh-CN" sz="105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Lab5</a:t>
              </a:r>
              <a:r>
                <a:rPr lang="zh-CN" altLang="en-US" sz="105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实验讲解 </a:t>
              </a:r>
              <a:r>
                <a:rPr lang="en-US" altLang="zh-CN" sz="105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050" b="1" dirty="0">
                  <a:solidFill>
                    <a:schemeClr val="bg1"/>
                  </a:solidFill>
                  <a:latin typeface="微软雅黑" panose="020B0503020204020204" pitchFamily="34" charset="-122"/>
                  <a:ea typeface="微软雅黑" panose="020B0503020204020204" pitchFamily="34" charset="-122"/>
                </a:rPr>
                <a:t>CUDA</a:t>
              </a:r>
              <a:r>
                <a:rPr lang="zh-CN" altLang="en-US" sz="1050" b="1" dirty="0">
                  <a:solidFill>
                    <a:schemeClr val="bg1"/>
                  </a:solidFill>
                  <a:latin typeface="微软雅黑" panose="020B0503020204020204" pitchFamily="34" charset="-122"/>
                  <a:ea typeface="微软雅黑" panose="020B0503020204020204" pitchFamily="34" charset="-122"/>
                </a:rPr>
                <a:t>简介</a:t>
              </a:r>
            </a:p>
          </p:txBody>
        </p:sp>
      </p:grpSp>
      <p:sp>
        <p:nvSpPr>
          <p:cNvPr id="6" name="矩形 5">
            <a:extLst>
              <a:ext uri="{FF2B5EF4-FFF2-40B4-BE49-F238E27FC236}">
                <a16:creationId xmlns:a16="http://schemas.microsoft.com/office/drawing/2014/main" id="{DC1182FB-FD25-523B-9BE1-83352D3D4541}"/>
              </a:ext>
            </a:extLst>
          </p:cNvPr>
          <p:cNvSpPr/>
          <p:nvPr/>
        </p:nvSpPr>
        <p:spPr>
          <a:xfrm>
            <a:off x="138564" y="848265"/>
            <a:ext cx="2524922" cy="418191"/>
          </a:xfrm>
          <a:prstGeom prst="rect">
            <a:avLst/>
          </a:prstGeom>
        </p:spPr>
        <p:txBody>
          <a:bodyPr wrap="none">
            <a:spAutoFit/>
          </a:bodyPr>
          <a:lstStyle/>
          <a:p>
            <a:pPr>
              <a:lnSpc>
                <a:spcPct val="150000"/>
              </a:lnSpc>
            </a:pPr>
            <a:r>
              <a:rPr lang="en-US" altLang="zh-CN" sz="1600" b="1" dirty="0">
                <a:latin typeface="微软雅黑" panose="020B0503020204020204" pitchFamily="34" charset="-122"/>
                <a:ea typeface="微软雅黑" panose="020B0503020204020204" pitchFamily="34" charset="-122"/>
              </a:rPr>
              <a:t>CUDA</a:t>
            </a:r>
            <a:r>
              <a:rPr lang="zh-CN" altLang="en-US" sz="1600" b="1" dirty="0">
                <a:latin typeface="微软雅黑" panose="020B0503020204020204" pitchFamily="34" charset="-122"/>
                <a:ea typeface="微软雅黑" panose="020B0503020204020204" pitchFamily="34" charset="-122"/>
              </a:rPr>
              <a:t>简介</a:t>
            </a:r>
            <a:r>
              <a:rPr lang="en-US" altLang="zh-CN" sz="1600" b="1" dirty="0">
                <a:latin typeface="微软雅黑" panose="020B0503020204020204" pitchFamily="34" charset="-122"/>
                <a:ea typeface="微软雅黑" panose="020B0503020204020204" pitchFamily="34" charset="-122"/>
              </a:rPr>
              <a:t>-</a:t>
            </a:r>
            <a:r>
              <a:rPr lang="zh-CN" altLang="en-US" sz="1600" b="1" dirty="0">
                <a:latin typeface="微软雅黑" panose="020B0503020204020204" pitchFamily="34" charset="-122"/>
                <a:ea typeface="微软雅黑" panose="020B0503020204020204" pitchFamily="34" charset="-122"/>
              </a:rPr>
              <a:t>线程坐标计算</a:t>
            </a:r>
            <a:endParaRPr lang="en-US" altLang="zh-CN" sz="1600" b="1" dirty="0">
              <a:latin typeface="微软雅黑" panose="020B0503020204020204" pitchFamily="34" charset="-122"/>
              <a:ea typeface="微软雅黑" panose="020B0503020204020204" pitchFamily="34" charset="-122"/>
            </a:endParaRPr>
          </a:p>
        </p:txBody>
      </p:sp>
      <p:sp>
        <p:nvSpPr>
          <p:cNvPr id="3" name="矩形 2">
            <a:extLst>
              <a:ext uri="{FF2B5EF4-FFF2-40B4-BE49-F238E27FC236}">
                <a16:creationId xmlns:a16="http://schemas.microsoft.com/office/drawing/2014/main" id="{67102E6D-79E6-90F7-B7EA-61F67D2EBE09}"/>
              </a:ext>
            </a:extLst>
          </p:cNvPr>
          <p:cNvSpPr/>
          <p:nvPr/>
        </p:nvSpPr>
        <p:spPr>
          <a:xfrm>
            <a:off x="400521" y="1384572"/>
            <a:ext cx="8342957" cy="1519006"/>
          </a:xfrm>
          <a:prstGeom prst="rect">
            <a:avLst/>
          </a:prstGeom>
        </p:spPr>
        <p:txBody>
          <a:bodyPr wrap="square">
            <a:spAutoFit/>
          </a:bodyPr>
          <a:lstStyle/>
          <a:p>
            <a:pPr>
              <a:lnSpc>
                <a:spcPct val="150000"/>
              </a:lnSpc>
            </a:pPr>
            <a:r>
              <a:rPr lang="zh-CN" altLang="en-US" sz="1600" b="0" dirty="0">
                <a:effectLst/>
                <a:latin typeface="微软雅黑" panose="020B0503020204020204" pitchFamily="34" charset="-122"/>
                <a:ea typeface="微软雅黑" panose="020B0503020204020204" pitchFamily="34" charset="-122"/>
              </a:rPr>
              <a:t>一般线程在二维矩阵坐标上进行计算，但是由于</a:t>
            </a:r>
            <a:r>
              <a:rPr lang="en-US" altLang="zh-CN" sz="1600" dirty="0">
                <a:latin typeface="微软雅黑" panose="020B0503020204020204" pitchFamily="34" charset="-122"/>
                <a:ea typeface="微软雅黑" panose="020B0503020204020204" pitchFamily="34" charset="-122"/>
              </a:rPr>
              <a:t>grid</a:t>
            </a:r>
            <a:r>
              <a:rPr lang="zh-CN" altLang="en-US" sz="1600" dirty="0">
                <a:latin typeface="微软雅黑" panose="020B0503020204020204" pitchFamily="34" charset="-122"/>
                <a:ea typeface="微软雅黑" panose="020B0503020204020204" pitchFamily="34" charset="-122"/>
              </a:rPr>
              <a:t>和</a:t>
            </a:r>
            <a:r>
              <a:rPr lang="en-US" altLang="zh-CN" sz="1600" dirty="0">
                <a:latin typeface="微软雅黑" panose="020B0503020204020204" pitchFamily="34" charset="-122"/>
                <a:ea typeface="微软雅黑" panose="020B0503020204020204" pitchFamily="34" charset="-122"/>
              </a:rPr>
              <a:t>block</a:t>
            </a:r>
            <a:r>
              <a:rPr lang="zh-CN" altLang="en-US" sz="1600" dirty="0">
                <a:latin typeface="微软雅黑" panose="020B0503020204020204" pitchFamily="34" charset="-122"/>
                <a:ea typeface="微软雅黑" panose="020B0503020204020204" pitchFamily="34" charset="-122"/>
              </a:rPr>
              <a:t>的划分，导致找到线程对应的矩阵坐标需要计算。常见计算情景：</a:t>
            </a:r>
            <a:endParaRPr lang="en-US" altLang="zh-CN" sz="1600" dirty="0">
              <a:latin typeface="微软雅黑" panose="020B0503020204020204" pitchFamily="34" charset="-122"/>
              <a:ea typeface="微软雅黑" panose="020B0503020204020204" pitchFamily="34" charset="-122"/>
            </a:endParaRPr>
          </a:p>
          <a:p>
            <a:pPr>
              <a:lnSpc>
                <a:spcPts val="1425"/>
              </a:lnSpc>
              <a:buNone/>
            </a:pPr>
            <a:r>
              <a:rPr lang="en-US" altLang="zh-CN" sz="1600" b="0" dirty="0">
                <a:solidFill>
                  <a:srgbClr val="000000"/>
                </a:solidFill>
                <a:effectLst/>
                <a:latin typeface="Consolas" panose="020B0609020204030204" pitchFamily="49" charset="0"/>
              </a:rPr>
              <a:t>    </a:t>
            </a:r>
            <a:r>
              <a:rPr lang="en-US" altLang="zh-CN" sz="1600" b="0" dirty="0">
                <a:solidFill>
                  <a:srgbClr val="0000FF"/>
                </a:solidFill>
                <a:effectLst/>
                <a:latin typeface="Consolas" panose="020B0609020204030204" pitchFamily="49" charset="0"/>
              </a:rPr>
              <a:t>unsigned</a:t>
            </a:r>
            <a:r>
              <a:rPr lang="en-US" altLang="zh-CN" sz="1600" b="0" dirty="0">
                <a:solidFill>
                  <a:srgbClr val="000000"/>
                </a:solidFill>
                <a:effectLst/>
                <a:latin typeface="Consolas" panose="020B0609020204030204" pitchFamily="49" charset="0"/>
              </a:rPr>
              <a:t> row=</a:t>
            </a:r>
            <a:r>
              <a:rPr lang="en-US" altLang="zh-CN" sz="1600" b="0" dirty="0" err="1">
                <a:solidFill>
                  <a:srgbClr val="000000"/>
                </a:solidFill>
                <a:effectLst/>
                <a:latin typeface="Consolas" panose="020B0609020204030204" pitchFamily="49" charset="0"/>
              </a:rPr>
              <a:t>blockIdx.y</a:t>
            </a:r>
            <a:r>
              <a:rPr lang="en-US" altLang="zh-CN" sz="1600" b="0" dirty="0">
                <a:solidFill>
                  <a:srgbClr val="000000"/>
                </a:solidFill>
                <a:effectLst/>
                <a:latin typeface="Consolas" panose="020B0609020204030204" pitchFamily="49" charset="0"/>
              </a:rPr>
              <a:t>*</a:t>
            </a:r>
            <a:r>
              <a:rPr lang="en-US" altLang="zh-CN" sz="1600" b="0" dirty="0" err="1">
                <a:solidFill>
                  <a:srgbClr val="000000"/>
                </a:solidFill>
                <a:effectLst/>
                <a:latin typeface="Consolas" panose="020B0609020204030204" pitchFamily="49" charset="0"/>
              </a:rPr>
              <a:t>blockDim.y+threadIdx.y</a:t>
            </a:r>
            <a:r>
              <a:rPr lang="en-US" altLang="zh-CN" sz="1600" b="0" dirty="0">
                <a:solidFill>
                  <a:srgbClr val="000000"/>
                </a:solidFill>
                <a:effectLst/>
                <a:latin typeface="Consolas" panose="020B0609020204030204" pitchFamily="49" charset="0"/>
              </a:rPr>
              <a:t>;</a:t>
            </a:r>
          </a:p>
          <a:p>
            <a:pPr>
              <a:lnSpc>
                <a:spcPts val="1425"/>
              </a:lnSpc>
            </a:pPr>
            <a:r>
              <a:rPr lang="en-US" altLang="zh-CN" sz="1600" b="0" dirty="0">
                <a:solidFill>
                  <a:srgbClr val="000000"/>
                </a:solidFill>
                <a:effectLst/>
                <a:latin typeface="Consolas" panose="020B0609020204030204" pitchFamily="49" charset="0"/>
              </a:rPr>
              <a:t>    </a:t>
            </a:r>
            <a:r>
              <a:rPr lang="en-US" altLang="zh-CN" sz="1600" b="0" dirty="0">
                <a:solidFill>
                  <a:srgbClr val="0000FF"/>
                </a:solidFill>
                <a:effectLst/>
                <a:latin typeface="Consolas" panose="020B0609020204030204" pitchFamily="49" charset="0"/>
              </a:rPr>
              <a:t>unsigned</a:t>
            </a:r>
            <a:r>
              <a:rPr lang="en-US" altLang="zh-CN" sz="1600" b="0" dirty="0">
                <a:solidFill>
                  <a:srgbClr val="000000"/>
                </a:solidFill>
                <a:effectLst/>
                <a:latin typeface="Consolas" panose="020B0609020204030204" pitchFamily="49" charset="0"/>
              </a:rPr>
              <a:t> col=</a:t>
            </a:r>
            <a:r>
              <a:rPr lang="en-US" altLang="zh-CN" sz="1600" b="0" dirty="0" err="1">
                <a:solidFill>
                  <a:srgbClr val="000000"/>
                </a:solidFill>
                <a:effectLst/>
                <a:latin typeface="Consolas" panose="020B0609020204030204" pitchFamily="49" charset="0"/>
              </a:rPr>
              <a:t>blockIdx.x</a:t>
            </a:r>
            <a:r>
              <a:rPr lang="en-US" altLang="zh-CN" sz="1600" b="0" dirty="0">
                <a:solidFill>
                  <a:srgbClr val="000000"/>
                </a:solidFill>
                <a:effectLst/>
                <a:latin typeface="Consolas" panose="020B0609020204030204" pitchFamily="49" charset="0"/>
              </a:rPr>
              <a:t>*</a:t>
            </a:r>
            <a:r>
              <a:rPr lang="en-US" altLang="zh-CN" sz="1600" b="0" dirty="0" err="1">
                <a:solidFill>
                  <a:srgbClr val="000000"/>
                </a:solidFill>
                <a:effectLst/>
                <a:latin typeface="Consolas" panose="020B0609020204030204" pitchFamily="49" charset="0"/>
              </a:rPr>
              <a:t>blockDim.x+threadIdx.x</a:t>
            </a:r>
            <a:r>
              <a:rPr lang="en-US" altLang="zh-CN" sz="1600" b="0" dirty="0">
                <a:solidFill>
                  <a:srgbClr val="000000"/>
                </a:solidFill>
                <a:effectLst/>
                <a:latin typeface="Consolas" panose="020B0609020204030204" pitchFamily="49" charset="0"/>
              </a:rPr>
              <a:t>;</a:t>
            </a:r>
          </a:p>
          <a:p>
            <a:pPr>
              <a:lnSpc>
                <a:spcPct val="150000"/>
              </a:lnSpc>
            </a:pPr>
            <a:r>
              <a:rPr lang="zh-CN" altLang="en-US" sz="1600" b="0" dirty="0">
                <a:effectLst/>
                <a:latin typeface="微软雅黑" panose="020B0503020204020204" pitchFamily="34" charset="-122"/>
                <a:ea typeface="微软雅黑" panose="020B0503020204020204" pitchFamily="34" charset="-122"/>
              </a:rPr>
              <a:t>注意：不是所有坐标计算都乘</a:t>
            </a:r>
            <a:r>
              <a:rPr lang="en-US" altLang="zh-CN" sz="1600" b="0" dirty="0" err="1">
                <a:solidFill>
                  <a:srgbClr val="000000"/>
                </a:solidFill>
                <a:effectLst/>
                <a:latin typeface="Consolas" panose="020B0609020204030204" pitchFamily="49" charset="0"/>
              </a:rPr>
              <a:t>blockDim</a:t>
            </a:r>
            <a:r>
              <a:rPr lang="zh-CN" altLang="en-US" sz="1600" dirty="0">
                <a:latin typeface="微软雅黑" panose="020B0503020204020204" pitchFamily="34" charset="-122"/>
                <a:ea typeface="微软雅黑" panose="020B0503020204020204" pitchFamily="34" charset="-122"/>
              </a:rPr>
              <a:t>！！！但是一般都要用</a:t>
            </a:r>
            <a:r>
              <a:rPr lang="en-US" altLang="zh-CN" sz="1600" b="0" dirty="0" err="1">
                <a:solidFill>
                  <a:srgbClr val="000000"/>
                </a:solidFill>
                <a:effectLst/>
                <a:latin typeface="Consolas" panose="020B0609020204030204" pitchFamily="49" charset="0"/>
              </a:rPr>
              <a:t>blockIdx</a:t>
            </a:r>
            <a:r>
              <a:rPr lang="zh-CN" altLang="en-US" sz="1600" dirty="0">
                <a:latin typeface="微软雅黑" panose="020B0503020204020204" pitchFamily="34" charset="-122"/>
                <a:ea typeface="微软雅黑" panose="020B0503020204020204" pitchFamily="34" charset="-122"/>
              </a:rPr>
              <a:t>与</a:t>
            </a:r>
            <a:r>
              <a:rPr lang="en-US" altLang="zh-CN" sz="1600" b="0" dirty="0" err="1">
                <a:solidFill>
                  <a:srgbClr val="000000"/>
                </a:solidFill>
                <a:effectLst/>
                <a:latin typeface="Consolas" panose="020B0609020204030204" pitchFamily="49" charset="0"/>
              </a:rPr>
              <a:t>threadIdx</a:t>
            </a:r>
            <a:endParaRPr lang="en-US" altLang="zh-CN" sz="16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66800316"/>
      </p:ext>
    </p:extLst>
  </p:cSld>
  <p:clrMapOvr>
    <a:masterClrMapping/>
  </p:clrMapOvr>
  <mc:AlternateContent xmlns:mc="http://schemas.openxmlformats.org/markup-compatibility/2006" xmlns:p14="http://schemas.microsoft.com/office/powerpoint/2010/main">
    <mc:Choice Requires="p14">
      <p:transition spd="slow" p14:dur="2000" advTm="13957"/>
    </mc:Choice>
    <mc:Fallback xmlns="">
      <p:transition spd="slow" advTm="13957"/>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CACD47-0E4F-8477-A8DC-6F2ACBDDC099}"/>
            </a:ext>
          </a:extLst>
        </p:cNvPr>
        <p:cNvGrpSpPr/>
        <p:nvPr/>
      </p:nvGrpSpPr>
      <p:grpSpPr>
        <a:xfrm>
          <a:off x="0" y="0"/>
          <a:ext cx="0" cy="0"/>
          <a:chOff x="0" y="0"/>
          <a:chExt cx="0" cy="0"/>
        </a:xfrm>
      </p:grpSpPr>
      <p:grpSp>
        <p:nvGrpSpPr>
          <p:cNvPr id="16" name="组合 52">
            <a:extLst>
              <a:ext uri="{FF2B5EF4-FFF2-40B4-BE49-F238E27FC236}">
                <a16:creationId xmlns:a16="http://schemas.microsoft.com/office/drawing/2014/main" id="{2688FF3E-3167-5206-242F-BD7784FB8CD7}"/>
              </a:ext>
            </a:extLst>
          </p:cNvPr>
          <p:cNvGrpSpPr/>
          <p:nvPr/>
        </p:nvGrpSpPr>
        <p:grpSpPr>
          <a:xfrm>
            <a:off x="138564" y="279057"/>
            <a:ext cx="6293973" cy="253916"/>
            <a:chOff x="5637082" y="1769183"/>
            <a:chExt cx="4430606" cy="451405"/>
          </a:xfrm>
        </p:grpSpPr>
        <p:sp>
          <p:nvSpPr>
            <p:cNvPr id="17" name="等腰三角形 53">
              <a:extLst>
                <a:ext uri="{FF2B5EF4-FFF2-40B4-BE49-F238E27FC236}">
                  <a16:creationId xmlns:a16="http://schemas.microsoft.com/office/drawing/2014/main" id="{77489A3E-4CA9-D9E5-CA19-67ABD5E5CB07}"/>
                </a:ext>
              </a:extLst>
            </p:cNvPr>
            <p:cNvSpPr/>
            <p:nvPr/>
          </p:nvSpPr>
          <p:spPr>
            <a:xfrm rot="5400000">
              <a:off x="5562941" y="1938259"/>
              <a:ext cx="243283" cy="9500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125">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9" name="文本框 18">
              <a:extLst>
                <a:ext uri="{FF2B5EF4-FFF2-40B4-BE49-F238E27FC236}">
                  <a16:creationId xmlns:a16="http://schemas.microsoft.com/office/drawing/2014/main" id="{040BB19D-239A-EF04-1155-570C00D6EE6D}"/>
                </a:ext>
              </a:extLst>
            </p:cNvPr>
            <p:cNvSpPr txBox="1"/>
            <p:nvPr/>
          </p:nvSpPr>
          <p:spPr>
            <a:xfrm flipH="1">
              <a:off x="5746406" y="1769183"/>
              <a:ext cx="4321282" cy="451405"/>
            </a:xfrm>
            <a:prstGeom prst="rect">
              <a:avLst/>
            </a:prstGeom>
            <a:noFill/>
          </p:spPr>
          <p:txBody>
            <a:bodyPr wrap="square" rtlCol="0">
              <a:spAutoFit/>
            </a:bodyPr>
            <a:lstStyle/>
            <a:p>
              <a:r>
                <a:rPr lang="en-US" altLang="zh-CN" sz="105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Lab5</a:t>
              </a:r>
              <a:r>
                <a:rPr lang="zh-CN" altLang="en-US" sz="105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实验讲解 </a:t>
              </a:r>
              <a:r>
                <a:rPr lang="en-US" altLang="zh-CN" sz="105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050" b="1" dirty="0">
                  <a:solidFill>
                    <a:schemeClr val="bg1"/>
                  </a:solidFill>
                  <a:latin typeface="微软雅黑" panose="020B0503020204020204" pitchFamily="34" charset="-122"/>
                  <a:ea typeface="微软雅黑" panose="020B0503020204020204" pitchFamily="34" charset="-122"/>
                </a:rPr>
                <a:t>CUDA</a:t>
              </a:r>
              <a:r>
                <a:rPr lang="zh-CN" altLang="en-US" sz="1050" b="1" dirty="0">
                  <a:solidFill>
                    <a:schemeClr val="bg1"/>
                  </a:solidFill>
                  <a:latin typeface="微软雅黑" panose="020B0503020204020204" pitchFamily="34" charset="-122"/>
                  <a:ea typeface="微软雅黑" panose="020B0503020204020204" pitchFamily="34" charset="-122"/>
                </a:rPr>
                <a:t>简介</a:t>
              </a:r>
            </a:p>
          </p:txBody>
        </p:sp>
      </p:grpSp>
      <p:sp>
        <p:nvSpPr>
          <p:cNvPr id="6" name="矩形 5">
            <a:extLst>
              <a:ext uri="{FF2B5EF4-FFF2-40B4-BE49-F238E27FC236}">
                <a16:creationId xmlns:a16="http://schemas.microsoft.com/office/drawing/2014/main" id="{9E8A967D-74F9-AD36-91F5-2B013142F8A1}"/>
              </a:ext>
            </a:extLst>
          </p:cNvPr>
          <p:cNvSpPr/>
          <p:nvPr/>
        </p:nvSpPr>
        <p:spPr>
          <a:xfrm>
            <a:off x="138564" y="848265"/>
            <a:ext cx="3560270" cy="418191"/>
          </a:xfrm>
          <a:prstGeom prst="rect">
            <a:avLst/>
          </a:prstGeom>
        </p:spPr>
        <p:txBody>
          <a:bodyPr wrap="none">
            <a:spAutoFit/>
          </a:bodyPr>
          <a:lstStyle/>
          <a:p>
            <a:pPr>
              <a:lnSpc>
                <a:spcPct val="150000"/>
              </a:lnSpc>
            </a:pPr>
            <a:r>
              <a:rPr lang="en-US" altLang="zh-CN" sz="1600" b="1" dirty="0">
                <a:latin typeface="微软雅黑" panose="020B0503020204020204" pitchFamily="34" charset="-122"/>
                <a:ea typeface="微软雅黑" panose="020B0503020204020204" pitchFamily="34" charset="-122"/>
              </a:rPr>
              <a:t>CUDA</a:t>
            </a:r>
            <a:r>
              <a:rPr lang="zh-CN" altLang="en-US" sz="1600" b="1" dirty="0">
                <a:latin typeface="微软雅黑" panose="020B0503020204020204" pitchFamily="34" charset="-122"/>
                <a:ea typeface="微软雅黑" panose="020B0503020204020204" pitchFamily="34" charset="-122"/>
              </a:rPr>
              <a:t>简介</a:t>
            </a:r>
            <a:r>
              <a:rPr lang="en-US" altLang="zh-CN" sz="1600" b="1" dirty="0">
                <a:latin typeface="微软雅黑" panose="020B0503020204020204" pitchFamily="34" charset="-122"/>
                <a:ea typeface="微软雅黑" panose="020B0503020204020204" pitchFamily="34" charset="-122"/>
              </a:rPr>
              <a:t>-</a:t>
            </a:r>
            <a:r>
              <a:rPr lang="zh-CN" altLang="en-US" sz="1600" b="1" dirty="0">
                <a:latin typeface="微软雅黑" panose="020B0503020204020204" pitchFamily="34" charset="-122"/>
                <a:ea typeface="微软雅黑" panose="020B0503020204020204" pitchFamily="34" charset="-122"/>
              </a:rPr>
              <a:t>内存与</a:t>
            </a:r>
            <a:r>
              <a:rPr lang="en-US" altLang="zh-CN" sz="1600" b="1" dirty="0">
                <a:latin typeface="微软雅黑" panose="020B0503020204020204" pitchFamily="34" charset="-122"/>
                <a:ea typeface="微软雅黑" panose="020B0503020204020204" pitchFamily="34" charset="-122"/>
              </a:rPr>
              <a:t>Shared memory</a:t>
            </a:r>
          </a:p>
        </p:txBody>
      </p:sp>
      <p:sp>
        <p:nvSpPr>
          <p:cNvPr id="3" name="矩形 2">
            <a:extLst>
              <a:ext uri="{FF2B5EF4-FFF2-40B4-BE49-F238E27FC236}">
                <a16:creationId xmlns:a16="http://schemas.microsoft.com/office/drawing/2014/main" id="{B7F39D6E-4C5B-C723-7368-55A4F0F3EF1E}"/>
              </a:ext>
            </a:extLst>
          </p:cNvPr>
          <p:cNvSpPr/>
          <p:nvPr/>
        </p:nvSpPr>
        <p:spPr>
          <a:xfrm>
            <a:off x="400521" y="1384572"/>
            <a:ext cx="8342957" cy="4480842"/>
          </a:xfrm>
          <a:prstGeom prst="rect">
            <a:avLst/>
          </a:prstGeom>
        </p:spPr>
        <p:txBody>
          <a:bodyPr wrap="square">
            <a:spAutoFit/>
          </a:bodyPr>
          <a:lstStyle/>
          <a:p>
            <a:pPr>
              <a:lnSpc>
                <a:spcPct val="150000"/>
              </a:lnSpc>
            </a:pPr>
            <a:r>
              <a:rPr lang="zh-CN" altLang="en-US" sz="1600" dirty="0">
                <a:latin typeface="微软雅黑" panose="020B0503020204020204" pitchFamily="34" charset="-122"/>
                <a:ea typeface="微软雅黑" panose="020B0503020204020204" pitchFamily="34" charset="-122"/>
              </a:rPr>
              <a:t>这里只需要知道四级内存结构：</a:t>
            </a:r>
            <a:endParaRPr lang="en-US" altLang="zh-CN" sz="1600" dirty="0">
              <a:latin typeface="微软雅黑" panose="020B0503020204020204" pitchFamily="34" charset="-122"/>
              <a:ea typeface="微软雅黑" panose="020B0503020204020204" pitchFamily="34" charset="-122"/>
            </a:endParaRPr>
          </a:p>
          <a:p>
            <a:pPr marL="342900" indent="-342900">
              <a:lnSpc>
                <a:spcPct val="150000"/>
              </a:lnSpc>
              <a:buAutoNum type="arabicPeriod"/>
            </a:pPr>
            <a:r>
              <a:rPr lang="en-US" altLang="zh-CN" sz="1600" b="0" dirty="0">
                <a:effectLst/>
                <a:latin typeface="微软雅黑" panose="020B0503020204020204" pitchFamily="34" charset="-122"/>
                <a:ea typeface="微软雅黑" panose="020B0503020204020204" pitchFamily="34" charset="-122"/>
              </a:rPr>
              <a:t>CPU Main Memory</a:t>
            </a:r>
            <a:r>
              <a:rPr lang="zh-CN" altLang="en-US" sz="1600" b="0" dirty="0">
                <a:effectLst/>
                <a:latin typeface="微软雅黑" panose="020B0503020204020204" pitchFamily="34" charset="-122"/>
                <a:ea typeface="微软雅黑" panose="020B0503020204020204" pitchFamily="34" charset="-122"/>
              </a:rPr>
              <a:t>：</a:t>
            </a:r>
            <a:r>
              <a:rPr lang="en-US" altLang="zh-CN" sz="1600" b="0" dirty="0">
                <a:effectLst/>
                <a:latin typeface="微软雅黑" panose="020B0503020204020204" pitchFamily="34" charset="-122"/>
                <a:ea typeface="微软雅黑" panose="020B0503020204020204" pitchFamily="34" charset="-122"/>
              </a:rPr>
              <a:t>CPU</a:t>
            </a:r>
            <a:r>
              <a:rPr lang="zh-CN" altLang="en-US" sz="1600" b="0" dirty="0">
                <a:effectLst/>
                <a:latin typeface="微软雅黑" panose="020B0503020204020204" pitchFamily="34" charset="-122"/>
                <a:ea typeface="微软雅黑" panose="020B0503020204020204" pitchFamily="34" charset="-122"/>
              </a:rPr>
              <a:t>对应的主存，不是</a:t>
            </a:r>
            <a:r>
              <a:rPr lang="en-US" altLang="zh-CN" sz="1600" b="0" dirty="0">
                <a:effectLst/>
                <a:latin typeface="微软雅黑" panose="020B0503020204020204" pitchFamily="34" charset="-122"/>
                <a:ea typeface="微软雅黑" panose="020B0503020204020204" pitchFamily="34" charset="-122"/>
              </a:rPr>
              <a:t>GPU</a:t>
            </a:r>
            <a:r>
              <a:rPr lang="zh-CN" altLang="en-US" sz="1600" b="0" dirty="0">
                <a:effectLst/>
                <a:latin typeface="微软雅黑" panose="020B0503020204020204" pitchFamily="34" charset="-122"/>
                <a:ea typeface="微软雅黑" panose="020B0503020204020204" pitchFamily="34" charset="-122"/>
              </a:rPr>
              <a:t>的一部分，若要对这里的数据进行计算必须将之传递到</a:t>
            </a:r>
            <a:r>
              <a:rPr lang="en-US" altLang="zh-CN" sz="1600" b="0" dirty="0">
                <a:effectLst/>
                <a:latin typeface="微软雅黑" panose="020B0503020204020204" pitchFamily="34" charset="-122"/>
                <a:ea typeface="微软雅黑" panose="020B0503020204020204" pitchFamily="34" charset="-122"/>
              </a:rPr>
              <a:t>GPU</a:t>
            </a:r>
            <a:r>
              <a:rPr lang="zh-CN" altLang="en-US" sz="1600" b="0" dirty="0">
                <a:effectLst/>
                <a:latin typeface="微软雅黑" panose="020B0503020204020204" pitchFamily="34" charset="-122"/>
                <a:ea typeface="微软雅黑" panose="020B0503020204020204" pitchFamily="34" charset="-122"/>
              </a:rPr>
              <a:t>上</a:t>
            </a:r>
            <a:r>
              <a:rPr lang="zh-CN" altLang="en-US" sz="1600" dirty="0">
                <a:latin typeface="微软雅黑" panose="020B0503020204020204" pitchFamily="34" charset="-122"/>
                <a:ea typeface="微软雅黑" panose="020B0503020204020204" pitchFamily="34" charset="-122"/>
              </a:rPr>
              <a:t>。</a:t>
            </a:r>
            <a:endParaRPr lang="en-US" altLang="zh-CN" sz="1600" dirty="0">
              <a:latin typeface="微软雅黑" panose="020B0503020204020204" pitchFamily="34" charset="-122"/>
              <a:ea typeface="微软雅黑" panose="020B0503020204020204" pitchFamily="34" charset="-122"/>
            </a:endParaRPr>
          </a:p>
          <a:p>
            <a:pPr marL="342900" indent="-342900">
              <a:lnSpc>
                <a:spcPct val="150000"/>
              </a:lnSpc>
              <a:buAutoNum type="arabicPeriod"/>
            </a:pPr>
            <a:r>
              <a:rPr lang="en-US" altLang="zh-CN" sz="1600" dirty="0">
                <a:latin typeface="微软雅黑" panose="020B0503020204020204" pitchFamily="34" charset="-122"/>
                <a:ea typeface="微软雅黑" panose="020B0503020204020204" pitchFamily="34" charset="-122"/>
              </a:rPr>
              <a:t>GPU</a:t>
            </a:r>
            <a:r>
              <a:rPr lang="zh-CN" altLang="en-US" sz="1600" dirty="0">
                <a:latin typeface="微软雅黑" panose="020B0503020204020204" pitchFamily="34" charset="-122"/>
                <a:ea typeface="微软雅黑" panose="020B0503020204020204" pitchFamily="34" charset="-122"/>
              </a:rPr>
              <a:t>的</a:t>
            </a:r>
            <a:r>
              <a:rPr lang="en-US" altLang="zh-CN" sz="1600" dirty="0">
                <a:latin typeface="微软雅黑" panose="020B0503020204020204" pitchFamily="34" charset="-122"/>
                <a:ea typeface="微软雅黑" panose="020B0503020204020204" pitchFamily="34" charset="-122"/>
              </a:rPr>
              <a:t>Global Memory</a:t>
            </a:r>
            <a:r>
              <a:rPr lang="zh-CN" altLang="en-US" sz="1600" dirty="0">
                <a:latin typeface="微软雅黑" panose="020B0503020204020204" pitchFamily="34" charset="-122"/>
                <a:ea typeface="微软雅黑" panose="020B0503020204020204" pitchFamily="34" charset="-122"/>
              </a:rPr>
              <a:t>：可以认为是</a:t>
            </a:r>
            <a:r>
              <a:rPr lang="en-US" altLang="zh-CN" sz="1600" dirty="0">
                <a:latin typeface="微软雅黑" panose="020B0503020204020204" pitchFamily="34" charset="-122"/>
                <a:ea typeface="微软雅黑" panose="020B0503020204020204" pitchFamily="34" charset="-122"/>
              </a:rPr>
              <a:t>GPU</a:t>
            </a:r>
            <a:r>
              <a:rPr lang="zh-CN" altLang="en-US" sz="1600" dirty="0">
                <a:latin typeface="微软雅黑" panose="020B0503020204020204" pitchFamily="34" charset="-122"/>
                <a:ea typeface="微软雅黑" panose="020B0503020204020204" pitchFamily="34" charset="-122"/>
              </a:rPr>
              <a:t>的主存即显存，访存带宽及速度高于</a:t>
            </a:r>
            <a:r>
              <a:rPr lang="en-US" altLang="zh-CN" sz="1600" dirty="0">
                <a:latin typeface="微软雅黑" panose="020B0503020204020204" pitchFamily="34" charset="-122"/>
                <a:ea typeface="微软雅黑" panose="020B0503020204020204" pitchFamily="34" charset="-122"/>
              </a:rPr>
              <a:t>CPU</a:t>
            </a:r>
            <a:r>
              <a:rPr lang="zh-CN" altLang="en-US" sz="1600" dirty="0">
                <a:latin typeface="微软雅黑" panose="020B0503020204020204" pitchFamily="34" charset="-122"/>
                <a:ea typeface="微软雅黑" panose="020B0503020204020204" pitchFamily="34" charset="-122"/>
              </a:rPr>
              <a:t>主存，但大小一般有限，在</a:t>
            </a:r>
            <a:r>
              <a:rPr lang="en-US" altLang="zh-CN" sz="1600" dirty="0">
                <a:latin typeface="微软雅黑" panose="020B0503020204020204" pitchFamily="34" charset="-122"/>
                <a:ea typeface="微软雅黑" panose="020B0503020204020204" pitchFamily="34" charset="-122"/>
              </a:rPr>
              <a:t>10-100GB</a:t>
            </a:r>
            <a:r>
              <a:rPr lang="zh-CN" altLang="en-US" sz="1600" dirty="0">
                <a:latin typeface="微软雅黑" panose="020B0503020204020204" pitchFamily="34" charset="-122"/>
                <a:ea typeface="微软雅黑" panose="020B0503020204020204" pitchFamily="34" charset="-122"/>
              </a:rPr>
              <a:t>量级。其上的数据可以直接参与计算。可被任何线程访问。</a:t>
            </a:r>
            <a:endParaRPr lang="en-US" altLang="zh-CN" sz="1600" dirty="0">
              <a:latin typeface="微软雅黑" panose="020B0503020204020204" pitchFamily="34" charset="-122"/>
              <a:ea typeface="微软雅黑" panose="020B0503020204020204" pitchFamily="34" charset="-122"/>
            </a:endParaRPr>
          </a:p>
          <a:p>
            <a:pPr marL="342900" indent="-342900">
              <a:lnSpc>
                <a:spcPct val="150000"/>
              </a:lnSpc>
              <a:buAutoNum type="arabicPeriod"/>
            </a:pPr>
            <a:r>
              <a:rPr lang="en-US" altLang="zh-CN" sz="1600" dirty="0">
                <a:latin typeface="微软雅黑" panose="020B0503020204020204" pitchFamily="34" charset="-122"/>
                <a:ea typeface="微软雅黑" panose="020B0503020204020204" pitchFamily="34" charset="-122"/>
              </a:rPr>
              <a:t>GPU Shared Memory</a:t>
            </a:r>
            <a:r>
              <a:rPr lang="zh-CN" altLang="en-US" sz="1600" dirty="0">
                <a:latin typeface="微软雅黑" panose="020B0503020204020204" pitchFamily="34" charset="-122"/>
                <a:ea typeface="微软雅黑" panose="020B0503020204020204" pitchFamily="34" charset="-122"/>
              </a:rPr>
              <a:t>：可以认为是</a:t>
            </a:r>
            <a:r>
              <a:rPr lang="en-US" altLang="zh-CN" sz="1600" dirty="0">
                <a:latin typeface="微软雅黑" panose="020B0503020204020204" pitchFamily="34" charset="-122"/>
                <a:ea typeface="微软雅黑" panose="020B0503020204020204" pitchFamily="34" charset="-122"/>
              </a:rPr>
              <a:t>GPU</a:t>
            </a:r>
            <a:r>
              <a:rPr lang="zh-CN" altLang="en-US" sz="1600" dirty="0">
                <a:latin typeface="微软雅黑" panose="020B0503020204020204" pitchFamily="34" charset="-122"/>
                <a:ea typeface="微软雅黑" panose="020B0503020204020204" pitchFamily="34" charset="-122"/>
              </a:rPr>
              <a:t>的</a:t>
            </a:r>
            <a:r>
              <a:rPr lang="en-US" altLang="zh-CN" sz="1600" dirty="0">
                <a:latin typeface="微软雅黑" panose="020B0503020204020204" pitchFamily="34" charset="-122"/>
                <a:ea typeface="微软雅黑" panose="020B0503020204020204" pitchFamily="34" charset="-122"/>
              </a:rPr>
              <a:t>L1 cache</a:t>
            </a:r>
            <a:r>
              <a:rPr lang="zh-CN" altLang="en-US" sz="1600" dirty="0">
                <a:latin typeface="微软雅黑" panose="020B0503020204020204" pitchFamily="34" charset="-122"/>
                <a:ea typeface="微软雅黑" panose="020B0503020204020204" pitchFamily="34" charset="-122"/>
              </a:rPr>
              <a:t>。访存速度及带宽很高，但是大小较小，在</a:t>
            </a:r>
            <a:r>
              <a:rPr lang="en-US" altLang="zh-CN" sz="1600" dirty="0">
                <a:latin typeface="微软雅黑" panose="020B0503020204020204" pitchFamily="34" charset="-122"/>
                <a:ea typeface="微软雅黑" panose="020B0503020204020204" pitchFamily="34" charset="-122"/>
              </a:rPr>
              <a:t>10-100KB</a:t>
            </a:r>
            <a:r>
              <a:rPr lang="zh-CN" altLang="en-US" sz="1600" dirty="0">
                <a:latin typeface="微软雅黑" panose="020B0503020204020204" pitchFamily="34" charset="-122"/>
                <a:ea typeface="微软雅黑" panose="020B0503020204020204" pitchFamily="34" charset="-122"/>
              </a:rPr>
              <a:t>量级。可以显式分配，但是仅能被同一个</a:t>
            </a:r>
            <a:r>
              <a:rPr lang="en-US" altLang="zh-CN" sz="1600" dirty="0">
                <a:latin typeface="微软雅黑" panose="020B0503020204020204" pitchFamily="34" charset="-122"/>
                <a:ea typeface="微软雅黑" panose="020B0503020204020204" pitchFamily="34" charset="-122"/>
              </a:rPr>
              <a:t>Block</a:t>
            </a:r>
            <a:r>
              <a:rPr lang="zh-CN" altLang="en-US" sz="1600" dirty="0">
                <a:latin typeface="微软雅黑" panose="020B0503020204020204" pitchFamily="34" charset="-122"/>
                <a:ea typeface="微软雅黑" panose="020B0503020204020204" pitchFamily="34" charset="-122"/>
              </a:rPr>
              <a:t>中的线程访问。原因：</a:t>
            </a:r>
            <a:r>
              <a:rPr lang="en-US" altLang="zh-CN" sz="1600" dirty="0">
                <a:latin typeface="微软雅黑" panose="020B0503020204020204" pitchFamily="34" charset="-122"/>
                <a:ea typeface="微软雅黑" panose="020B0503020204020204" pitchFamily="34" charset="-122"/>
              </a:rPr>
              <a:t>Shared Memory </a:t>
            </a:r>
            <a:r>
              <a:rPr lang="zh-CN" altLang="en-US" sz="1600" dirty="0">
                <a:latin typeface="微软雅黑" panose="020B0503020204020204" pitchFamily="34" charset="-122"/>
                <a:ea typeface="微软雅黑" panose="020B0503020204020204" pitchFamily="34" charset="-122"/>
              </a:rPr>
              <a:t>在同一个</a:t>
            </a:r>
            <a:r>
              <a:rPr lang="en-US" altLang="zh-CN" sz="1600" dirty="0">
                <a:latin typeface="微软雅黑" panose="020B0503020204020204" pitchFamily="34" charset="-122"/>
                <a:ea typeface="微软雅黑" panose="020B0503020204020204" pitchFamily="34" charset="-122"/>
              </a:rPr>
              <a:t>core</a:t>
            </a:r>
            <a:r>
              <a:rPr lang="zh-CN" altLang="en-US" sz="1600" dirty="0">
                <a:latin typeface="微软雅黑" panose="020B0503020204020204" pitchFamily="34" charset="-122"/>
                <a:ea typeface="微软雅黑" panose="020B0503020204020204" pitchFamily="34" charset="-122"/>
              </a:rPr>
              <a:t>上。</a:t>
            </a:r>
            <a:endParaRPr lang="en-US" altLang="zh-CN" sz="1600" dirty="0">
              <a:latin typeface="微软雅黑" panose="020B0503020204020204" pitchFamily="34" charset="-122"/>
              <a:ea typeface="微软雅黑" panose="020B0503020204020204" pitchFamily="34" charset="-122"/>
            </a:endParaRPr>
          </a:p>
          <a:p>
            <a:pPr marL="342900" indent="-342900">
              <a:lnSpc>
                <a:spcPct val="150000"/>
              </a:lnSpc>
              <a:buAutoNum type="arabicPeriod"/>
            </a:pPr>
            <a:r>
              <a:rPr lang="en-US" altLang="zh-CN" sz="1600" dirty="0">
                <a:latin typeface="微软雅黑" panose="020B0503020204020204" pitchFamily="34" charset="-122"/>
                <a:ea typeface="微软雅黑" panose="020B0503020204020204" pitchFamily="34" charset="-122"/>
              </a:rPr>
              <a:t>GPU register</a:t>
            </a:r>
            <a:r>
              <a:rPr lang="zh-CN" altLang="en-US" sz="1600" dirty="0">
                <a:latin typeface="微软雅黑" panose="020B0503020204020204" pitchFamily="34" charset="-122"/>
                <a:ea typeface="微软雅黑" panose="020B0503020204020204" pitchFamily="34" charset="-122"/>
              </a:rPr>
              <a:t>：</a:t>
            </a:r>
            <a:r>
              <a:rPr lang="en-US" altLang="zh-CN" sz="1600" dirty="0">
                <a:latin typeface="微软雅黑" panose="020B0503020204020204" pitchFamily="34" charset="-122"/>
                <a:ea typeface="微软雅黑" panose="020B0503020204020204" pitchFamily="34" charset="-122"/>
              </a:rPr>
              <a:t>GPU</a:t>
            </a:r>
            <a:r>
              <a:rPr lang="zh-CN" altLang="en-US" sz="1600" dirty="0">
                <a:latin typeface="微软雅黑" panose="020B0503020204020204" pitchFamily="34" charset="-122"/>
                <a:ea typeface="微软雅黑" panose="020B0503020204020204" pitchFamily="34" charset="-122"/>
              </a:rPr>
              <a:t>的寄存器。总数很多，大小与</a:t>
            </a:r>
            <a:r>
              <a:rPr lang="en-US" altLang="zh-CN" sz="1600" dirty="0">
                <a:latin typeface="微软雅黑" panose="020B0503020204020204" pitchFamily="34" charset="-122"/>
                <a:ea typeface="微软雅黑" panose="020B0503020204020204" pitchFamily="34" charset="-122"/>
              </a:rPr>
              <a:t>GPU Shared Memory </a:t>
            </a:r>
            <a:r>
              <a:rPr lang="zh-CN" altLang="en-US" sz="1600" dirty="0">
                <a:latin typeface="微软雅黑" panose="020B0503020204020204" pitchFamily="34" charset="-122"/>
                <a:ea typeface="微软雅黑" panose="020B0503020204020204" pitchFamily="34" charset="-122"/>
              </a:rPr>
              <a:t>同一量级，访问速度也很快，但是仅能被特定的一个线程访问。</a:t>
            </a:r>
            <a:endParaRPr lang="en-US" altLang="zh-CN" sz="1600" dirty="0">
              <a:latin typeface="微软雅黑" panose="020B0503020204020204" pitchFamily="34" charset="-122"/>
              <a:ea typeface="微软雅黑" panose="020B0503020204020204" pitchFamily="34" charset="-122"/>
            </a:endParaRPr>
          </a:p>
          <a:p>
            <a:pPr>
              <a:lnSpc>
                <a:spcPct val="150000"/>
              </a:lnSpc>
            </a:pPr>
            <a:endParaRPr lang="en-US" altLang="zh-CN" sz="1600" b="0" dirty="0">
              <a:effectLst/>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558231593"/>
      </p:ext>
    </p:extLst>
  </p:cSld>
  <p:clrMapOvr>
    <a:masterClrMapping/>
  </p:clrMapOvr>
  <mc:AlternateContent xmlns:mc="http://schemas.openxmlformats.org/markup-compatibility/2006" xmlns:p14="http://schemas.microsoft.com/office/powerpoint/2010/main">
    <mc:Choice Requires="p14">
      <p:transition spd="slow" p14:dur="2000" advTm="13957"/>
    </mc:Choice>
    <mc:Fallback xmlns="">
      <p:transition spd="slow" advTm="13957"/>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FBC0A0-CDD2-1935-6688-B97099C8EFB9}"/>
            </a:ext>
          </a:extLst>
        </p:cNvPr>
        <p:cNvGrpSpPr/>
        <p:nvPr/>
      </p:nvGrpSpPr>
      <p:grpSpPr>
        <a:xfrm>
          <a:off x="0" y="0"/>
          <a:ext cx="0" cy="0"/>
          <a:chOff x="0" y="0"/>
          <a:chExt cx="0" cy="0"/>
        </a:xfrm>
      </p:grpSpPr>
      <p:grpSp>
        <p:nvGrpSpPr>
          <p:cNvPr id="16" name="组合 52">
            <a:extLst>
              <a:ext uri="{FF2B5EF4-FFF2-40B4-BE49-F238E27FC236}">
                <a16:creationId xmlns:a16="http://schemas.microsoft.com/office/drawing/2014/main" id="{2CF7AA65-6CD4-490E-6A3E-CF28E8D3965D}"/>
              </a:ext>
            </a:extLst>
          </p:cNvPr>
          <p:cNvGrpSpPr/>
          <p:nvPr/>
        </p:nvGrpSpPr>
        <p:grpSpPr>
          <a:xfrm>
            <a:off x="138564" y="279057"/>
            <a:ext cx="6293973" cy="253916"/>
            <a:chOff x="5637082" y="1769183"/>
            <a:chExt cx="4430606" cy="451405"/>
          </a:xfrm>
        </p:grpSpPr>
        <p:sp>
          <p:nvSpPr>
            <p:cNvPr id="17" name="等腰三角形 53">
              <a:extLst>
                <a:ext uri="{FF2B5EF4-FFF2-40B4-BE49-F238E27FC236}">
                  <a16:creationId xmlns:a16="http://schemas.microsoft.com/office/drawing/2014/main" id="{C5169E9D-AD54-47E4-4EE5-4113B1B3A848}"/>
                </a:ext>
              </a:extLst>
            </p:cNvPr>
            <p:cNvSpPr/>
            <p:nvPr/>
          </p:nvSpPr>
          <p:spPr>
            <a:xfrm rot="5400000">
              <a:off x="5562941" y="1938259"/>
              <a:ext cx="243283" cy="9500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125">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9" name="文本框 18">
              <a:extLst>
                <a:ext uri="{FF2B5EF4-FFF2-40B4-BE49-F238E27FC236}">
                  <a16:creationId xmlns:a16="http://schemas.microsoft.com/office/drawing/2014/main" id="{4CAD314A-2842-2EF6-1273-8F6A11A8B7B5}"/>
                </a:ext>
              </a:extLst>
            </p:cNvPr>
            <p:cNvSpPr txBox="1"/>
            <p:nvPr/>
          </p:nvSpPr>
          <p:spPr>
            <a:xfrm flipH="1">
              <a:off x="5746406" y="1769183"/>
              <a:ext cx="4321282" cy="451405"/>
            </a:xfrm>
            <a:prstGeom prst="rect">
              <a:avLst/>
            </a:prstGeom>
            <a:noFill/>
          </p:spPr>
          <p:txBody>
            <a:bodyPr wrap="square" rtlCol="0">
              <a:spAutoFit/>
            </a:bodyPr>
            <a:lstStyle/>
            <a:p>
              <a:r>
                <a:rPr lang="en-US" altLang="zh-CN" sz="105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Lab5</a:t>
              </a:r>
              <a:r>
                <a:rPr lang="zh-CN" altLang="en-US" sz="105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实验讲解 </a:t>
              </a:r>
              <a:r>
                <a:rPr lang="en-US" altLang="zh-CN" sz="105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050" b="1" dirty="0">
                  <a:solidFill>
                    <a:schemeClr val="bg1"/>
                  </a:solidFill>
                  <a:latin typeface="微软雅黑" panose="020B0503020204020204" pitchFamily="34" charset="-122"/>
                  <a:ea typeface="微软雅黑" panose="020B0503020204020204" pitchFamily="34" charset="-122"/>
                </a:rPr>
                <a:t>CUDA</a:t>
              </a:r>
              <a:r>
                <a:rPr lang="zh-CN" altLang="en-US" sz="1050" b="1" dirty="0">
                  <a:solidFill>
                    <a:schemeClr val="bg1"/>
                  </a:solidFill>
                  <a:latin typeface="微软雅黑" panose="020B0503020204020204" pitchFamily="34" charset="-122"/>
                  <a:ea typeface="微软雅黑" panose="020B0503020204020204" pitchFamily="34" charset="-122"/>
                </a:rPr>
                <a:t>简介</a:t>
              </a:r>
            </a:p>
          </p:txBody>
        </p:sp>
      </p:grpSp>
      <p:sp>
        <p:nvSpPr>
          <p:cNvPr id="6" name="矩形 5">
            <a:extLst>
              <a:ext uri="{FF2B5EF4-FFF2-40B4-BE49-F238E27FC236}">
                <a16:creationId xmlns:a16="http://schemas.microsoft.com/office/drawing/2014/main" id="{E9445039-B5A9-DF20-A413-4A82E4078A32}"/>
              </a:ext>
            </a:extLst>
          </p:cNvPr>
          <p:cNvSpPr/>
          <p:nvPr/>
        </p:nvSpPr>
        <p:spPr>
          <a:xfrm>
            <a:off x="138564" y="848265"/>
            <a:ext cx="3560270" cy="418191"/>
          </a:xfrm>
          <a:prstGeom prst="rect">
            <a:avLst/>
          </a:prstGeom>
        </p:spPr>
        <p:txBody>
          <a:bodyPr wrap="none">
            <a:spAutoFit/>
          </a:bodyPr>
          <a:lstStyle/>
          <a:p>
            <a:pPr>
              <a:lnSpc>
                <a:spcPct val="150000"/>
              </a:lnSpc>
            </a:pPr>
            <a:r>
              <a:rPr lang="en-US" altLang="zh-CN" sz="1600" b="1" dirty="0">
                <a:latin typeface="微软雅黑" panose="020B0503020204020204" pitchFamily="34" charset="-122"/>
                <a:ea typeface="微软雅黑" panose="020B0503020204020204" pitchFamily="34" charset="-122"/>
              </a:rPr>
              <a:t>CUDA</a:t>
            </a:r>
            <a:r>
              <a:rPr lang="zh-CN" altLang="en-US" sz="1600" b="1" dirty="0">
                <a:latin typeface="微软雅黑" panose="020B0503020204020204" pitchFamily="34" charset="-122"/>
                <a:ea typeface="微软雅黑" panose="020B0503020204020204" pitchFamily="34" charset="-122"/>
              </a:rPr>
              <a:t>简介</a:t>
            </a:r>
            <a:r>
              <a:rPr lang="en-US" altLang="zh-CN" sz="1600" b="1" dirty="0">
                <a:latin typeface="微软雅黑" panose="020B0503020204020204" pitchFamily="34" charset="-122"/>
                <a:ea typeface="微软雅黑" panose="020B0503020204020204" pitchFamily="34" charset="-122"/>
              </a:rPr>
              <a:t>-</a:t>
            </a:r>
            <a:r>
              <a:rPr lang="zh-CN" altLang="en-US" sz="1600" b="1" dirty="0">
                <a:latin typeface="微软雅黑" panose="020B0503020204020204" pitchFamily="34" charset="-122"/>
                <a:ea typeface="微软雅黑" panose="020B0503020204020204" pitchFamily="34" charset="-122"/>
              </a:rPr>
              <a:t>内存与</a:t>
            </a:r>
            <a:r>
              <a:rPr lang="en-US" altLang="zh-CN" sz="1600" b="1" dirty="0">
                <a:latin typeface="微软雅黑" panose="020B0503020204020204" pitchFamily="34" charset="-122"/>
                <a:ea typeface="微软雅黑" panose="020B0503020204020204" pitchFamily="34" charset="-122"/>
              </a:rPr>
              <a:t>Shared memory</a:t>
            </a:r>
          </a:p>
        </p:txBody>
      </p:sp>
      <p:sp>
        <p:nvSpPr>
          <p:cNvPr id="2" name="Rectangle 479">
            <a:extLst>
              <a:ext uri="{FF2B5EF4-FFF2-40B4-BE49-F238E27FC236}">
                <a16:creationId xmlns:a16="http://schemas.microsoft.com/office/drawing/2014/main" id="{8198D921-524B-B25C-CC45-67086D63002A}"/>
              </a:ext>
            </a:extLst>
          </p:cNvPr>
          <p:cNvSpPr/>
          <p:nvPr/>
        </p:nvSpPr>
        <p:spPr bwMode="auto">
          <a:xfrm>
            <a:off x="540454" y="1484231"/>
            <a:ext cx="3940175" cy="877888"/>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anchor="ctr" anchorCtr="1"/>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algn="ctr">
              <a:spcBef>
                <a:spcPct val="50000"/>
              </a:spcBef>
              <a:defRPr/>
            </a:pPr>
            <a:endParaRPr lang="en-US" altLang="zh-CN" sz="2400">
              <a:solidFill>
                <a:srgbClr val="000000"/>
              </a:solidFill>
              <a:latin typeface="Trebuchet MS" panose="020B0603020202020204" pitchFamily="34" charset="0"/>
              <a:cs typeface="Arial" panose="020B0604020202020204" pitchFamily="34" charset="0"/>
            </a:endParaRPr>
          </a:p>
        </p:txBody>
      </p:sp>
      <p:grpSp>
        <p:nvGrpSpPr>
          <p:cNvPr id="7" name="Group 1486">
            <a:extLst>
              <a:ext uri="{FF2B5EF4-FFF2-40B4-BE49-F238E27FC236}">
                <a16:creationId xmlns:a16="http://schemas.microsoft.com/office/drawing/2014/main" id="{200CD779-CF85-71BC-5289-E2678F7F5C3F}"/>
              </a:ext>
            </a:extLst>
          </p:cNvPr>
          <p:cNvGrpSpPr/>
          <p:nvPr/>
        </p:nvGrpSpPr>
        <p:grpSpPr bwMode="auto">
          <a:xfrm>
            <a:off x="4025016" y="1554081"/>
            <a:ext cx="463550" cy="747713"/>
            <a:chOff x="3940698" y="1394549"/>
            <a:chExt cx="463081" cy="747517"/>
          </a:xfrm>
        </p:grpSpPr>
        <p:sp>
          <p:nvSpPr>
            <p:cNvPr id="8" name="Rectangle 474">
              <a:extLst>
                <a:ext uri="{FF2B5EF4-FFF2-40B4-BE49-F238E27FC236}">
                  <a16:creationId xmlns:a16="http://schemas.microsoft.com/office/drawing/2014/main" id="{8A485844-5C0F-C565-587A-8AF4F6D39801}"/>
                </a:ext>
              </a:extLst>
            </p:cNvPr>
            <p:cNvSpPr>
              <a:spLocks noChangeArrowheads="1"/>
            </p:cNvSpPr>
            <p:nvPr/>
          </p:nvSpPr>
          <p:spPr bwMode="auto">
            <a:xfrm>
              <a:off x="4004141" y="1394549"/>
              <a:ext cx="336195" cy="747517"/>
            </a:xfrm>
            <a:prstGeom prst="rect">
              <a:avLst/>
            </a:prstGeom>
            <a:solidFill>
              <a:srgbClr val="8B9CC3"/>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2400">
                <a:solidFill>
                  <a:srgbClr val="000000"/>
                </a:solidFill>
                <a:latin typeface="Trebuchet MS" panose="020B0603020202020204" pitchFamily="34" charset="0"/>
                <a:ea typeface="MS PGothic" panose="020B0600070205080204" pitchFamily="34" charset="-128"/>
              </a:endParaRPr>
            </a:p>
          </p:txBody>
        </p:sp>
        <p:sp>
          <p:nvSpPr>
            <p:cNvPr id="9" name="TextBox 475">
              <a:extLst>
                <a:ext uri="{FF2B5EF4-FFF2-40B4-BE49-F238E27FC236}">
                  <a16:creationId xmlns:a16="http://schemas.microsoft.com/office/drawing/2014/main" id="{1896FBBC-3ADE-2B29-7713-48F228F7FD4C}"/>
                </a:ext>
              </a:extLst>
            </p:cNvPr>
            <p:cNvSpPr txBox="1">
              <a:spLocks noChangeArrowheads="1"/>
            </p:cNvSpPr>
            <p:nvPr/>
          </p:nvSpPr>
          <p:spPr bwMode="auto">
            <a:xfrm>
              <a:off x="3940698" y="1622113"/>
              <a:ext cx="463081"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r>
                <a:rPr lang="en-US" altLang="zh-CN" sz="1300">
                  <a:solidFill>
                    <a:srgbClr val="000000"/>
                  </a:solidFill>
                  <a:latin typeface="Myriad Pro Black" charset="0"/>
                  <a:ea typeface="MS PGothic" panose="020B0600070205080204" pitchFamily="34" charset="-128"/>
                </a:rPr>
                <a:t>Tex</a:t>
              </a:r>
            </a:p>
          </p:txBody>
        </p:sp>
      </p:grpSp>
      <p:sp>
        <p:nvSpPr>
          <p:cNvPr id="10" name="Rectangle 178">
            <a:extLst>
              <a:ext uri="{FF2B5EF4-FFF2-40B4-BE49-F238E27FC236}">
                <a16:creationId xmlns:a16="http://schemas.microsoft.com/office/drawing/2014/main" id="{F9C766C2-43A3-8F64-B070-B5134F3E2DDB}"/>
              </a:ext>
            </a:extLst>
          </p:cNvPr>
          <p:cNvSpPr/>
          <p:nvPr/>
        </p:nvSpPr>
        <p:spPr bwMode="auto">
          <a:xfrm>
            <a:off x="599191" y="1544556"/>
            <a:ext cx="1114425" cy="750888"/>
          </a:xfrm>
          <a:prstGeom prst="rect">
            <a:avLst/>
          </a:prstGeom>
          <a:solidFill>
            <a:schemeClr val="bg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anchor="ctr" anchorCtr="1"/>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algn="ctr">
              <a:spcBef>
                <a:spcPct val="50000"/>
              </a:spcBef>
              <a:defRPr/>
            </a:pPr>
            <a:endParaRPr lang="en-US" altLang="zh-CN" sz="2400">
              <a:solidFill>
                <a:srgbClr val="000000"/>
              </a:solidFill>
              <a:latin typeface="Trebuchet MS" panose="020B0603020202020204" pitchFamily="34" charset="0"/>
              <a:cs typeface="Arial" panose="020B0604020202020204" pitchFamily="34" charset="0"/>
            </a:endParaRPr>
          </a:p>
        </p:txBody>
      </p:sp>
      <p:sp>
        <p:nvSpPr>
          <p:cNvPr id="11" name="Rectangle 179">
            <a:extLst>
              <a:ext uri="{FF2B5EF4-FFF2-40B4-BE49-F238E27FC236}">
                <a16:creationId xmlns:a16="http://schemas.microsoft.com/office/drawing/2014/main" id="{72AC4CF5-E0FD-1C55-2306-CDF755D32D17}"/>
              </a:ext>
            </a:extLst>
          </p:cNvPr>
          <p:cNvSpPr>
            <a:spLocks noChangeArrowheads="1"/>
          </p:cNvSpPr>
          <p:nvPr/>
        </p:nvSpPr>
        <p:spPr bwMode="auto">
          <a:xfrm>
            <a:off x="807154" y="1593769"/>
            <a:ext cx="698500" cy="138112"/>
          </a:xfrm>
          <a:prstGeom prst="rect">
            <a:avLst/>
          </a:prstGeom>
          <a:solidFill>
            <a:srgbClr val="DA581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2400">
              <a:solidFill>
                <a:srgbClr val="000000"/>
              </a:solidFill>
              <a:latin typeface="Trebuchet MS" panose="020B0603020202020204" pitchFamily="34" charset="0"/>
              <a:ea typeface="MS PGothic" panose="020B0600070205080204" pitchFamily="34" charset="-128"/>
            </a:endParaRPr>
          </a:p>
        </p:txBody>
      </p:sp>
      <p:sp>
        <p:nvSpPr>
          <p:cNvPr id="12" name="Rectangle 188">
            <a:extLst>
              <a:ext uri="{FF2B5EF4-FFF2-40B4-BE49-F238E27FC236}">
                <a16:creationId xmlns:a16="http://schemas.microsoft.com/office/drawing/2014/main" id="{BAE3CCC3-B234-AB91-5A0A-327A7C44C991}"/>
              </a:ext>
            </a:extLst>
          </p:cNvPr>
          <p:cNvSpPr>
            <a:spLocks noChangeArrowheads="1"/>
          </p:cNvSpPr>
          <p:nvPr/>
        </p:nvSpPr>
        <p:spPr bwMode="auto">
          <a:xfrm>
            <a:off x="648404" y="2111294"/>
            <a:ext cx="1016000" cy="136525"/>
          </a:xfrm>
          <a:prstGeom prst="rect">
            <a:avLst/>
          </a:prstGeom>
          <a:solidFill>
            <a:srgbClr val="AEC3F5"/>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2400">
              <a:solidFill>
                <a:srgbClr val="000000"/>
              </a:solidFill>
              <a:latin typeface="Trebuchet MS" panose="020B0603020202020204" pitchFamily="34" charset="0"/>
              <a:ea typeface="MS PGothic" panose="020B0600070205080204" pitchFamily="34" charset="-128"/>
            </a:endParaRPr>
          </a:p>
        </p:txBody>
      </p:sp>
      <p:sp>
        <p:nvSpPr>
          <p:cNvPr id="13" name="Rectangle 180">
            <a:extLst>
              <a:ext uri="{FF2B5EF4-FFF2-40B4-BE49-F238E27FC236}">
                <a16:creationId xmlns:a16="http://schemas.microsoft.com/office/drawing/2014/main" id="{C4A3D143-2C58-E3FF-0205-2B283A5E870B}"/>
              </a:ext>
            </a:extLst>
          </p:cNvPr>
          <p:cNvSpPr>
            <a:spLocks noChangeArrowheads="1"/>
          </p:cNvSpPr>
          <p:nvPr/>
        </p:nvSpPr>
        <p:spPr bwMode="auto">
          <a:xfrm>
            <a:off x="648404" y="1769981"/>
            <a:ext cx="225425" cy="136525"/>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14" name="Rectangle 429">
            <a:extLst>
              <a:ext uri="{FF2B5EF4-FFF2-40B4-BE49-F238E27FC236}">
                <a16:creationId xmlns:a16="http://schemas.microsoft.com/office/drawing/2014/main" id="{AA60CE41-8896-50BD-3772-2AED59999CF5}"/>
              </a:ext>
            </a:extLst>
          </p:cNvPr>
          <p:cNvSpPr>
            <a:spLocks noChangeArrowheads="1"/>
          </p:cNvSpPr>
          <p:nvPr/>
        </p:nvSpPr>
        <p:spPr bwMode="auto">
          <a:xfrm>
            <a:off x="683329" y="1806494"/>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15" name="Rectangle 430">
            <a:extLst>
              <a:ext uri="{FF2B5EF4-FFF2-40B4-BE49-F238E27FC236}">
                <a16:creationId xmlns:a16="http://schemas.microsoft.com/office/drawing/2014/main" id="{8CCECBD3-9D0D-2270-6546-065176F3DB47}"/>
              </a:ext>
            </a:extLst>
          </p:cNvPr>
          <p:cNvSpPr>
            <a:spLocks noChangeArrowheads="1"/>
          </p:cNvSpPr>
          <p:nvPr/>
        </p:nvSpPr>
        <p:spPr bwMode="auto">
          <a:xfrm>
            <a:off x="775404" y="1806494"/>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18" name="Rectangle 1167">
            <a:extLst>
              <a:ext uri="{FF2B5EF4-FFF2-40B4-BE49-F238E27FC236}">
                <a16:creationId xmlns:a16="http://schemas.microsoft.com/office/drawing/2014/main" id="{74046385-A380-E09F-5497-59042E7AECB8}"/>
              </a:ext>
            </a:extLst>
          </p:cNvPr>
          <p:cNvSpPr>
            <a:spLocks noChangeArrowheads="1"/>
          </p:cNvSpPr>
          <p:nvPr/>
        </p:nvSpPr>
        <p:spPr bwMode="auto">
          <a:xfrm>
            <a:off x="911929" y="1769981"/>
            <a:ext cx="225425" cy="136525"/>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20" name="Rectangle 1169">
            <a:extLst>
              <a:ext uri="{FF2B5EF4-FFF2-40B4-BE49-F238E27FC236}">
                <a16:creationId xmlns:a16="http://schemas.microsoft.com/office/drawing/2014/main" id="{D140CB2D-2211-9492-866A-3E96A1CF0FEA}"/>
              </a:ext>
            </a:extLst>
          </p:cNvPr>
          <p:cNvSpPr>
            <a:spLocks noChangeArrowheads="1"/>
          </p:cNvSpPr>
          <p:nvPr/>
        </p:nvSpPr>
        <p:spPr bwMode="auto">
          <a:xfrm>
            <a:off x="946854" y="1806494"/>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21" name="Rectangle 1170">
            <a:extLst>
              <a:ext uri="{FF2B5EF4-FFF2-40B4-BE49-F238E27FC236}">
                <a16:creationId xmlns:a16="http://schemas.microsoft.com/office/drawing/2014/main" id="{5CEACC8E-CF86-2DEA-151F-18599E995279}"/>
              </a:ext>
            </a:extLst>
          </p:cNvPr>
          <p:cNvSpPr>
            <a:spLocks noChangeArrowheads="1"/>
          </p:cNvSpPr>
          <p:nvPr/>
        </p:nvSpPr>
        <p:spPr bwMode="auto">
          <a:xfrm>
            <a:off x="1038929" y="1806494"/>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22" name="Rectangle 1177">
            <a:extLst>
              <a:ext uri="{FF2B5EF4-FFF2-40B4-BE49-F238E27FC236}">
                <a16:creationId xmlns:a16="http://schemas.microsoft.com/office/drawing/2014/main" id="{691047FB-92EC-0865-717E-5F5CF7C2102E}"/>
              </a:ext>
            </a:extLst>
          </p:cNvPr>
          <p:cNvSpPr>
            <a:spLocks noChangeArrowheads="1"/>
          </p:cNvSpPr>
          <p:nvPr/>
        </p:nvSpPr>
        <p:spPr bwMode="auto">
          <a:xfrm>
            <a:off x="1175454" y="1769981"/>
            <a:ext cx="225425" cy="136525"/>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23" name="Rectangle 1179">
            <a:extLst>
              <a:ext uri="{FF2B5EF4-FFF2-40B4-BE49-F238E27FC236}">
                <a16:creationId xmlns:a16="http://schemas.microsoft.com/office/drawing/2014/main" id="{99923F82-0672-E898-BA4E-04876BC8F65E}"/>
              </a:ext>
            </a:extLst>
          </p:cNvPr>
          <p:cNvSpPr>
            <a:spLocks noChangeArrowheads="1"/>
          </p:cNvSpPr>
          <p:nvPr/>
        </p:nvSpPr>
        <p:spPr bwMode="auto">
          <a:xfrm>
            <a:off x="1210379" y="1806494"/>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24" name="Rectangle 1180">
            <a:extLst>
              <a:ext uri="{FF2B5EF4-FFF2-40B4-BE49-F238E27FC236}">
                <a16:creationId xmlns:a16="http://schemas.microsoft.com/office/drawing/2014/main" id="{D441CA77-15E9-856B-4B7B-CA897E3C9E07}"/>
              </a:ext>
            </a:extLst>
          </p:cNvPr>
          <p:cNvSpPr>
            <a:spLocks noChangeArrowheads="1"/>
          </p:cNvSpPr>
          <p:nvPr/>
        </p:nvSpPr>
        <p:spPr bwMode="auto">
          <a:xfrm>
            <a:off x="1302454" y="1806494"/>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25" name="Rectangle 1187">
            <a:extLst>
              <a:ext uri="{FF2B5EF4-FFF2-40B4-BE49-F238E27FC236}">
                <a16:creationId xmlns:a16="http://schemas.microsoft.com/office/drawing/2014/main" id="{E6808688-1CAF-032A-2120-7A796BAB93EF}"/>
              </a:ext>
            </a:extLst>
          </p:cNvPr>
          <p:cNvSpPr>
            <a:spLocks noChangeArrowheads="1"/>
          </p:cNvSpPr>
          <p:nvPr/>
        </p:nvSpPr>
        <p:spPr bwMode="auto">
          <a:xfrm>
            <a:off x="1438979" y="1769981"/>
            <a:ext cx="225425" cy="136525"/>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26" name="Rectangle 1189">
            <a:extLst>
              <a:ext uri="{FF2B5EF4-FFF2-40B4-BE49-F238E27FC236}">
                <a16:creationId xmlns:a16="http://schemas.microsoft.com/office/drawing/2014/main" id="{DFE94D5B-1A4A-7A8C-2DE8-C553BBFF8C44}"/>
              </a:ext>
            </a:extLst>
          </p:cNvPr>
          <p:cNvSpPr>
            <a:spLocks noChangeArrowheads="1"/>
          </p:cNvSpPr>
          <p:nvPr/>
        </p:nvSpPr>
        <p:spPr bwMode="auto">
          <a:xfrm>
            <a:off x="1473904" y="1806494"/>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27" name="Rectangle 1190">
            <a:extLst>
              <a:ext uri="{FF2B5EF4-FFF2-40B4-BE49-F238E27FC236}">
                <a16:creationId xmlns:a16="http://schemas.microsoft.com/office/drawing/2014/main" id="{230998C2-774A-EC37-5B68-094F4BC26F68}"/>
              </a:ext>
            </a:extLst>
          </p:cNvPr>
          <p:cNvSpPr>
            <a:spLocks noChangeArrowheads="1"/>
          </p:cNvSpPr>
          <p:nvPr/>
        </p:nvSpPr>
        <p:spPr bwMode="auto">
          <a:xfrm>
            <a:off x="1565979" y="1806494"/>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28" name="Rectangle 1162">
            <a:extLst>
              <a:ext uri="{FF2B5EF4-FFF2-40B4-BE49-F238E27FC236}">
                <a16:creationId xmlns:a16="http://schemas.microsoft.com/office/drawing/2014/main" id="{5DF5BDE2-A391-0038-6167-B13B8491CBB7}"/>
              </a:ext>
            </a:extLst>
          </p:cNvPr>
          <p:cNvSpPr>
            <a:spLocks noChangeArrowheads="1"/>
          </p:cNvSpPr>
          <p:nvPr/>
        </p:nvSpPr>
        <p:spPr bwMode="auto">
          <a:xfrm>
            <a:off x="648404" y="1938256"/>
            <a:ext cx="225425" cy="136525"/>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29" name="Rectangle 1164">
            <a:extLst>
              <a:ext uri="{FF2B5EF4-FFF2-40B4-BE49-F238E27FC236}">
                <a16:creationId xmlns:a16="http://schemas.microsoft.com/office/drawing/2014/main" id="{DDD3F8A3-DFDA-BB74-4009-3CF266B22A46}"/>
              </a:ext>
            </a:extLst>
          </p:cNvPr>
          <p:cNvSpPr>
            <a:spLocks noChangeArrowheads="1"/>
          </p:cNvSpPr>
          <p:nvPr/>
        </p:nvSpPr>
        <p:spPr bwMode="auto">
          <a:xfrm>
            <a:off x="683329" y="1974769"/>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30" name="Rectangle 1165">
            <a:extLst>
              <a:ext uri="{FF2B5EF4-FFF2-40B4-BE49-F238E27FC236}">
                <a16:creationId xmlns:a16="http://schemas.microsoft.com/office/drawing/2014/main" id="{FA49A275-56F9-776F-2178-683BF699ECEC}"/>
              </a:ext>
            </a:extLst>
          </p:cNvPr>
          <p:cNvSpPr>
            <a:spLocks noChangeArrowheads="1"/>
          </p:cNvSpPr>
          <p:nvPr/>
        </p:nvSpPr>
        <p:spPr bwMode="auto">
          <a:xfrm>
            <a:off x="775404" y="1974769"/>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31" name="Rectangle 1172">
            <a:extLst>
              <a:ext uri="{FF2B5EF4-FFF2-40B4-BE49-F238E27FC236}">
                <a16:creationId xmlns:a16="http://schemas.microsoft.com/office/drawing/2014/main" id="{D91C2688-72D2-0923-F357-064F68D3B61F}"/>
              </a:ext>
            </a:extLst>
          </p:cNvPr>
          <p:cNvSpPr>
            <a:spLocks noChangeArrowheads="1"/>
          </p:cNvSpPr>
          <p:nvPr/>
        </p:nvSpPr>
        <p:spPr bwMode="auto">
          <a:xfrm>
            <a:off x="911929" y="1938256"/>
            <a:ext cx="225425" cy="136525"/>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32" name="Rectangle 1174">
            <a:extLst>
              <a:ext uri="{FF2B5EF4-FFF2-40B4-BE49-F238E27FC236}">
                <a16:creationId xmlns:a16="http://schemas.microsoft.com/office/drawing/2014/main" id="{A920A50E-D03D-247C-593C-2E24BF4972B4}"/>
              </a:ext>
            </a:extLst>
          </p:cNvPr>
          <p:cNvSpPr>
            <a:spLocks noChangeArrowheads="1"/>
          </p:cNvSpPr>
          <p:nvPr/>
        </p:nvSpPr>
        <p:spPr bwMode="auto">
          <a:xfrm>
            <a:off x="946854" y="1974769"/>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33" name="Rectangle 1175">
            <a:extLst>
              <a:ext uri="{FF2B5EF4-FFF2-40B4-BE49-F238E27FC236}">
                <a16:creationId xmlns:a16="http://schemas.microsoft.com/office/drawing/2014/main" id="{B400BD2E-3004-25B1-04BB-76EC9CF6971A}"/>
              </a:ext>
            </a:extLst>
          </p:cNvPr>
          <p:cNvSpPr>
            <a:spLocks noChangeArrowheads="1"/>
          </p:cNvSpPr>
          <p:nvPr/>
        </p:nvSpPr>
        <p:spPr bwMode="auto">
          <a:xfrm>
            <a:off x="1038929" y="1974769"/>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34" name="Rectangle 1182">
            <a:extLst>
              <a:ext uri="{FF2B5EF4-FFF2-40B4-BE49-F238E27FC236}">
                <a16:creationId xmlns:a16="http://schemas.microsoft.com/office/drawing/2014/main" id="{40D67A1D-255E-658A-AD5C-6E52C100B21B}"/>
              </a:ext>
            </a:extLst>
          </p:cNvPr>
          <p:cNvSpPr>
            <a:spLocks noChangeArrowheads="1"/>
          </p:cNvSpPr>
          <p:nvPr/>
        </p:nvSpPr>
        <p:spPr bwMode="auto">
          <a:xfrm>
            <a:off x="1175454" y="1938256"/>
            <a:ext cx="225425" cy="136525"/>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35" name="Rectangle 1184">
            <a:extLst>
              <a:ext uri="{FF2B5EF4-FFF2-40B4-BE49-F238E27FC236}">
                <a16:creationId xmlns:a16="http://schemas.microsoft.com/office/drawing/2014/main" id="{1F5CFC66-464D-2B36-7B98-4D7ECFBFCD80}"/>
              </a:ext>
            </a:extLst>
          </p:cNvPr>
          <p:cNvSpPr>
            <a:spLocks noChangeArrowheads="1"/>
          </p:cNvSpPr>
          <p:nvPr/>
        </p:nvSpPr>
        <p:spPr bwMode="auto">
          <a:xfrm>
            <a:off x="1210379" y="1974769"/>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36" name="Rectangle 1185">
            <a:extLst>
              <a:ext uri="{FF2B5EF4-FFF2-40B4-BE49-F238E27FC236}">
                <a16:creationId xmlns:a16="http://schemas.microsoft.com/office/drawing/2014/main" id="{D5A55060-1613-4767-2DCC-416F0D736B67}"/>
              </a:ext>
            </a:extLst>
          </p:cNvPr>
          <p:cNvSpPr>
            <a:spLocks noChangeArrowheads="1"/>
          </p:cNvSpPr>
          <p:nvPr/>
        </p:nvSpPr>
        <p:spPr bwMode="auto">
          <a:xfrm>
            <a:off x="1302454" y="1974769"/>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37" name="Rectangle 1192">
            <a:extLst>
              <a:ext uri="{FF2B5EF4-FFF2-40B4-BE49-F238E27FC236}">
                <a16:creationId xmlns:a16="http://schemas.microsoft.com/office/drawing/2014/main" id="{071A69ED-E6E5-159D-ED64-2FA70EF59EE6}"/>
              </a:ext>
            </a:extLst>
          </p:cNvPr>
          <p:cNvSpPr>
            <a:spLocks noChangeArrowheads="1"/>
          </p:cNvSpPr>
          <p:nvPr/>
        </p:nvSpPr>
        <p:spPr bwMode="auto">
          <a:xfrm>
            <a:off x="1438979" y="1938256"/>
            <a:ext cx="225425" cy="136525"/>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38" name="Rectangle 1194">
            <a:extLst>
              <a:ext uri="{FF2B5EF4-FFF2-40B4-BE49-F238E27FC236}">
                <a16:creationId xmlns:a16="http://schemas.microsoft.com/office/drawing/2014/main" id="{BDA06549-6E40-9BB8-4F82-76CA2ACFF7E1}"/>
              </a:ext>
            </a:extLst>
          </p:cNvPr>
          <p:cNvSpPr>
            <a:spLocks noChangeArrowheads="1"/>
          </p:cNvSpPr>
          <p:nvPr/>
        </p:nvSpPr>
        <p:spPr bwMode="auto">
          <a:xfrm>
            <a:off x="1473904" y="1974769"/>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39" name="Rectangle 1195">
            <a:extLst>
              <a:ext uri="{FF2B5EF4-FFF2-40B4-BE49-F238E27FC236}">
                <a16:creationId xmlns:a16="http://schemas.microsoft.com/office/drawing/2014/main" id="{466F879D-3A4D-5272-BDCB-88010AF27621}"/>
              </a:ext>
            </a:extLst>
          </p:cNvPr>
          <p:cNvSpPr>
            <a:spLocks noChangeArrowheads="1"/>
          </p:cNvSpPr>
          <p:nvPr/>
        </p:nvSpPr>
        <p:spPr bwMode="auto">
          <a:xfrm>
            <a:off x="1565979" y="1974769"/>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grpSp>
        <p:nvGrpSpPr>
          <p:cNvPr id="40" name="Group 1429">
            <a:extLst>
              <a:ext uri="{FF2B5EF4-FFF2-40B4-BE49-F238E27FC236}">
                <a16:creationId xmlns:a16="http://schemas.microsoft.com/office/drawing/2014/main" id="{EF9A86E3-322C-E6D6-21CE-3E82E4A13E7D}"/>
              </a:ext>
            </a:extLst>
          </p:cNvPr>
          <p:cNvGrpSpPr/>
          <p:nvPr/>
        </p:nvGrpSpPr>
        <p:grpSpPr bwMode="auto">
          <a:xfrm>
            <a:off x="1767591" y="1549319"/>
            <a:ext cx="1114425" cy="752475"/>
            <a:chOff x="517764" y="1384300"/>
            <a:chExt cx="1114185" cy="751417"/>
          </a:xfrm>
        </p:grpSpPr>
        <p:sp>
          <p:nvSpPr>
            <p:cNvPr id="41" name="Rectangle 1430">
              <a:extLst>
                <a:ext uri="{FF2B5EF4-FFF2-40B4-BE49-F238E27FC236}">
                  <a16:creationId xmlns:a16="http://schemas.microsoft.com/office/drawing/2014/main" id="{54EF697B-5140-D849-7BD3-3637E773A0BE}"/>
                </a:ext>
              </a:extLst>
            </p:cNvPr>
            <p:cNvSpPr/>
            <p:nvPr/>
          </p:nvSpPr>
          <p:spPr bwMode="auto">
            <a:xfrm>
              <a:off x="517764" y="1384300"/>
              <a:ext cx="1114185" cy="751417"/>
            </a:xfrm>
            <a:prstGeom prst="rect">
              <a:avLst/>
            </a:prstGeom>
            <a:solidFill>
              <a:schemeClr val="bg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anchor="ctr" anchorCtr="1"/>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algn="ctr">
                <a:spcBef>
                  <a:spcPct val="50000"/>
                </a:spcBef>
                <a:defRPr/>
              </a:pPr>
              <a:endParaRPr lang="en-US" altLang="zh-CN" sz="2400">
                <a:solidFill>
                  <a:srgbClr val="000000"/>
                </a:solidFill>
                <a:latin typeface="Trebuchet MS" panose="020B0603020202020204" pitchFamily="34" charset="0"/>
                <a:cs typeface="Arial" panose="020B0604020202020204" pitchFamily="34" charset="0"/>
              </a:endParaRPr>
            </a:p>
          </p:txBody>
        </p:sp>
        <p:sp>
          <p:nvSpPr>
            <p:cNvPr id="42" name="Rectangle 1431">
              <a:extLst>
                <a:ext uri="{FF2B5EF4-FFF2-40B4-BE49-F238E27FC236}">
                  <a16:creationId xmlns:a16="http://schemas.microsoft.com/office/drawing/2014/main" id="{3655534D-AE7D-F61D-CB3C-F12F819572B0}"/>
                </a:ext>
              </a:extLst>
            </p:cNvPr>
            <p:cNvSpPr>
              <a:spLocks noChangeArrowheads="1"/>
            </p:cNvSpPr>
            <p:nvPr/>
          </p:nvSpPr>
          <p:spPr bwMode="auto">
            <a:xfrm>
              <a:off x="725801" y="1433925"/>
              <a:ext cx="698111" cy="137160"/>
            </a:xfrm>
            <a:prstGeom prst="rect">
              <a:avLst/>
            </a:prstGeom>
            <a:solidFill>
              <a:srgbClr val="DA581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2400">
                <a:solidFill>
                  <a:srgbClr val="000000"/>
                </a:solidFill>
                <a:latin typeface="Trebuchet MS" panose="020B0603020202020204" pitchFamily="34" charset="0"/>
                <a:ea typeface="MS PGothic" panose="020B0600070205080204" pitchFamily="34" charset="-128"/>
              </a:endParaRPr>
            </a:p>
          </p:txBody>
        </p:sp>
        <p:sp>
          <p:nvSpPr>
            <p:cNvPr id="43" name="Rectangle 1432">
              <a:extLst>
                <a:ext uri="{FF2B5EF4-FFF2-40B4-BE49-F238E27FC236}">
                  <a16:creationId xmlns:a16="http://schemas.microsoft.com/office/drawing/2014/main" id="{77C210BA-99C9-252E-88C8-C5A89106CC1A}"/>
                </a:ext>
              </a:extLst>
            </p:cNvPr>
            <p:cNvSpPr>
              <a:spLocks noChangeArrowheads="1"/>
            </p:cNvSpPr>
            <p:nvPr/>
          </p:nvSpPr>
          <p:spPr bwMode="auto">
            <a:xfrm>
              <a:off x="567050" y="1950358"/>
              <a:ext cx="1015612" cy="137160"/>
            </a:xfrm>
            <a:prstGeom prst="rect">
              <a:avLst/>
            </a:prstGeom>
            <a:solidFill>
              <a:srgbClr val="AEC3F5"/>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2400">
                <a:solidFill>
                  <a:srgbClr val="000000"/>
                </a:solidFill>
                <a:latin typeface="Trebuchet MS" panose="020B0603020202020204" pitchFamily="34" charset="0"/>
                <a:ea typeface="MS PGothic" panose="020B0600070205080204" pitchFamily="34" charset="-128"/>
              </a:endParaRPr>
            </a:p>
          </p:txBody>
        </p:sp>
        <p:sp>
          <p:nvSpPr>
            <p:cNvPr id="44" name="Rectangle 1433">
              <a:extLst>
                <a:ext uri="{FF2B5EF4-FFF2-40B4-BE49-F238E27FC236}">
                  <a16:creationId xmlns:a16="http://schemas.microsoft.com/office/drawing/2014/main" id="{31329A15-B7E9-F82F-59A3-58CB1EDF8386}"/>
                </a:ext>
              </a:extLst>
            </p:cNvPr>
            <p:cNvSpPr>
              <a:spLocks noChangeArrowheads="1"/>
            </p:cNvSpPr>
            <p:nvPr/>
          </p:nvSpPr>
          <p:spPr bwMode="auto">
            <a:xfrm>
              <a:off x="566747" y="1609166"/>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45" name="Rectangle 1434">
              <a:extLst>
                <a:ext uri="{FF2B5EF4-FFF2-40B4-BE49-F238E27FC236}">
                  <a16:creationId xmlns:a16="http://schemas.microsoft.com/office/drawing/2014/main" id="{47789A65-87F8-919B-4EA2-5090A59966CC}"/>
                </a:ext>
              </a:extLst>
            </p:cNvPr>
            <p:cNvSpPr>
              <a:spLocks noChangeArrowheads="1"/>
            </p:cNvSpPr>
            <p:nvPr/>
          </p:nvSpPr>
          <p:spPr bwMode="auto">
            <a:xfrm>
              <a:off x="601782" y="1645957"/>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46" name="Rectangle 1435">
              <a:extLst>
                <a:ext uri="{FF2B5EF4-FFF2-40B4-BE49-F238E27FC236}">
                  <a16:creationId xmlns:a16="http://schemas.microsoft.com/office/drawing/2014/main" id="{C777D049-239E-8AB8-2E65-01CA411F007A}"/>
                </a:ext>
              </a:extLst>
            </p:cNvPr>
            <p:cNvSpPr>
              <a:spLocks noChangeArrowheads="1"/>
            </p:cNvSpPr>
            <p:nvPr/>
          </p:nvSpPr>
          <p:spPr bwMode="auto">
            <a:xfrm>
              <a:off x="693857" y="1645957"/>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47" name="Rectangle 1436">
              <a:extLst>
                <a:ext uri="{FF2B5EF4-FFF2-40B4-BE49-F238E27FC236}">
                  <a16:creationId xmlns:a16="http://schemas.microsoft.com/office/drawing/2014/main" id="{CA848A69-C4AB-30E6-81F9-589120494E6E}"/>
                </a:ext>
              </a:extLst>
            </p:cNvPr>
            <p:cNvSpPr>
              <a:spLocks noChangeArrowheads="1"/>
            </p:cNvSpPr>
            <p:nvPr/>
          </p:nvSpPr>
          <p:spPr bwMode="auto">
            <a:xfrm>
              <a:off x="830272" y="1609166"/>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48" name="Rectangle 1437">
              <a:extLst>
                <a:ext uri="{FF2B5EF4-FFF2-40B4-BE49-F238E27FC236}">
                  <a16:creationId xmlns:a16="http://schemas.microsoft.com/office/drawing/2014/main" id="{B433A975-C04A-BB14-327F-0C91886A7D9F}"/>
                </a:ext>
              </a:extLst>
            </p:cNvPr>
            <p:cNvSpPr>
              <a:spLocks noChangeArrowheads="1"/>
            </p:cNvSpPr>
            <p:nvPr/>
          </p:nvSpPr>
          <p:spPr bwMode="auto">
            <a:xfrm>
              <a:off x="865307" y="1645957"/>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49" name="Rectangle 1438">
              <a:extLst>
                <a:ext uri="{FF2B5EF4-FFF2-40B4-BE49-F238E27FC236}">
                  <a16:creationId xmlns:a16="http://schemas.microsoft.com/office/drawing/2014/main" id="{4E7B8700-FAD0-BF8B-04B5-527010517808}"/>
                </a:ext>
              </a:extLst>
            </p:cNvPr>
            <p:cNvSpPr>
              <a:spLocks noChangeArrowheads="1"/>
            </p:cNvSpPr>
            <p:nvPr/>
          </p:nvSpPr>
          <p:spPr bwMode="auto">
            <a:xfrm>
              <a:off x="957382" y="1645957"/>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50" name="Rectangle 1439">
              <a:extLst>
                <a:ext uri="{FF2B5EF4-FFF2-40B4-BE49-F238E27FC236}">
                  <a16:creationId xmlns:a16="http://schemas.microsoft.com/office/drawing/2014/main" id="{5A3E4AA8-02A3-4832-8D93-A68332572593}"/>
                </a:ext>
              </a:extLst>
            </p:cNvPr>
            <p:cNvSpPr>
              <a:spLocks noChangeArrowheads="1"/>
            </p:cNvSpPr>
            <p:nvPr/>
          </p:nvSpPr>
          <p:spPr bwMode="auto">
            <a:xfrm>
              <a:off x="1093797" y="1609166"/>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51" name="Rectangle 1440">
              <a:extLst>
                <a:ext uri="{FF2B5EF4-FFF2-40B4-BE49-F238E27FC236}">
                  <a16:creationId xmlns:a16="http://schemas.microsoft.com/office/drawing/2014/main" id="{19C4DC4E-4E10-09F5-3FCF-409B3F2F7EEF}"/>
                </a:ext>
              </a:extLst>
            </p:cNvPr>
            <p:cNvSpPr>
              <a:spLocks noChangeArrowheads="1"/>
            </p:cNvSpPr>
            <p:nvPr/>
          </p:nvSpPr>
          <p:spPr bwMode="auto">
            <a:xfrm>
              <a:off x="1128832" y="1645957"/>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52" name="Rectangle 1441">
              <a:extLst>
                <a:ext uri="{FF2B5EF4-FFF2-40B4-BE49-F238E27FC236}">
                  <a16:creationId xmlns:a16="http://schemas.microsoft.com/office/drawing/2014/main" id="{1D07315B-39AE-F893-EB5E-F6B66ADA5611}"/>
                </a:ext>
              </a:extLst>
            </p:cNvPr>
            <p:cNvSpPr>
              <a:spLocks noChangeArrowheads="1"/>
            </p:cNvSpPr>
            <p:nvPr/>
          </p:nvSpPr>
          <p:spPr bwMode="auto">
            <a:xfrm>
              <a:off x="1220907" y="1645957"/>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53" name="Rectangle 1442">
              <a:extLst>
                <a:ext uri="{FF2B5EF4-FFF2-40B4-BE49-F238E27FC236}">
                  <a16:creationId xmlns:a16="http://schemas.microsoft.com/office/drawing/2014/main" id="{68DDFECB-DC26-69B7-67DE-69879B551EB0}"/>
                </a:ext>
              </a:extLst>
            </p:cNvPr>
            <p:cNvSpPr>
              <a:spLocks noChangeArrowheads="1"/>
            </p:cNvSpPr>
            <p:nvPr/>
          </p:nvSpPr>
          <p:spPr bwMode="auto">
            <a:xfrm>
              <a:off x="1357322" y="1609166"/>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54" name="Rectangle 1443">
              <a:extLst>
                <a:ext uri="{FF2B5EF4-FFF2-40B4-BE49-F238E27FC236}">
                  <a16:creationId xmlns:a16="http://schemas.microsoft.com/office/drawing/2014/main" id="{0769242E-987E-B676-6915-8D730546446E}"/>
                </a:ext>
              </a:extLst>
            </p:cNvPr>
            <p:cNvSpPr>
              <a:spLocks noChangeArrowheads="1"/>
            </p:cNvSpPr>
            <p:nvPr/>
          </p:nvSpPr>
          <p:spPr bwMode="auto">
            <a:xfrm>
              <a:off x="1392357" y="1645957"/>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55" name="Rectangle 1444">
              <a:extLst>
                <a:ext uri="{FF2B5EF4-FFF2-40B4-BE49-F238E27FC236}">
                  <a16:creationId xmlns:a16="http://schemas.microsoft.com/office/drawing/2014/main" id="{99DBF27C-EF40-301E-9925-27E74129DC82}"/>
                </a:ext>
              </a:extLst>
            </p:cNvPr>
            <p:cNvSpPr>
              <a:spLocks noChangeArrowheads="1"/>
            </p:cNvSpPr>
            <p:nvPr/>
          </p:nvSpPr>
          <p:spPr bwMode="auto">
            <a:xfrm>
              <a:off x="1484432" y="1645957"/>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56" name="Rectangle 1445">
              <a:extLst>
                <a:ext uri="{FF2B5EF4-FFF2-40B4-BE49-F238E27FC236}">
                  <a16:creationId xmlns:a16="http://schemas.microsoft.com/office/drawing/2014/main" id="{6669D119-865F-4854-A18B-261B4D60FF64}"/>
                </a:ext>
              </a:extLst>
            </p:cNvPr>
            <p:cNvSpPr>
              <a:spLocks noChangeArrowheads="1"/>
            </p:cNvSpPr>
            <p:nvPr/>
          </p:nvSpPr>
          <p:spPr bwMode="auto">
            <a:xfrm>
              <a:off x="566747" y="1777441"/>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57" name="Rectangle 1446">
              <a:extLst>
                <a:ext uri="{FF2B5EF4-FFF2-40B4-BE49-F238E27FC236}">
                  <a16:creationId xmlns:a16="http://schemas.microsoft.com/office/drawing/2014/main" id="{B82E700B-80F2-8C44-1129-8A93AC3D3DF9}"/>
                </a:ext>
              </a:extLst>
            </p:cNvPr>
            <p:cNvSpPr>
              <a:spLocks noChangeArrowheads="1"/>
            </p:cNvSpPr>
            <p:nvPr/>
          </p:nvSpPr>
          <p:spPr bwMode="auto">
            <a:xfrm>
              <a:off x="601782" y="1814232"/>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58" name="Rectangle 1447">
              <a:extLst>
                <a:ext uri="{FF2B5EF4-FFF2-40B4-BE49-F238E27FC236}">
                  <a16:creationId xmlns:a16="http://schemas.microsoft.com/office/drawing/2014/main" id="{98414829-50CB-A9D8-8985-D41175CA804D}"/>
                </a:ext>
              </a:extLst>
            </p:cNvPr>
            <p:cNvSpPr>
              <a:spLocks noChangeArrowheads="1"/>
            </p:cNvSpPr>
            <p:nvPr/>
          </p:nvSpPr>
          <p:spPr bwMode="auto">
            <a:xfrm>
              <a:off x="693857" y="1814232"/>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59" name="Rectangle 1448">
              <a:extLst>
                <a:ext uri="{FF2B5EF4-FFF2-40B4-BE49-F238E27FC236}">
                  <a16:creationId xmlns:a16="http://schemas.microsoft.com/office/drawing/2014/main" id="{DB9A4C7C-2AA4-64FB-A21A-DB2448394FA0}"/>
                </a:ext>
              </a:extLst>
            </p:cNvPr>
            <p:cNvSpPr>
              <a:spLocks noChangeArrowheads="1"/>
            </p:cNvSpPr>
            <p:nvPr/>
          </p:nvSpPr>
          <p:spPr bwMode="auto">
            <a:xfrm>
              <a:off x="830272" y="1777441"/>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60" name="Rectangle 1449">
              <a:extLst>
                <a:ext uri="{FF2B5EF4-FFF2-40B4-BE49-F238E27FC236}">
                  <a16:creationId xmlns:a16="http://schemas.microsoft.com/office/drawing/2014/main" id="{4C91DFD6-2A75-5DCE-A833-74D756F9C480}"/>
                </a:ext>
              </a:extLst>
            </p:cNvPr>
            <p:cNvSpPr>
              <a:spLocks noChangeArrowheads="1"/>
            </p:cNvSpPr>
            <p:nvPr/>
          </p:nvSpPr>
          <p:spPr bwMode="auto">
            <a:xfrm>
              <a:off x="865307" y="1814232"/>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61" name="Rectangle 1450">
              <a:extLst>
                <a:ext uri="{FF2B5EF4-FFF2-40B4-BE49-F238E27FC236}">
                  <a16:creationId xmlns:a16="http://schemas.microsoft.com/office/drawing/2014/main" id="{85E4B6B2-4758-9DED-4B02-5D6FC855167B}"/>
                </a:ext>
              </a:extLst>
            </p:cNvPr>
            <p:cNvSpPr>
              <a:spLocks noChangeArrowheads="1"/>
            </p:cNvSpPr>
            <p:nvPr/>
          </p:nvSpPr>
          <p:spPr bwMode="auto">
            <a:xfrm>
              <a:off x="957382" y="1814232"/>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62" name="Rectangle 1451">
              <a:extLst>
                <a:ext uri="{FF2B5EF4-FFF2-40B4-BE49-F238E27FC236}">
                  <a16:creationId xmlns:a16="http://schemas.microsoft.com/office/drawing/2014/main" id="{216EEFAC-A05C-C1C6-EC44-7C44709FC82E}"/>
                </a:ext>
              </a:extLst>
            </p:cNvPr>
            <p:cNvSpPr>
              <a:spLocks noChangeArrowheads="1"/>
            </p:cNvSpPr>
            <p:nvPr/>
          </p:nvSpPr>
          <p:spPr bwMode="auto">
            <a:xfrm>
              <a:off x="1093797" y="1777441"/>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63" name="Rectangle 1452">
              <a:extLst>
                <a:ext uri="{FF2B5EF4-FFF2-40B4-BE49-F238E27FC236}">
                  <a16:creationId xmlns:a16="http://schemas.microsoft.com/office/drawing/2014/main" id="{35A97F27-8C95-E3E1-74A6-DDE130F832BC}"/>
                </a:ext>
              </a:extLst>
            </p:cNvPr>
            <p:cNvSpPr>
              <a:spLocks noChangeArrowheads="1"/>
            </p:cNvSpPr>
            <p:nvPr/>
          </p:nvSpPr>
          <p:spPr bwMode="auto">
            <a:xfrm>
              <a:off x="1128832" y="1814232"/>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64" name="Rectangle 1453">
              <a:extLst>
                <a:ext uri="{FF2B5EF4-FFF2-40B4-BE49-F238E27FC236}">
                  <a16:creationId xmlns:a16="http://schemas.microsoft.com/office/drawing/2014/main" id="{084A443D-8C06-0B21-256D-82A18CB5D8AA}"/>
                </a:ext>
              </a:extLst>
            </p:cNvPr>
            <p:cNvSpPr>
              <a:spLocks noChangeArrowheads="1"/>
            </p:cNvSpPr>
            <p:nvPr/>
          </p:nvSpPr>
          <p:spPr bwMode="auto">
            <a:xfrm>
              <a:off x="1220907" y="1814232"/>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65" name="Rectangle 1454">
              <a:extLst>
                <a:ext uri="{FF2B5EF4-FFF2-40B4-BE49-F238E27FC236}">
                  <a16:creationId xmlns:a16="http://schemas.microsoft.com/office/drawing/2014/main" id="{24F47FCA-22E9-C55D-BD13-60FDAD59C9C6}"/>
                </a:ext>
              </a:extLst>
            </p:cNvPr>
            <p:cNvSpPr>
              <a:spLocks noChangeArrowheads="1"/>
            </p:cNvSpPr>
            <p:nvPr/>
          </p:nvSpPr>
          <p:spPr bwMode="auto">
            <a:xfrm>
              <a:off x="1357322" y="1777441"/>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66" name="Rectangle 1455">
              <a:extLst>
                <a:ext uri="{FF2B5EF4-FFF2-40B4-BE49-F238E27FC236}">
                  <a16:creationId xmlns:a16="http://schemas.microsoft.com/office/drawing/2014/main" id="{402C8D75-2639-71E0-DD8C-D058B125B4D7}"/>
                </a:ext>
              </a:extLst>
            </p:cNvPr>
            <p:cNvSpPr>
              <a:spLocks noChangeArrowheads="1"/>
            </p:cNvSpPr>
            <p:nvPr/>
          </p:nvSpPr>
          <p:spPr bwMode="auto">
            <a:xfrm>
              <a:off x="1392357" y="1814232"/>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67" name="Rectangle 1456">
              <a:extLst>
                <a:ext uri="{FF2B5EF4-FFF2-40B4-BE49-F238E27FC236}">
                  <a16:creationId xmlns:a16="http://schemas.microsoft.com/office/drawing/2014/main" id="{CED8D7C1-E001-8FF5-F0C7-AB53328AA961}"/>
                </a:ext>
              </a:extLst>
            </p:cNvPr>
            <p:cNvSpPr>
              <a:spLocks noChangeArrowheads="1"/>
            </p:cNvSpPr>
            <p:nvPr/>
          </p:nvSpPr>
          <p:spPr bwMode="auto">
            <a:xfrm>
              <a:off x="1484432" y="1814232"/>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grpSp>
      <p:grpSp>
        <p:nvGrpSpPr>
          <p:cNvPr id="68" name="Group 1457">
            <a:extLst>
              <a:ext uri="{FF2B5EF4-FFF2-40B4-BE49-F238E27FC236}">
                <a16:creationId xmlns:a16="http://schemas.microsoft.com/office/drawing/2014/main" id="{D2F53D0D-2380-D3B4-4E0A-7B048C996505}"/>
              </a:ext>
            </a:extLst>
          </p:cNvPr>
          <p:cNvGrpSpPr/>
          <p:nvPr/>
        </p:nvGrpSpPr>
        <p:grpSpPr bwMode="auto">
          <a:xfrm>
            <a:off x="2931229" y="1549319"/>
            <a:ext cx="1114425" cy="752475"/>
            <a:chOff x="517764" y="1384300"/>
            <a:chExt cx="1114185" cy="751417"/>
          </a:xfrm>
        </p:grpSpPr>
        <p:sp>
          <p:nvSpPr>
            <p:cNvPr id="69" name="Rectangle 1458">
              <a:extLst>
                <a:ext uri="{FF2B5EF4-FFF2-40B4-BE49-F238E27FC236}">
                  <a16:creationId xmlns:a16="http://schemas.microsoft.com/office/drawing/2014/main" id="{C0774EF0-6662-3BD3-21E1-6E8D32496EDD}"/>
                </a:ext>
              </a:extLst>
            </p:cNvPr>
            <p:cNvSpPr/>
            <p:nvPr/>
          </p:nvSpPr>
          <p:spPr bwMode="auto">
            <a:xfrm>
              <a:off x="517764" y="1384300"/>
              <a:ext cx="1114185" cy="751417"/>
            </a:xfrm>
            <a:prstGeom prst="rect">
              <a:avLst/>
            </a:prstGeom>
            <a:solidFill>
              <a:schemeClr val="bg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anchor="ctr" anchorCtr="1"/>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algn="ctr">
                <a:spcBef>
                  <a:spcPct val="50000"/>
                </a:spcBef>
                <a:defRPr/>
              </a:pPr>
              <a:endParaRPr lang="en-US" altLang="zh-CN" sz="2400">
                <a:solidFill>
                  <a:srgbClr val="000000"/>
                </a:solidFill>
                <a:latin typeface="Trebuchet MS" panose="020B0603020202020204" pitchFamily="34" charset="0"/>
                <a:cs typeface="Arial" panose="020B0604020202020204" pitchFamily="34" charset="0"/>
              </a:endParaRPr>
            </a:p>
          </p:txBody>
        </p:sp>
        <p:sp>
          <p:nvSpPr>
            <p:cNvPr id="70" name="Rectangle 1459">
              <a:extLst>
                <a:ext uri="{FF2B5EF4-FFF2-40B4-BE49-F238E27FC236}">
                  <a16:creationId xmlns:a16="http://schemas.microsoft.com/office/drawing/2014/main" id="{823B1B46-81AA-B1AE-CD8B-A9CFB35D1DF2}"/>
                </a:ext>
              </a:extLst>
            </p:cNvPr>
            <p:cNvSpPr>
              <a:spLocks noChangeArrowheads="1"/>
            </p:cNvSpPr>
            <p:nvPr/>
          </p:nvSpPr>
          <p:spPr bwMode="auto">
            <a:xfrm>
              <a:off x="725801" y="1433925"/>
              <a:ext cx="698111" cy="137160"/>
            </a:xfrm>
            <a:prstGeom prst="rect">
              <a:avLst/>
            </a:prstGeom>
            <a:solidFill>
              <a:srgbClr val="DA581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2400">
                <a:solidFill>
                  <a:srgbClr val="000000"/>
                </a:solidFill>
                <a:latin typeface="Trebuchet MS" panose="020B0603020202020204" pitchFamily="34" charset="0"/>
                <a:ea typeface="MS PGothic" panose="020B0600070205080204" pitchFamily="34" charset="-128"/>
              </a:endParaRPr>
            </a:p>
          </p:txBody>
        </p:sp>
        <p:sp>
          <p:nvSpPr>
            <p:cNvPr id="71" name="Rectangle 1460">
              <a:extLst>
                <a:ext uri="{FF2B5EF4-FFF2-40B4-BE49-F238E27FC236}">
                  <a16:creationId xmlns:a16="http://schemas.microsoft.com/office/drawing/2014/main" id="{EFE7C46F-17D4-798D-6F8E-F3D2F835DC24}"/>
                </a:ext>
              </a:extLst>
            </p:cNvPr>
            <p:cNvSpPr>
              <a:spLocks noChangeArrowheads="1"/>
            </p:cNvSpPr>
            <p:nvPr/>
          </p:nvSpPr>
          <p:spPr bwMode="auto">
            <a:xfrm>
              <a:off x="567050" y="1950358"/>
              <a:ext cx="1015612" cy="137160"/>
            </a:xfrm>
            <a:prstGeom prst="rect">
              <a:avLst/>
            </a:prstGeom>
            <a:solidFill>
              <a:srgbClr val="AEC3F5"/>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2400">
                <a:solidFill>
                  <a:srgbClr val="000000"/>
                </a:solidFill>
                <a:latin typeface="Trebuchet MS" panose="020B0603020202020204" pitchFamily="34" charset="0"/>
                <a:ea typeface="MS PGothic" panose="020B0600070205080204" pitchFamily="34" charset="-128"/>
              </a:endParaRPr>
            </a:p>
          </p:txBody>
        </p:sp>
        <p:sp>
          <p:nvSpPr>
            <p:cNvPr id="72" name="Rectangle 1461">
              <a:extLst>
                <a:ext uri="{FF2B5EF4-FFF2-40B4-BE49-F238E27FC236}">
                  <a16:creationId xmlns:a16="http://schemas.microsoft.com/office/drawing/2014/main" id="{1BF0F692-A7C8-CC38-C799-393C7A55F55F}"/>
                </a:ext>
              </a:extLst>
            </p:cNvPr>
            <p:cNvSpPr>
              <a:spLocks noChangeArrowheads="1"/>
            </p:cNvSpPr>
            <p:nvPr/>
          </p:nvSpPr>
          <p:spPr bwMode="auto">
            <a:xfrm>
              <a:off x="566747" y="1609166"/>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73" name="Rectangle 1462">
              <a:extLst>
                <a:ext uri="{FF2B5EF4-FFF2-40B4-BE49-F238E27FC236}">
                  <a16:creationId xmlns:a16="http://schemas.microsoft.com/office/drawing/2014/main" id="{B606CAB9-DDDB-9F90-CF16-08B1A49099DE}"/>
                </a:ext>
              </a:extLst>
            </p:cNvPr>
            <p:cNvSpPr>
              <a:spLocks noChangeArrowheads="1"/>
            </p:cNvSpPr>
            <p:nvPr/>
          </p:nvSpPr>
          <p:spPr bwMode="auto">
            <a:xfrm>
              <a:off x="601782" y="1645957"/>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74" name="Rectangle 1463">
              <a:extLst>
                <a:ext uri="{FF2B5EF4-FFF2-40B4-BE49-F238E27FC236}">
                  <a16:creationId xmlns:a16="http://schemas.microsoft.com/office/drawing/2014/main" id="{730A2915-D853-DC42-9479-F58888017D85}"/>
                </a:ext>
              </a:extLst>
            </p:cNvPr>
            <p:cNvSpPr>
              <a:spLocks noChangeArrowheads="1"/>
            </p:cNvSpPr>
            <p:nvPr/>
          </p:nvSpPr>
          <p:spPr bwMode="auto">
            <a:xfrm>
              <a:off x="693857" y="1645957"/>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75" name="Rectangle 1464">
              <a:extLst>
                <a:ext uri="{FF2B5EF4-FFF2-40B4-BE49-F238E27FC236}">
                  <a16:creationId xmlns:a16="http://schemas.microsoft.com/office/drawing/2014/main" id="{1ECD2381-2DDB-573A-FE2C-ED9748E7EB5C}"/>
                </a:ext>
              </a:extLst>
            </p:cNvPr>
            <p:cNvSpPr>
              <a:spLocks noChangeArrowheads="1"/>
            </p:cNvSpPr>
            <p:nvPr/>
          </p:nvSpPr>
          <p:spPr bwMode="auto">
            <a:xfrm>
              <a:off x="830272" y="1609166"/>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76" name="Rectangle 1465">
              <a:extLst>
                <a:ext uri="{FF2B5EF4-FFF2-40B4-BE49-F238E27FC236}">
                  <a16:creationId xmlns:a16="http://schemas.microsoft.com/office/drawing/2014/main" id="{7A1A73C0-65CF-4DD9-9926-C0C65464D94B}"/>
                </a:ext>
              </a:extLst>
            </p:cNvPr>
            <p:cNvSpPr>
              <a:spLocks noChangeArrowheads="1"/>
            </p:cNvSpPr>
            <p:nvPr/>
          </p:nvSpPr>
          <p:spPr bwMode="auto">
            <a:xfrm>
              <a:off x="865307" y="1645957"/>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77" name="Rectangle 1466">
              <a:extLst>
                <a:ext uri="{FF2B5EF4-FFF2-40B4-BE49-F238E27FC236}">
                  <a16:creationId xmlns:a16="http://schemas.microsoft.com/office/drawing/2014/main" id="{0FC3C07E-EDDD-E3EB-4B06-5845822F0639}"/>
                </a:ext>
              </a:extLst>
            </p:cNvPr>
            <p:cNvSpPr>
              <a:spLocks noChangeArrowheads="1"/>
            </p:cNvSpPr>
            <p:nvPr/>
          </p:nvSpPr>
          <p:spPr bwMode="auto">
            <a:xfrm>
              <a:off x="957382" y="1645957"/>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78" name="Rectangle 1467">
              <a:extLst>
                <a:ext uri="{FF2B5EF4-FFF2-40B4-BE49-F238E27FC236}">
                  <a16:creationId xmlns:a16="http://schemas.microsoft.com/office/drawing/2014/main" id="{C54FD981-E1EB-A7D9-A7CE-9BEF7D41DD8B}"/>
                </a:ext>
              </a:extLst>
            </p:cNvPr>
            <p:cNvSpPr>
              <a:spLocks noChangeArrowheads="1"/>
            </p:cNvSpPr>
            <p:nvPr/>
          </p:nvSpPr>
          <p:spPr bwMode="auto">
            <a:xfrm>
              <a:off x="1093797" y="1609166"/>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79" name="Rectangle 1468">
              <a:extLst>
                <a:ext uri="{FF2B5EF4-FFF2-40B4-BE49-F238E27FC236}">
                  <a16:creationId xmlns:a16="http://schemas.microsoft.com/office/drawing/2014/main" id="{8B5CA1F5-7D86-90A2-A4AC-F09E20ECAAC7}"/>
                </a:ext>
              </a:extLst>
            </p:cNvPr>
            <p:cNvSpPr>
              <a:spLocks noChangeArrowheads="1"/>
            </p:cNvSpPr>
            <p:nvPr/>
          </p:nvSpPr>
          <p:spPr bwMode="auto">
            <a:xfrm>
              <a:off x="1128832" y="1645957"/>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80" name="Rectangle 1469">
              <a:extLst>
                <a:ext uri="{FF2B5EF4-FFF2-40B4-BE49-F238E27FC236}">
                  <a16:creationId xmlns:a16="http://schemas.microsoft.com/office/drawing/2014/main" id="{D6F1BF6C-4C97-00E4-14DF-5224F575817F}"/>
                </a:ext>
              </a:extLst>
            </p:cNvPr>
            <p:cNvSpPr>
              <a:spLocks noChangeArrowheads="1"/>
            </p:cNvSpPr>
            <p:nvPr/>
          </p:nvSpPr>
          <p:spPr bwMode="auto">
            <a:xfrm>
              <a:off x="1220907" y="1645957"/>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81" name="Rectangle 1470">
              <a:extLst>
                <a:ext uri="{FF2B5EF4-FFF2-40B4-BE49-F238E27FC236}">
                  <a16:creationId xmlns:a16="http://schemas.microsoft.com/office/drawing/2014/main" id="{704920C4-5148-A9C3-DB37-DCE33E6F2E8D}"/>
                </a:ext>
              </a:extLst>
            </p:cNvPr>
            <p:cNvSpPr>
              <a:spLocks noChangeArrowheads="1"/>
            </p:cNvSpPr>
            <p:nvPr/>
          </p:nvSpPr>
          <p:spPr bwMode="auto">
            <a:xfrm>
              <a:off x="1357322" y="1609166"/>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82" name="Rectangle 1471">
              <a:extLst>
                <a:ext uri="{FF2B5EF4-FFF2-40B4-BE49-F238E27FC236}">
                  <a16:creationId xmlns:a16="http://schemas.microsoft.com/office/drawing/2014/main" id="{83598C7B-3828-C652-8867-085660FCBB44}"/>
                </a:ext>
              </a:extLst>
            </p:cNvPr>
            <p:cNvSpPr>
              <a:spLocks noChangeArrowheads="1"/>
            </p:cNvSpPr>
            <p:nvPr/>
          </p:nvSpPr>
          <p:spPr bwMode="auto">
            <a:xfrm>
              <a:off x="1392357" y="1645957"/>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83" name="Rectangle 1472">
              <a:extLst>
                <a:ext uri="{FF2B5EF4-FFF2-40B4-BE49-F238E27FC236}">
                  <a16:creationId xmlns:a16="http://schemas.microsoft.com/office/drawing/2014/main" id="{0C582331-E04D-080D-B61F-F90AAEF711F8}"/>
                </a:ext>
              </a:extLst>
            </p:cNvPr>
            <p:cNvSpPr>
              <a:spLocks noChangeArrowheads="1"/>
            </p:cNvSpPr>
            <p:nvPr/>
          </p:nvSpPr>
          <p:spPr bwMode="auto">
            <a:xfrm>
              <a:off x="1484432" y="1645957"/>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84" name="Rectangle 1473">
              <a:extLst>
                <a:ext uri="{FF2B5EF4-FFF2-40B4-BE49-F238E27FC236}">
                  <a16:creationId xmlns:a16="http://schemas.microsoft.com/office/drawing/2014/main" id="{E375CBBB-9AC2-B481-9514-0E4EE2656553}"/>
                </a:ext>
              </a:extLst>
            </p:cNvPr>
            <p:cNvSpPr>
              <a:spLocks noChangeArrowheads="1"/>
            </p:cNvSpPr>
            <p:nvPr/>
          </p:nvSpPr>
          <p:spPr bwMode="auto">
            <a:xfrm>
              <a:off x="566747" y="1777441"/>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85" name="Rectangle 1474">
              <a:extLst>
                <a:ext uri="{FF2B5EF4-FFF2-40B4-BE49-F238E27FC236}">
                  <a16:creationId xmlns:a16="http://schemas.microsoft.com/office/drawing/2014/main" id="{88B23DAB-900C-ABD9-C9A7-0316E3CDB634}"/>
                </a:ext>
              </a:extLst>
            </p:cNvPr>
            <p:cNvSpPr>
              <a:spLocks noChangeArrowheads="1"/>
            </p:cNvSpPr>
            <p:nvPr/>
          </p:nvSpPr>
          <p:spPr bwMode="auto">
            <a:xfrm>
              <a:off x="601782" y="1814232"/>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86" name="Rectangle 1475">
              <a:extLst>
                <a:ext uri="{FF2B5EF4-FFF2-40B4-BE49-F238E27FC236}">
                  <a16:creationId xmlns:a16="http://schemas.microsoft.com/office/drawing/2014/main" id="{F114D3D4-F520-8986-8068-91014C002D75}"/>
                </a:ext>
              </a:extLst>
            </p:cNvPr>
            <p:cNvSpPr>
              <a:spLocks noChangeArrowheads="1"/>
            </p:cNvSpPr>
            <p:nvPr/>
          </p:nvSpPr>
          <p:spPr bwMode="auto">
            <a:xfrm>
              <a:off x="693857" y="1814232"/>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87" name="Rectangle 1476">
              <a:extLst>
                <a:ext uri="{FF2B5EF4-FFF2-40B4-BE49-F238E27FC236}">
                  <a16:creationId xmlns:a16="http://schemas.microsoft.com/office/drawing/2014/main" id="{4988312F-92D9-8751-D46A-45CB7EA39C2D}"/>
                </a:ext>
              </a:extLst>
            </p:cNvPr>
            <p:cNvSpPr>
              <a:spLocks noChangeArrowheads="1"/>
            </p:cNvSpPr>
            <p:nvPr/>
          </p:nvSpPr>
          <p:spPr bwMode="auto">
            <a:xfrm>
              <a:off x="830272" y="1777441"/>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88" name="Rectangle 1477">
              <a:extLst>
                <a:ext uri="{FF2B5EF4-FFF2-40B4-BE49-F238E27FC236}">
                  <a16:creationId xmlns:a16="http://schemas.microsoft.com/office/drawing/2014/main" id="{87BCA91C-A834-5528-E570-7696294D6F49}"/>
                </a:ext>
              </a:extLst>
            </p:cNvPr>
            <p:cNvSpPr>
              <a:spLocks noChangeArrowheads="1"/>
            </p:cNvSpPr>
            <p:nvPr/>
          </p:nvSpPr>
          <p:spPr bwMode="auto">
            <a:xfrm>
              <a:off x="865307" y="1814232"/>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89" name="Rectangle 1478">
              <a:extLst>
                <a:ext uri="{FF2B5EF4-FFF2-40B4-BE49-F238E27FC236}">
                  <a16:creationId xmlns:a16="http://schemas.microsoft.com/office/drawing/2014/main" id="{12DF495A-31F7-1CBF-3DBD-F2AAA664703C}"/>
                </a:ext>
              </a:extLst>
            </p:cNvPr>
            <p:cNvSpPr>
              <a:spLocks noChangeArrowheads="1"/>
            </p:cNvSpPr>
            <p:nvPr/>
          </p:nvSpPr>
          <p:spPr bwMode="auto">
            <a:xfrm>
              <a:off x="957382" y="1814232"/>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90" name="Rectangle 1479">
              <a:extLst>
                <a:ext uri="{FF2B5EF4-FFF2-40B4-BE49-F238E27FC236}">
                  <a16:creationId xmlns:a16="http://schemas.microsoft.com/office/drawing/2014/main" id="{B23FBDD2-82F7-F1A5-C2E2-B0FFBA10BCF9}"/>
                </a:ext>
              </a:extLst>
            </p:cNvPr>
            <p:cNvSpPr>
              <a:spLocks noChangeArrowheads="1"/>
            </p:cNvSpPr>
            <p:nvPr/>
          </p:nvSpPr>
          <p:spPr bwMode="auto">
            <a:xfrm>
              <a:off x="1093797" y="1777441"/>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91" name="Rectangle 1480">
              <a:extLst>
                <a:ext uri="{FF2B5EF4-FFF2-40B4-BE49-F238E27FC236}">
                  <a16:creationId xmlns:a16="http://schemas.microsoft.com/office/drawing/2014/main" id="{595C249B-EA3F-9E79-9B34-C136BFCA03E6}"/>
                </a:ext>
              </a:extLst>
            </p:cNvPr>
            <p:cNvSpPr>
              <a:spLocks noChangeArrowheads="1"/>
            </p:cNvSpPr>
            <p:nvPr/>
          </p:nvSpPr>
          <p:spPr bwMode="auto">
            <a:xfrm>
              <a:off x="1128832" y="1814232"/>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92" name="Rectangle 1481">
              <a:extLst>
                <a:ext uri="{FF2B5EF4-FFF2-40B4-BE49-F238E27FC236}">
                  <a16:creationId xmlns:a16="http://schemas.microsoft.com/office/drawing/2014/main" id="{10394DF7-369E-EF0B-084E-088F515F9AE5}"/>
                </a:ext>
              </a:extLst>
            </p:cNvPr>
            <p:cNvSpPr>
              <a:spLocks noChangeArrowheads="1"/>
            </p:cNvSpPr>
            <p:nvPr/>
          </p:nvSpPr>
          <p:spPr bwMode="auto">
            <a:xfrm>
              <a:off x="1220907" y="1814232"/>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93" name="Rectangle 1482">
              <a:extLst>
                <a:ext uri="{FF2B5EF4-FFF2-40B4-BE49-F238E27FC236}">
                  <a16:creationId xmlns:a16="http://schemas.microsoft.com/office/drawing/2014/main" id="{3ED1DA73-18E8-6724-FF86-5AB1A6323BE7}"/>
                </a:ext>
              </a:extLst>
            </p:cNvPr>
            <p:cNvSpPr>
              <a:spLocks noChangeArrowheads="1"/>
            </p:cNvSpPr>
            <p:nvPr/>
          </p:nvSpPr>
          <p:spPr bwMode="auto">
            <a:xfrm>
              <a:off x="1357322" y="1777441"/>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94" name="Rectangle 1483">
              <a:extLst>
                <a:ext uri="{FF2B5EF4-FFF2-40B4-BE49-F238E27FC236}">
                  <a16:creationId xmlns:a16="http://schemas.microsoft.com/office/drawing/2014/main" id="{6C3ACE54-2263-B37E-2C2F-E811EC01C48E}"/>
                </a:ext>
              </a:extLst>
            </p:cNvPr>
            <p:cNvSpPr>
              <a:spLocks noChangeArrowheads="1"/>
            </p:cNvSpPr>
            <p:nvPr/>
          </p:nvSpPr>
          <p:spPr bwMode="auto">
            <a:xfrm>
              <a:off x="1392357" y="1814232"/>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95" name="Rectangle 1484">
              <a:extLst>
                <a:ext uri="{FF2B5EF4-FFF2-40B4-BE49-F238E27FC236}">
                  <a16:creationId xmlns:a16="http://schemas.microsoft.com/office/drawing/2014/main" id="{8BF41C1D-B4BA-57F7-5B66-43A9AF2BEC99}"/>
                </a:ext>
              </a:extLst>
            </p:cNvPr>
            <p:cNvSpPr>
              <a:spLocks noChangeArrowheads="1"/>
            </p:cNvSpPr>
            <p:nvPr/>
          </p:nvSpPr>
          <p:spPr bwMode="auto">
            <a:xfrm>
              <a:off x="1484432" y="1814232"/>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grpSp>
      <p:grpSp>
        <p:nvGrpSpPr>
          <p:cNvPr id="96" name="Group 1489">
            <a:extLst>
              <a:ext uri="{FF2B5EF4-FFF2-40B4-BE49-F238E27FC236}">
                <a16:creationId xmlns:a16="http://schemas.microsoft.com/office/drawing/2014/main" id="{F08A4C74-5CFF-F604-0ABA-6B3D02E06495}"/>
              </a:ext>
            </a:extLst>
          </p:cNvPr>
          <p:cNvGrpSpPr/>
          <p:nvPr/>
        </p:nvGrpSpPr>
        <p:grpSpPr bwMode="auto">
          <a:xfrm>
            <a:off x="540454" y="2355769"/>
            <a:ext cx="3948112" cy="877887"/>
            <a:chOff x="458550" y="1323474"/>
            <a:chExt cx="3947680" cy="877859"/>
          </a:xfrm>
        </p:grpSpPr>
        <p:sp>
          <p:nvSpPr>
            <p:cNvPr id="97" name="Rectangle 1490">
              <a:extLst>
                <a:ext uri="{FF2B5EF4-FFF2-40B4-BE49-F238E27FC236}">
                  <a16:creationId xmlns:a16="http://schemas.microsoft.com/office/drawing/2014/main" id="{F3A82E9B-549E-1E0E-308E-2819609F36E9}"/>
                </a:ext>
              </a:extLst>
            </p:cNvPr>
            <p:cNvSpPr/>
            <p:nvPr/>
          </p:nvSpPr>
          <p:spPr bwMode="auto">
            <a:xfrm>
              <a:off x="458550" y="1323474"/>
              <a:ext cx="3939744" cy="877859"/>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anchor="ctr" anchorCtr="1"/>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algn="ctr">
                <a:spcBef>
                  <a:spcPct val="50000"/>
                </a:spcBef>
                <a:defRPr/>
              </a:pPr>
              <a:endParaRPr lang="en-US" altLang="zh-CN" sz="2400">
                <a:solidFill>
                  <a:srgbClr val="000000"/>
                </a:solidFill>
                <a:latin typeface="Trebuchet MS" panose="020B0603020202020204" pitchFamily="34" charset="0"/>
                <a:cs typeface="Arial" panose="020B0604020202020204" pitchFamily="34" charset="0"/>
              </a:endParaRPr>
            </a:p>
          </p:txBody>
        </p:sp>
        <p:grpSp>
          <p:nvGrpSpPr>
            <p:cNvPr id="98" name="Group 1486">
              <a:extLst>
                <a:ext uri="{FF2B5EF4-FFF2-40B4-BE49-F238E27FC236}">
                  <a16:creationId xmlns:a16="http://schemas.microsoft.com/office/drawing/2014/main" id="{261652ED-7555-783B-EA9D-23980546D1D8}"/>
                </a:ext>
              </a:extLst>
            </p:cNvPr>
            <p:cNvGrpSpPr/>
            <p:nvPr/>
          </p:nvGrpSpPr>
          <p:grpSpPr bwMode="auto">
            <a:xfrm>
              <a:off x="3943149" y="1394549"/>
              <a:ext cx="463081" cy="747517"/>
              <a:chOff x="3940698" y="1394549"/>
              <a:chExt cx="463081" cy="747517"/>
            </a:xfrm>
          </p:grpSpPr>
          <p:sp>
            <p:nvSpPr>
              <p:cNvPr id="183" name="Rectangle 1576">
                <a:extLst>
                  <a:ext uri="{FF2B5EF4-FFF2-40B4-BE49-F238E27FC236}">
                    <a16:creationId xmlns:a16="http://schemas.microsoft.com/office/drawing/2014/main" id="{040D3080-F1FA-DEB5-9133-6111814DD88A}"/>
                  </a:ext>
                </a:extLst>
              </p:cNvPr>
              <p:cNvSpPr>
                <a:spLocks noChangeArrowheads="1"/>
              </p:cNvSpPr>
              <p:nvPr/>
            </p:nvSpPr>
            <p:spPr bwMode="auto">
              <a:xfrm>
                <a:off x="4004141" y="1394549"/>
                <a:ext cx="336195" cy="747517"/>
              </a:xfrm>
              <a:prstGeom prst="rect">
                <a:avLst/>
              </a:prstGeom>
              <a:solidFill>
                <a:srgbClr val="8B9CC3"/>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2400">
                  <a:solidFill>
                    <a:srgbClr val="000000"/>
                  </a:solidFill>
                  <a:latin typeface="Trebuchet MS" panose="020B0603020202020204" pitchFamily="34" charset="0"/>
                  <a:ea typeface="MS PGothic" panose="020B0600070205080204" pitchFamily="34" charset="-128"/>
                </a:endParaRPr>
              </a:p>
            </p:txBody>
          </p:sp>
          <p:sp>
            <p:nvSpPr>
              <p:cNvPr id="184" name="TextBox 1577">
                <a:extLst>
                  <a:ext uri="{FF2B5EF4-FFF2-40B4-BE49-F238E27FC236}">
                    <a16:creationId xmlns:a16="http://schemas.microsoft.com/office/drawing/2014/main" id="{8E54EC55-7ECD-E97F-FB7B-DBD1FEBD98BD}"/>
                  </a:ext>
                </a:extLst>
              </p:cNvPr>
              <p:cNvSpPr txBox="1">
                <a:spLocks noChangeArrowheads="1"/>
              </p:cNvSpPr>
              <p:nvPr/>
            </p:nvSpPr>
            <p:spPr bwMode="auto">
              <a:xfrm>
                <a:off x="3940698" y="1622113"/>
                <a:ext cx="463081"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r>
                  <a:rPr lang="en-US" altLang="zh-CN" sz="1300">
                    <a:solidFill>
                      <a:srgbClr val="000000"/>
                    </a:solidFill>
                    <a:latin typeface="Myriad Pro Black" charset="0"/>
                    <a:ea typeface="MS PGothic" panose="020B0600070205080204" pitchFamily="34" charset="-128"/>
                  </a:rPr>
                  <a:t>Tex</a:t>
                </a:r>
              </a:p>
            </p:txBody>
          </p:sp>
        </p:grpSp>
        <p:grpSp>
          <p:nvGrpSpPr>
            <p:cNvPr id="99" name="Group 1428">
              <a:extLst>
                <a:ext uri="{FF2B5EF4-FFF2-40B4-BE49-F238E27FC236}">
                  <a16:creationId xmlns:a16="http://schemas.microsoft.com/office/drawing/2014/main" id="{07B75AC7-FD40-FAC8-6011-D22E0A8B74EE}"/>
                </a:ext>
              </a:extLst>
            </p:cNvPr>
            <p:cNvGrpSpPr/>
            <p:nvPr/>
          </p:nvGrpSpPr>
          <p:grpSpPr bwMode="auto">
            <a:xfrm>
              <a:off x="517764" y="1384300"/>
              <a:ext cx="1114185" cy="751417"/>
              <a:chOff x="517764" y="1384300"/>
              <a:chExt cx="1114185" cy="751417"/>
            </a:xfrm>
          </p:grpSpPr>
          <p:sp>
            <p:nvSpPr>
              <p:cNvPr id="156" name="Rectangle 1549">
                <a:extLst>
                  <a:ext uri="{FF2B5EF4-FFF2-40B4-BE49-F238E27FC236}">
                    <a16:creationId xmlns:a16="http://schemas.microsoft.com/office/drawing/2014/main" id="{B4C146AE-9E9C-E469-ACE3-4BE84D8C1BC0}"/>
                  </a:ext>
                </a:extLst>
              </p:cNvPr>
              <p:cNvSpPr/>
              <p:nvPr/>
            </p:nvSpPr>
            <p:spPr bwMode="auto">
              <a:xfrm>
                <a:off x="517281" y="1383797"/>
                <a:ext cx="1114303" cy="752451"/>
              </a:xfrm>
              <a:prstGeom prst="rect">
                <a:avLst/>
              </a:prstGeom>
              <a:solidFill>
                <a:schemeClr val="bg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anchor="ctr" anchorCtr="1"/>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algn="ctr">
                  <a:spcBef>
                    <a:spcPct val="50000"/>
                  </a:spcBef>
                  <a:defRPr/>
                </a:pPr>
                <a:endParaRPr lang="en-US" altLang="zh-CN" sz="2400">
                  <a:solidFill>
                    <a:srgbClr val="000000"/>
                  </a:solidFill>
                  <a:latin typeface="Trebuchet MS" panose="020B0603020202020204" pitchFamily="34" charset="0"/>
                  <a:cs typeface="Arial" panose="020B0604020202020204" pitchFamily="34" charset="0"/>
                </a:endParaRPr>
              </a:p>
            </p:txBody>
          </p:sp>
          <p:sp>
            <p:nvSpPr>
              <p:cNvPr id="157" name="Rectangle 1550">
                <a:extLst>
                  <a:ext uri="{FF2B5EF4-FFF2-40B4-BE49-F238E27FC236}">
                    <a16:creationId xmlns:a16="http://schemas.microsoft.com/office/drawing/2014/main" id="{F7CDDE1A-DE48-071F-3FEE-53645E89F690}"/>
                  </a:ext>
                </a:extLst>
              </p:cNvPr>
              <p:cNvSpPr>
                <a:spLocks noChangeArrowheads="1"/>
              </p:cNvSpPr>
              <p:nvPr/>
            </p:nvSpPr>
            <p:spPr bwMode="auto">
              <a:xfrm>
                <a:off x="725801" y="1433925"/>
                <a:ext cx="698111" cy="137160"/>
              </a:xfrm>
              <a:prstGeom prst="rect">
                <a:avLst/>
              </a:prstGeom>
              <a:solidFill>
                <a:srgbClr val="DA581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2400">
                  <a:solidFill>
                    <a:srgbClr val="000000"/>
                  </a:solidFill>
                  <a:latin typeface="Trebuchet MS" panose="020B0603020202020204" pitchFamily="34" charset="0"/>
                  <a:ea typeface="MS PGothic" panose="020B0600070205080204" pitchFamily="34" charset="-128"/>
                </a:endParaRPr>
              </a:p>
            </p:txBody>
          </p:sp>
          <p:sp>
            <p:nvSpPr>
              <p:cNvPr id="158" name="Rectangle 1551">
                <a:extLst>
                  <a:ext uri="{FF2B5EF4-FFF2-40B4-BE49-F238E27FC236}">
                    <a16:creationId xmlns:a16="http://schemas.microsoft.com/office/drawing/2014/main" id="{39B9CC9E-EA4F-DAB9-1C6F-46BED63C3206}"/>
                  </a:ext>
                </a:extLst>
              </p:cNvPr>
              <p:cNvSpPr>
                <a:spLocks noChangeArrowheads="1"/>
              </p:cNvSpPr>
              <p:nvPr/>
            </p:nvSpPr>
            <p:spPr bwMode="auto">
              <a:xfrm>
                <a:off x="567050" y="1950358"/>
                <a:ext cx="1015612" cy="137160"/>
              </a:xfrm>
              <a:prstGeom prst="rect">
                <a:avLst/>
              </a:prstGeom>
              <a:solidFill>
                <a:srgbClr val="AEC3F5"/>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2400">
                  <a:solidFill>
                    <a:srgbClr val="000000"/>
                  </a:solidFill>
                  <a:latin typeface="Trebuchet MS" panose="020B0603020202020204" pitchFamily="34" charset="0"/>
                  <a:ea typeface="MS PGothic" panose="020B0600070205080204" pitchFamily="34" charset="-128"/>
                </a:endParaRPr>
              </a:p>
            </p:txBody>
          </p:sp>
          <p:sp>
            <p:nvSpPr>
              <p:cNvPr id="159" name="Rectangle 1552">
                <a:extLst>
                  <a:ext uri="{FF2B5EF4-FFF2-40B4-BE49-F238E27FC236}">
                    <a16:creationId xmlns:a16="http://schemas.microsoft.com/office/drawing/2014/main" id="{D1CC4643-ABFA-13F0-31CC-8F3B9EA2EEEC}"/>
                  </a:ext>
                </a:extLst>
              </p:cNvPr>
              <p:cNvSpPr>
                <a:spLocks noChangeArrowheads="1"/>
              </p:cNvSpPr>
              <p:nvPr/>
            </p:nvSpPr>
            <p:spPr bwMode="auto">
              <a:xfrm>
                <a:off x="566747" y="1609166"/>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160" name="Rectangle 1553">
                <a:extLst>
                  <a:ext uri="{FF2B5EF4-FFF2-40B4-BE49-F238E27FC236}">
                    <a16:creationId xmlns:a16="http://schemas.microsoft.com/office/drawing/2014/main" id="{2BDC4F63-638B-4ED8-4C36-92562448A014}"/>
                  </a:ext>
                </a:extLst>
              </p:cNvPr>
              <p:cNvSpPr>
                <a:spLocks noChangeArrowheads="1"/>
              </p:cNvSpPr>
              <p:nvPr/>
            </p:nvSpPr>
            <p:spPr bwMode="auto">
              <a:xfrm>
                <a:off x="601782" y="1645957"/>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161" name="Rectangle 1554">
                <a:extLst>
                  <a:ext uri="{FF2B5EF4-FFF2-40B4-BE49-F238E27FC236}">
                    <a16:creationId xmlns:a16="http://schemas.microsoft.com/office/drawing/2014/main" id="{D896E0D9-73AE-9728-89C1-12F16F44F00D}"/>
                  </a:ext>
                </a:extLst>
              </p:cNvPr>
              <p:cNvSpPr>
                <a:spLocks noChangeArrowheads="1"/>
              </p:cNvSpPr>
              <p:nvPr/>
            </p:nvSpPr>
            <p:spPr bwMode="auto">
              <a:xfrm>
                <a:off x="693857" y="1645957"/>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162" name="Rectangle 1555">
                <a:extLst>
                  <a:ext uri="{FF2B5EF4-FFF2-40B4-BE49-F238E27FC236}">
                    <a16:creationId xmlns:a16="http://schemas.microsoft.com/office/drawing/2014/main" id="{940652BE-CA50-420D-2C21-06ABC6F2B8FD}"/>
                  </a:ext>
                </a:extLst>
              </p:cNvPr>
              <p:cNvSpPr>
                <a:spLocks noChangeArrowheads="1"/>
              </p:cNvSpPr>
              <p:nvPr/>
            </p:nvSpPr>
            <p:spPr bwMode="auto">
              <a:xfrm>
                <a:off x="830272" y="1609166"/>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163" name="Rectangle 1556">
                <a:extLst>
                  <a:ext uri="{FF2B5EF4-FFF2-40B4-BE49-F238E27FC236}">
                    <a16:creationId xmlns:a16="http://schemas.microsoft.com/office/drawing/2014/main" id="{9FF80B53-DD05-E10D-945C-7A4A9E3EDB1C}"/>
                  </a:ext>
                </a:extLst>
              </p:cNvPr>
              <p:cNvSpPr>
                <a:spLocks noChangeArrowheads="1"/>
              </p:cNvSpPr>
              <p:nvPr/>
            </p:nvSpPr>
            <p:spPr bwMode="auto">
              <a:xfrm>
                <a:off x="865307" y="1645957"/>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164" name="Rectangle 1557">
                <a:extLst>
                  <a:ext uri="{FF2B5EF4-FFF2-40B4-BE49-F238E27FC236}">
                    <a16:creationId xmlns:a16="http://schemas.microsoft.com/office/drawing/2014/main" id="{C3A0E157-D92C-9017-F7EA-2FC94954A9B3}"/>
                  </a:ext>
                </a:extLst>
              </p:cNvPr>
              <p:cNvSpPr>
                <a:spLocks noChangeArrowheads="1"/>
              </p:cNvSpPr>
              <p:nvPr/>
            </p:nvSpPr>
            <p:spPr bwMode="auto">
              <a:xfrm>
                <a:off x="957382" y="1645957"/>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165" name="Rectangle 1558">
                <a:extLst>
                  <a:ext uri="{FF2B5EF4-FFF2-40B4-BE49-F238E27FC236}">
                    <a16:creationId xmlns:a16="http://schemas.microsoft.com/office/drawing/2014/main" id="{735244C4-3D67-6019-C4A4-D8690D266C4B}"/>
                  </a:ext>
                </a:extLst>
              </p:cNvPr>
              <p:cNvSpPr>
                <a:spLocks noChangeArrowheads="1"/>
              </p:cNvSpPr>
              <p:nvPr/>
            </p:nvSpPr>
            <p:spPr bwMode="auto">
              <a:xfrm>
                <a:off x="1093797" y="1609166"/>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166" name="Rectangle 1559">
                <a:extLst>
                  <a:ext uri="{FF2B5EF4-FFF2-40B4-BE49-F238E27FC236}">
                    <a16:creationId xmlns:a16="http://schemas.microsoft.com/office/drawing/2014/main" id="{8A093961-07F4-B0C2-D633-F6C08B6668D2}"/>
                  </a:ext>
                </a:extLst>
              </p:cNvPr>
              <p:cNvSpPr>
                <a:spLocks noChangeArrowheads="1"/>
              </p:cNvSpPr>
              <p:nvPr/>
            </p:nvSpPr>
            <p:spPr bwMode="auto">
              <a:xfrm>
                <a:off x="1128832" y="1645957"/>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167" name="Rectangle 1560">
                <a:extLst>
                  <a:ext uri="{FF2B5EF4-FFF2-40B4-BE49-F238E27FC236}">
                    <a16:creationId xmlns:a16="http://schemas.microsoft.com/office/drawing/2014/main" id="{73F75083-DE89-D23B-D8D1-DCC8D7F9A386}"/>
                  </a:ext>
                </a:extLst>
              </p:cNvPr>
              <p:cNvSpPr>
                <a:spLocks noChangeArrowheads="1"/>
              </p:cNvSpPr>
              <p:nvPr/>
            </p:nvSpPr>
            <p:spPr bwMode="auto">
              <a:xfrm>
                <a:off x="1220907" y="1645957"/>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168" name="Rectangle 1561">
                <a:extLst>
                  <a:ext uri="{FF2B5EF4-FFF2-40B4-BE49-F238E27FC236}">
                    <a16:creationId xmlns:a16="http://schemas.microsoft.com/office/drawing/2014/main" id="{7905C31A-B01B-1CA0-F9B3-41AE291FA6A4}"/>
                  </a:ext>
                </a:extLst>
              </p:cNvPr>
              <p:cNvSpPr>
                <a:spLocks noChangeArrowheads="1"/>
              </p:cNvSpPr>
              <p:nvPr/>
            </p:nvSpPr>
            <p:spPr bwMode="auto">
              <a:xfrm>
                <a:off x="1357322" y="1609166"/>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169" name="Rectangle 1562">
                <a:extLst>
                  <a:ext uri="{FF2B5EF4-FFF2-40B4-BE49-F238E27FC236}">
                    <a16:creationId xmlns:a16="http://schemas.microsoft.com/office/drawing/2014/main" id="{0BE5B07C-8FC5-5E64-47A5-1FCE4B3196DC}"/>
                  </a:ext>
                </a:extLst>
              </p:cNvPr>
              <p:cNvSpPr>
                <a:spLocks noChangeArrowheads="1"/>
              </p:cNvSpPr>
              <p:nvPr/>
            </p:nvSpPr>
            <p:spPr bwMode="auto">
              <a:xfrm>
                <a:off x="1392357" y="1645957"/>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170" name="Rectangle 1563">
                <a:extLst>
                  <a:ext uri="{FF2B5EF4-FFF2-40B4-BE49-F238E27FC236}">
                    <a16:creationId xmlns:a16="http://schemas.microsoft.com/office/drawing/2014/main" id="{5B60492E-022A-F052-7191-4EE25A05B942}"/>
                  </a:ext>
                </a:extLst>
              </p:cNvPr>
              <p:cNvSpPr>
                <a:spLocks noChangeArrowheads="1"/>
              </p:cNvSpPr>
              <p:nvPr/>
            </p:nvSpPr>
            <p:spPr bwMode="auto">
              <a:xfrm>
                <a:off x="1484432" y="1645957"/>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171" name="Rectangle 1564">
                <a:extLst>
                  <a:ext uri="{FF2B5EF4-FFF2-40B4-BE49-F238E27FC236}">
                    <a16:creationId xmlns:a16="http://schemas.microsoft.com/office/drawing/2014/main" id="{CC6B6A9D-9DB6-88D3-9303-550292E251A3}"/>
                  </a:ext>
                </a:extLst>
              </p:cNvPr>
              <p:cNvSpPr>
                <a:spLocks noChangeArrowheads="1"/>
              </p:cNvSpPr>
              <p:nvPr/>
            </p:nvSpPr>
            <p:spPr bwMode="auto">
              <a:xfrm>
                <a:off x="566747" y="1777441"/>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172" name="Rectangle 1565">
                <a:extLst>
                  <a:ext uri="{FF2B5EF4-FFF2-40B4-BE49-F238E27FC236}">
                    <a16:creationId xmlns:a16="http://schemas.microsoft.com/office/drawing/2014/main" id="{74F222A6-9281-9715-E255-B312927E2D85}"/>
                  </a:ext>
                </a:extLst>
              </p:cNvPr>
              <p:cNvSpPr>
                <a:spLocks noChangeArrowheads="1"/>
              </p:cNvSpPr>
              <p:nvPr/>
            </p:nvSpPr>
            <p:spPr bwMode="auto">
              <a:xfrm>
                <a:off x="601782" y="1814232"/>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173" name="Rectangle 1566">
                <a:extLst>
                  <a:ext uri="{FF2B5EF4-FFF2-40B4-BE49-F238E27FC236}">
                    <a16:creationId xmlns:a16="http://schemas.microsoft.com/office/drawing/2014/main" id="{A39B0C66-3DBD-01F6-CFF0-C6157A0E1900}"/>
                  </a:ext>
                </a:extLst>
              </p:cNvPr>
              <p:cNvSpPr>
                <a:spLocks noChangeArrowheads="1"/>
              </p:cNvSpPr>
              <p:nvPr/>
            </p:nvSpPr>
            <p:spPr bwMode="auto">
              <a:xfrm>
                <a:off x="693857" y="1814232"/>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174" name="Rectangle 1567">
                <a:extLst>
                  <a:ext uri="{FF2B5EF4-FFF2-40B4-BE49-F238E27FC236}">
                    <a16:creationId xmlns:a16="http://schemas.microsoft.com/office/drawing/2014/main" id="{4A27EF75-3363-B0EC-4016-161A145A8098}"/>
                  </a:ext>
                </a:extLst>
              </p:cNvPr>
              <p:cNvSpPr>
                <a:spLocks noChangeArrowheads="1"/>
              </p:cNvSpPr>
              <p:nvPr/>
            </p:nvSpPr>
            <p:spPr bwMode="auto">
              <a:xfrm>
                <a:off x="830272" y="1777441"/>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175" name="Rectangle 1568">
                <a:extLst>
                  <a:ext uri="{FF2B5EF4-FFF2-40B4-BE49-F238E27FC236}">
                    <a16:creationId xmlns:a16="http://schemas.microsoft.com/office/drawing/2014/main" id="{AC438474-02FA-A5E6-4938-F140ED6513E5}"/>
                  </a:ext>
                </a:extLst>
              </p:cNvPr>
              <p:cNvSpPr>
                <a:spLocks noChangeArrowheads="1"/>
              </p:cNvSpPr>
              <p:nvPr/>
            </p:nvSpPr>
            <p:spPr bwMode="auto">
              <a:xfrm>
                <a:off x="865307" y="1814232"/>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176" name="Rectangle 1569">
                <a:extLst>
                  <a:ext uri="{FF2B5EF4-FFF2-40B4-BE49-F238E27FC236}">
                    <a16:creationId xmlns:a16="http://schemas.microsoft.com/office/drawing/2014/main" id="{B0A368BF-9D32-387B-9C7E-DCE3FF93051B}"/>
                  </a:ext>
                </a:extLst>
              </p:cNvPr>
              <p:cNvSpPr>
                <a:spLocks noChangeArrowheads="1"/>
              </p:cNvSpPr>
              <p:nvPr/>
            </p:nvSpPr>
            <p:spPr bwMode="auto">
              <a:xfrm>
                <a:off x="957382" y="1814232"/>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177" name="Rectangle 1570">
                <a:extLst>
                  <a:ext uri="{FF2B5EF4-FFF2-40B4-BE49-F238E27FC236}">
                    <a16:creationId xmlns:a16="http://schemas.microsoft.com/office/drawing/2014/main" id="{1990DD8B-13D0-E23C-761F-392B68018089}"/>
                  </a:ext>
                </a:extLst>
              </p:cNvPr>
              <p:cNvSpPr>
                <a:spLocks noChangeArrowheads="1"/>
              </p:cNvSpPr>
              <p:nvPr/>
            </p:nvSpPr>
            <p:spPr bwMode="auto">
              <a:xfrm>
                <a:off x="1093797" y="1777441"/>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178" name="Rectangle 1571">
                <a:extLst>
                  <a:ext uri="{FF2B5EF4-FFF2-40B4-BE49-F238E27FC236}">
                    <a16:creationId xmlns:a16="http://schemas.microsoft.com/office/drawing/2014/main" id="{F4D4EFFF-627E-880C-FEF7-103D7204D127}"/>
                  </a:ext>
                </a:extLst>
              </p:cNvPr>
              <p:cNvSpPr>
                <a:spLocks noChangeArrowheads="1"/>
              </p:cNvSpPr>
              <p:nvPr/>
            </p:nvSpPr>
            <p:spPr bwMode="auto">
              <a:xfrm>
                <a:off x="1128832" y="1814232"/>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179" name="Rectangle 1572">
                <a:extLst>
                  <a:ext uri="{FF2B5EF4-FFF2-40B4-BE49-F238E27FC236}">
                    <a16:creationId xmlns:a16="http://schemas.microsoft.com/office/drawing/2014/main" id="{3B52CD14-1AE2-C804-F1D6-250C13EA247C}"/>
                  </a:ext>
                </a:extLst>
              </p:cNvPr>
              <p:cNvSpPr>
                <a:spLocks noChangeArrowheads="1"/>
              </p:cNvSpPr>
              <p:nvPr/>
            </p:nvSpPr>
            <p:spPr bwMode="auto">
              <a:xfrm>
                <a:off x="1220907" y="1814232"/>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180" name="Rectangle 1573">
                <a:extLst>
                  <a:ext uri="{FF2B5EF4-FFF2-40B4-BE49-F238E27FC236}">
                    <a16:creationId xmlns:a16="http://schemas.microsoft.com/office/drawing/2014/main" id="{2D4C298B-3BFA-8104-3FE3-C24A8B991021}"/>
                  </a:ext>
                </a:extLst>
              </p:cNvPr>
              <p:cNvSpPr>
                <a:spLocks noChangeArrowheads="1"/>
              </p:cNvSpPr>
              <p:nvPr/>
            </p:nvSpPr>
            <p:spPr bwMode="auto">
              <a:xfrm>
                <a:off x="1357322" y="1777441"/>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181" name="Rectangle 1574">
                <a:extLst>
                  <a:ext uri="{FF2B5EF4-FFF2-40B4-BE49-F238E27FC236}">
                    <a16:creationId xmlns:a16="http://schemas.microsoft.com/office/drawing/2014/main" id="{4CB72240-0B0A-A7F2-E442-CA0A0718BC0F}"/>
                  </a:ext>
                </a:extLst>
              </p:cNvPr>
              <p:cNvSpPr>
                <a:spLocks noChangeArrowheads="1"/>
              </p:cNvSpPr>
              <p:nvPr/>
            </p:nvSpPr>
            <p:spPr bwMode="auto">
              <a:xfrm>
                <a:off x="1392357" y="1814232"/>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182" name="Rectangle 1575">
                <a:extLst>
                  <a:ext uri="{FF2B5EF4-FFF2-40B4-BE49-F238E27FC236}">
                    <a16:creationId xmlns:a16="http://schemas.microsoft.com/office/drawing/2014/main" id="{D5A2A24E-AC65-15AA-F30E-BDAEE4DD2001}"/>
                  </a:ext>
                </a:extLst>
              </p:cNvPr>
              <p:cNvSpPr>
                <a:spLocks noChangeArrowheads="1"/>
              </p:cNvSpPr>
              <p:nvPr/>
            </p:nvSpPr>
            <p:spPr bwMode="auto">
              <a:xfrm>
                <a:off x="1484432" y="1814232"/>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grpSp>
        <p:grpSp>
          <p:nvGrpSpPr>
            <p:cNvPr id="100" name="Group 1429">
              <a:extLst>
                <a:ext uri="{FF2B5EF4-FFF2-40B4-BE49-F238E27FC236}">
                  <a16:creationId xmlns:a16="http://schemas.microsoft.com/office/drawing/2014/main" id="{C21D91FA-A498-C672-1D6D-BA5F47A5157E}"/>
                </a:ext>
              </a:extLst>
            </p:cNvPr>
            <p:cNvGrpSpPr/>
            <p:nvPr/>
          </p:nvGrpSpPr>
          <p:grpSpPr bwMode="auto">
            <a:xfrm>
              <a:off x="1686164" y="1389648"/>
              <a:ext cx="1114185" cy="751417"/>
              <a:chOff x="517764" y="1384300"/>
              <a:chExt cx="1114185" cy="751417"/>
            </a:xfrm>
          </p:grpSpPr>
          <p:sp>
            <p:nvSpPr>
              <p:cNvPr id="129" name="Rectangle 1522">
                <a:extLst>
                  <a:ext uri="{FF2B5EF4-FFF2-40B4-BE49-F238E27FC236}">
                    <a16:creationId xmlns:a16="http://schemas.microsoft.com/office/drawing/2014/main" id="{AB91B4D4-1E7B-B8A4-69DF-CE8758A32E5E}"/>
                  </a:ext>
                </a:extLst>
              </p:cNvPr>
              <p:cNvSpPr/>
              <p:nvPr/>
            </p:nvSpPr>
            <p:spPr bwMode="auto">
              <a:xfrm>
                <a:off x="517153" y="1384799"/>
                <a:ext cx="1114303" cy="750863"/>
              </a:xfrm>
              <a:prstGeom prst="rect">
                <a:avLst/>
              </a:prstGeom>
              <a:solidFill>
                <a:schemeClr val="bg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anchor="ctr" anchorCtr="1"/>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algn="ctr">
                  <a:spcBef>
                    <a:spcPct val="50000"/>
                  </a:spcBef>
                  <a:defRPr/>
                </a:pPr>
                <a:endParaRPr lang="en-US" altLang="zh-CN" sz="2400">
                  <a:solidFill>
                    <a:srgbClr val="000000"/>
                  </a:solidFill>
                  <a:latin typeface="Trebuchet MS" panose="020B0603020202020204" pitchFamily="34" charset="0"/>
                  <a:cs typeface="Arial" panose="020B0604020202020204" pitchFamily="34" charset="0"/>
                </a:endParaRPr>
              </a:p>
            </p:txBody>
          </p:sp>
          <p:sp>
            <p:nvSpPr>
              <p:cNvPr id="130" name="Rectangle 1523">
                <a:extLst>
                  <a:ext uri="{FF2B5EF4-FFF2-40B4-BE49-F238E27FC236}">
                    <a16:creationId xmlns:a16="http://schemas.microsoft.com/office/drawing/2014/main" id="{DF7CDE2E-A003-0CC5-DF3B-9E0953A1B675}"/>
                  </a:ext>
                </a:extLst>
              </p:cNvPr>
              <p:cNvSpPr>
                <a:spLocks noChangeArrowheads="1"/>
              </p:cNvSpPr>
              <p:nvPr/>
            </p:nvSpPr>
            <p:spPr bwMode="auto">
              <a:xfrm>
                <a:off x="725801" y="1433925"/>
                <a:ext cx="698111" cy="137160"/>
              </a:xfrm>
              <a:prstGeom prst="rect">
                <a:avLst/>
              </a:prstGeom>
              <a:solidFill>
                <a:srgbClr val="DA581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2400">
                  <a:solidFill>
                    <a:srgbClr val="000000"/>
                  </a:solidFill>
                  <a:latin typeface="Trebuchet MS" panose="020B0603020202020204" pitchFamily="34" charset="0"/>
                  <a:ea typeface="MS PGothic" panose="020B0600070205080204" pitchFamily="34" charset="-128"/>
                </a:endParaRPr>
              </a:p>
            </p:txBody>
          </p:sp>
          <p:sp>
            <p:nvSpPr>
              <p:cNvPr id="131" name="Rectangle 1524">
                <a:extLst>
                  <a:ext uri="{FF2B5EF4-FFF2-40B4-BE49-F238E27FC236}">
                    <a16:creationId xmlns:a16="http://schemas.microsoft.com/office/drawing/2014/main" id="{2B790658-232D-26CE-8BA8-F890ED7BE9E5}"/>
                  </a:ext>
                </a:extLst>
              </p:cNvPr>
              <p:cNvSpPr>
                <a:spLocks noChangeArrowheads="1"/>
              </p:cNvSpPr>
              <p:nvPr/>
            </p:nvSpPr>
            <p:spPr bwMode="auto">
              <a:xfrm>
                <a:off x="567050" y="1950358"/>
                <a:ext cx="1015612" cy="137160"/>
              </a:xfrm>
              <a:prstGeom prst="rect">
                <a:avLst/>
              </a:prstGeom>
              <a:solidFill>
                <a:srgbClr val="AEC3F5"/>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2400">
                  <a:solidFill>
                    <a:srgbClr val="000000"/>
                  </a:solidFill>
                  <a:latin typeface="Trebuchet MS" panose="020B0603020202020204" pitchFamily="34" charset="0"/>
                  <a:ea typeface="MS PGothic" panose="020B0600070205080204" pitchFamily="34" charset="-128"/>
                </a:endParaRPr>
              </a:p>
            </p:txBody>
          </p:sp>
          <p:sp>
            <p:nvSpPr>
              <p:cNvPr id="132" name="Rectangle 1525">
                <a:extLst>
                  <a:ext uri="{FF2B5EF4-FFF2-40B4-BE49-F238E27FC236}">
                    <a16:creationId xmlns:a16="http://schemas.microsoft.com/office/drawing/2014/main" id="{01DE1E60-70F6-1D2C-5579-D980467F1697}"/>
                  </a:ext>
                </a:extLst>
              </p:cNvPr>
              <p:cNvSpPr>
                <a:spLocks noChangeArrowheads="1"/>
              </p:cNvSpPr>
              <p:nvPr/>
            </p:nvSpPr>
            <p:spPr bwMode="auto">
              <a:xfrm>
                <a:off x="566747" y="1609166"/>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133" name="Rectangle 1526">
                <a:extLst>
                  <a:ext uri="{FF2B5EF4-FFF2-40B4-BE49-F238E27FC236}">
                    <a16:creationId xmlns:a16="http://schemas.microsoft.com/office/drawing/2014/main" id="{8F456850-4935-44A3-B545-D77681654EF3}"/>
                  </a:ext>
                </a:extLst>
              </p:cNvPr>
              <p:cNvSpPr>
                <a:spLocks noChangeArrowheads="1"/>
              </p:cNvSpPr>
              <p:nvPr/>
            </p:nvSpPr>
            <p:spPr bwMode="auto">
              <a:xfrm>
                <a:off x="601782" y="1645957"/>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134" name="Rectangle 1527">
                <a:extLst>
                  <a:ext uri="{FF2B5EF4-FFF2-40B4-BE49-F238E27FC236}">
                    <a16:creationId xmlns:a16="http://schemas.microsoft.com/office/drawing/2014/main" id="{5CA27584-5C44-6E4D-EF10-D7135C48FB7B}"/>
                  </a:ext>
                </a:extLst>
              </p:cNvPr>
              <p:cNvSpPr>
                <a:spLocks noChangeArrowheads="1"/>
              </p:cNvSpPr>
              <p:nvPr/>
            </p:nvSpPr>
            <p:spPr bwMode="auto">
              <a:xfrm>
                <a:off x="693857" y="1645957"/>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135" name="Rectangle 1528">
                <a:extLst>
                  <a:ext uri="{FF2B5EF4-FFF2-40B4-BE49-F238E27FC236}">
                    <a16:creationId xmlns:a16="http://schemas.microsoft.com/office/drawing/2014/main" id="{BF8DCC31-3D97-2723-6785-C590BB65F6E0}"/>
                  </a:ext>
                </a:extLst>
              </p:cNvPr>
              <p:cNvSpPr>
                <a:spLocks noChangeArrowheads="1"/>
              </p:cNvSpPr>
              <p:nvPr/>
            </p:nvSpPr>
            <p:spPr bwMode="auto">
              <a:xfrm>
                <a:off x="830272" y="1609166"/>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136" name="Rectangle 1529">
                <a:extLst>
                  <a:ext uri="{FF2B5EF4-FFF2-40B4-BE49-F238E27FC236}">
                    <a16:creationId xmlns:a16="http://schemas.microsoft.com/office/drawing/2014/main" id="{812B4CDC-5189-AB16-5074-D04031B7BD81}"/>
                  </a:ext>
                </a:extLst>
              </p:cNvPr>
              <p:cNvSpPr>
                <a:spLocks noChangeArrowheads="1"/>
              </p:cNvSpPr>
              <p:nvPr/>
            </p:nvSpPr>
            <p:spPr bwMode="auto">
              <a:xfrm>
                <a:off x="865307" y="1645957"/>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137" name="Rectangle 1530">
                <a:extLst>
                  <a:ext uri="{FF2B5EF4-FFF2-40B4-BE49-F238E27FC236}">
                    <a16:creationId xmlns:a16="http://schemas.microsoft.com/office/drawing/2014/main" id="{29A716B6-AB47-B0D1-077C-FB47B7AEFDCD}"/>
                  </a:ext>
                </a:extLst>
              </p:cNvPr>
              <p:cNvSpPr>
                <a:spLocks noChangeArrowheads="1"/>
              </p:cNvSpPr>
              <p:nvPr/>
            </p:nvSpPr>
            <p:spPr bwMode="auto">
              <a:xfrm>
                <a:off x="957382" y="1645957"/>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138" name="Rectangle 1531">
                <a:extLst>
                  <a:ext uri="{FF2B5EF4-FFF2-40B4-BE49-F238E27FC236}">
                    <a16:creationId xmlns:a16="http://schemas.microsoft.com/office/drawing/2014/main" id="{5FF4B8C6-F216-153D-3E7A-7FFEADED13D1}"/>
                  </a:ext>
                </a:extLst>
              </p:cNvPr>
              <p:cNvSpPr>
                <a:spLocks noChangeArrowheads="1"/>
              </p:cNvSpPr>
              <p:nvPr/>
            </p:nvSpPr>
            <p:spPr bwMode="auto">
              <a:xfrm>
                <a:off x="1093797" y="1609166"/>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139" name="Rectangle 1532">
                <a:extLst>
                  <a:ext uri="{FF2B5EF4-FFF2-40B4-BE49-F238E27FC236}">
                    <a16:creationId xmlns:a16="http://schemas.microsoft.com/office/drawing/2014/main" id="{FCBD4D6D-3318-20FE-77F9-D1539A288E7F}"/>
                  </a:ext>
                </a:extLst>
              </p:cNvPr>
              <p:cNvSpPr>
                <a:spLocks noChangeArrowheads="1"/>
              </p:cNvSpPr>
              <p:nvPr/>
            </p:nvSpPr>
            <p:spPr bwMode="auto">
              <a:xfrm>
                <a:off x="1128832" y="1645957"/>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140" name="Rectangle 1533">
                <a:extLst>
                  <a:ext uri="{FF2B5EF4-FFF2-40B4-BE49-F238E27FC236}">
                    <a16:creationId xmlns:a16="http://schemas.microsoft.com/office/drawing/2014/main" id="{91885B7B-FD3D-29DA-FF47-22DD396E3007}"/>
                  </a:ext>
                </a:extLst>
              </p:cNvPr>
              <p:cNvSpPr>
                <a:spLocks noChangeArrowheads="1"/>
              </p:cNvSpPr>
              <p:nvPr/>
            </p:nvSpPr>
            <p:spPr bwMode="auto">
              <a:xfrm>
                <a:off x="1220907" y="1645957"/>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141" name="Rectangle 1534">
                <a:extLst>
                  <a:ext uri="{FF2B5EF4-FFF2-40B4-BE49-F238E27FC236}">
                    <a16:creationId xmlns:a16="http://schemas.microsoft.com/office/drawing/2014/main" id="{F2E979DC-3F45-68AE-C6EA-3C5B8F9E1B3D}"/>
                  </a:ext>
                </a:extLst>
              </p:cNvPr>
              <p:cNvSpPr>
                <a:spLocks noChangeArrowheads="1"/>
              </p:cNvSpPr>
              <p:nvPr/>
            </p:nvSpPr>
            <p:spPr bwMode="auto">
              <a:xfrm>
                <a:off x="1357322" y="1609166"/>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142" name="Rectangle 1535">
                <a:extLst>
                  <a:ext uri="{FF2B5EF4-FFF2-40B4-BE49-F238E27FC236}">
                    <a16:creationId xmlns:a16="http://schemas.microsoft.com/office/drawing/2014/main" id="{F0D9828B-ABC7-3B6F-580C-7005B839AE6A}"/>
                  </a:ext>
                </a:extLst>
              </p:cNvPr>
              <p:cNvSpPr>
                <a:spLocks noChangeArrowheads="1"/>
              </p:cNvSpPr>
              <p:nvPr/>
            </p:nvSpPr>
            <p:spPr bwMode="auto">
              <a:xfrm>
                <a:off x="1392357" y="1645957"/>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143" name="Rectangle 1536">
                <a:extLst>
                  <a:ext uri="{FF2B5EF4-FFF2-40B4-BE49-F238E27FC236}">
                    <a16:creationId xmlns:a16="http://schemas.microsoft.com/office/drawing/2014/main" id="{86737369-CD90-662E-3104-66407DFF9866}"/>
                  </a:ext>
                </a:extLst>
              </p:cNvPr>
              <p:cNvSpPr>
                <a:spLocks noChangeArrowheads="1"/>
              </p:cNvSpPr>
              <p:nvPr/>
            </p:nvSpPr>
            <p:spPr bwMode="auto">
              <a:xfrm>
                <a:off x="1484432" y="1645957"/>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144" name="Rectangle 1537">
                <a:extLst>
                  <a:ext uri="{FF2B5EF4-FFF2-40B4-BE49-F238E27FC236}">
                    <a16:creationId xmlns:a16="http://schemas.microsoft.com/office/drawing/2014/main" id="{C736D464-DA09-0805-EF95-683DA9087A68}"/>
                  </a:ext>
                </a:extLst>
              </p:cNvPr>
              <p:cNvSpPr>
                <a:spLocks noChangeArrowheads="1"/>
              </p:cNvSpPr>
              <p:nvPr/>
            </p:nvSpPr>
            <p:spPr bwMode="auto">
              <a:xfrm>
                <a:off x="566747" y="1777441"/>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145" name="Rectangle 1538">
                <a:extLst>
                  <a:ext uri="{FF2B5EF4-FFF2-40B4-BE49-F238E27FC236}">
                    <a16:creationId xmlns:a16="http://schemas.microsoft.com/office/drawing/2014/main" id="{3CCA52B6-71C8-A6EB-7940-27775661DD83}"/>
                  </a:ext>
                </a:extLst>
              </p:cNvPr>
              <p:cNvSpPr>
                <a:spLocks noChangeArrowheads="1"/>
              </p:cNvSpPr>
              <p:nvPr/>
            </p:nvSpPr>
            <p:spPr bwMode="auto">
              <a:xfrm>
                <a:off x="601782" y="1814232"/>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146" name="Rectangle 1539">
                <a:extLst>
                  <a:ext uri="{FF2B5EF4-FFF2-40B4-BE49-F238E27FC236}">
                    <a16:creationId xmlns:a16="http://schemas.microsoft.com/office/drawing/2014/main" id="{D0827D89-805E-E5CE-6000-4FEDCC52E34D}"/>
                  </a:ext>
                </a:extLst>
              </p:cNvPr>
              <p:cNvSpPr>
                <a:spLocks noChangeArrowheads="1"/>
              </p:cNvSpPr>
              <p:nvPr/>
            </p:nvSpPr>
            <p:spPr bwMode="auto">
              <a:xfrm>
                <a:off x="693857" y="1814232"/>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147" name="Rectangle 1540">
                <a:extLst>
                  <a:ext uri="{FF2B5EF4-FFF2-40B4-BE49-F238E27FC236}">
                    <a16:creationId xmlns:a16="http://schemas.microsoft.com/office/drawing/2014/main" id="{F75D8BAF-B558-75D9-8B3F-8826D3FD92CA}"/>
                  </a:ext>
                </a:extLst>
              </p:cNvPr>
              <p:cNvSpPr>
                <a:spLocks noChangeArrowheads="1"/>
              </p:cNvSpPr>
              <p:nvPr/>
            </p:nvSpPr>
            <p:spPr bwMode="auto">
              <a:xfrm>
                <a:off x="830272" y="1777441"/>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148" name="Rectangle 1541">
                <a:extLst>
                  <a:ext uri="{FF2B5EF4-FFF2-40B4-BE49-F238E27FC236}">
                    <a16:creationId xmlns:a16="http://schemas.microsoft.com/office/drawing/2014/main" id="{C63DAA36-A915-DA88-42AC-7A44BEFD2C33}"/>
                  </a:ext>
                </a:extLst>
              </p:cNvPr>
              <p:cNvSpPr>
                <a:spLocks noChangeArrowheads="1"/>
              </p:cNvSpPr>
              <p:nvPr/>
            </p:nvSpPr>
            <p:spPr bwMode="auto">
              <a:xfrm>
                <a:off x="865307" y="1814232"/>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149" name="Rectangle 1542">
                <a:extLst>
                  <a:ext uri="{FF2B5EF4-FFF2-40B4-BE49-F238E27FC236}">
                    <a16:creationId xmlns:a16="http://schemas.microsoft.com/office/drawing/2014/main" id="{52D33C4B-FE08-9DF2-349B-AFB0CCE1413C}"/>
                  </a:ext>
                </a:extLst>
              </p:cNvPr>
              <p:cNvSpPr>
                <a:spLocks noChangeArrowheads="1"/>
              </p:cNvSpPr>
              <p:nvPr/>
            </p:nvSpPr>
            <p:spPr bwMode="auto">
              <a:xfrm>
                <a:off x="957382" y="1814232"/>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150" name="Rectangle 1543">
                <a:extLst>
                  <a:ext uri="{FF2B5EF4-FFF2-40B4-BE49-F238E27FC236}">
                    <a16:creationId xmlns:a16="http://schemas.microsoft.com/office/drawing/2014/main" id="{84B49994-C85C-91B7-2E87-A03BF5E9BC85}"/>
                  </a:ext>
                </a:extLst>
              </p:cNvPr>
              <p:cNvSpPr>
                <a:spLocks noChangeArrowheads="1"/>
              </p:cNvSpPr>
              <p:nvPr/>
            </p:nvSpPr>
            <p:spPr bwMode="auto">
              <a:xfrm>
                <a:off x="1093797" y="1777441"/>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151" name="Rectangle 1544">
                <a:extLst>
                  <a:ext uri="{FF2B5EF4-FFF2-40B4-BE49-F238E27FC236}">
                    <a16:creationId xmlns:a16="http://schemas.microsoft.com/office/drawing/2014/main" id="{EAE1DC8E-846C-9C0F-E33F-7A3D7A26A146}"/>
                  </a:ext>
                </a:extLst>
              </p:cNvPr>
              <p:cNvSpPr>
                <a:spLocks noChangeArrowheads="1"/>
              </p:cNvSpPr>
              <p:nvPr/>
            </p:nvSpPr>
            <p:spPr bwMode="auto">
              <a:xfrm>
                <a:off x="1128832" y="1814232"/>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152" name="Rectangle 1545">
                <a:extLst>
                  <a:ext uri="{FF2B5EF4-FFF2-40B4-BE49-F238E27FC236}">
                    <a16:creationId xmlns:a16="http://schemas.microsoft.com/office/drawing/2014/main" id="{D79921B3-EEA2-5BD4-34E4-B380272D2000}"/>
                  </a:ext>
                </a:extLst>
              </p:cNvPr>
              <p:cNvSpPr>
                <a:spLocks noChangeArrowheads="1"/>
              </p:cNvSpPr>
              <p:nvPr/>
            </p:nvSpPr>
            <p:spPr bwMode="auto">
              <a:xfrm>
                <a:off x="1220907" y="1814232"/>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153" name="Rectangle 1546">
                <a:extLst>
                  <a:ext uri="{FF2B5EF4-FFF2-40B4-BE49-F238E27FC236}">
                    <a16:creationId xmlns:a16="http://schemas.microsoft.com/office/drawing/2014/main" id="{90819BFE-7D58-E298-A4EE-1CE969BEA114}"/>
                  </a:ext>
                </a:extLst>
              </p:cNvPr>
              <p:cNvSpPr>
                <a:spLocks noChangeArrowheads="1"/>
              </p:cNvSpPr>
              <p:nvPr/>
            </p:nvSpPr>
            <p:spPr bwMode="auto">
              <a:xfrm>
                <a:off x="1357322" y="1777441"/>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154" name="Rectangle 1547">
                <a:extLst>
                  <a:ext uri="{FF2B5EF4-FFF2-40B4-BE49-F238E27FC236}">
                    <a16:creationId xmlns:a16="http://schemas.microsoft.com/office/drawing/2014/main" id="{6906CEE4-E2E9-5670-1715-8D03FFD20E1D}"/>
                  </a:ext>
                </a:extLst>
              </p:cNvPr>
              <p:cNvSpPr>
                <a:spLocks noChangeArrowheads="1"/>
              </p:cNvSpPr>
              <p:nvPr/>
            </p:nvSpPr>
            <p:spPr bwMode="auto">
              <a:xfrm>
                <a:off x="1392357" y="1814232"/>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155" name="Rectangle 1548">
                <a:extLst>
                  <a:ext uri="{FF2B5EF4-FFF2-40B4-BE49-F238E27FC236}">
                    <a16:creationId xmlns:a16="http://schemas.microsoft.com/office/drawing/2014/main" id="{68803594-5CCB-03B5-6166-FAB561207492}"/>
                  </a:ext>
                </a:extLst>
              </p:cNvPr>
              <p:cNvSpPr>
                <a:spLocks noChangeArrowheads="1"/>
              </p:cNvSpPr>
              <p:nvPr/>
            </p:nvSpPr>
            <p:spPr bwMode="auto">
              <a:xfrm>
                <a:off x="1484432" y="1814232"/>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grpSp>
        <p:grpSp>
          <p:nvGrpSpPr>
            <p:cNvPr id="101" name="Group 1457">
              <a:extLst>
                <a:ext uri="{FF2B5EF4-FFF2-40B4-BE49-F238E27FC236}">
                  <a16:creationId xmlns:a16="http://schemas.microsoft.com/office/drawing/2014/main" id="{5BC30CE0-2A96-2D97-C80B-6526FECF0E44}"/>
                </a:ext>
              </a:extLst>
            </p:cNvPr>
            <p:cNvGrpSpPr/>
            <p:nvPr/>
          </p:nvGrpSpPr>
          <p:grpSpPr bwMode="auto">
            <a:xfrm>
              <a:off x="2849216" y="1389648"/>
              <a:ext cx="1114185" cy="751417"/>
              <a:chOff x="517764" y="1384300"/>
              <a:chExt cx="1114185" cy="751417"/>
            </a:xfrm>
          </p:grpSpPr>
          <p:sp>
            <p:nvSpPr>
              <p:cNvPr id="102" name="Rectangle 1495">
                <a:extLst>
                  <a:ext uri="{FF2B5EF4-FFF2-40B4-BE49-F238E27FC236}">
                    <a16:creationId xmlns:a16="http://schemas.microsoft.com/office/drawing/2014/main" id="{85398005-CEB6-3744-33FA-23C00B6496CF}"/>
                  </a:ext>
                </a:extLst>
              </p:cNvPr>
              <p:cNvSpPr/>
              <p:nvPr/>
            </p:nvSpPr>
            <p:spPr bwMode="auto">
              <a:xfrm>
                <a:off x="517611" y="1384799"/>
                <a:ext cx="1114303" cy="750863"/>
              </a:xfrm>
              <a:prstGeom prst="rect">
                <a:avLst/>
              </a:prstGeom>
              <a:solidFill>
                <a:schemeClr val="bg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anchor="ctr" anchorCtr="1"/>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algn="ctr">
                  <a:spcBef>
                    <a:spcPct val="50000"/>
                  </a:spcBef>
                  <a:defRPr/>
                </a:pPr>
                <a:endParaRPr lang="en-US" altLang="zh-CN" sz="2400">
                  <a:solidFill>
                    <a:srgbClr val="000000"/>
                  </a:solidFill>
                  <a:latin typeface="Trebuchet MS" panose="020B0603020202020204" pitchFamily="34" charset="0"/>
                  <a:cs typeface="Arial" panose="020B0604020202020204" pitchFamily="34" charset="0"/>
                </a:endParaRPr>
              </a:p>
            </p:txBody>
          </p:sp>
          <p:sp>
            <p:nvSpPr>
              <p:cNvPr id="103" name="Rectangle 1496">
                <a:extLst>
                  <a:ext uri="{FF2B5EF4-FFF2-40B4-BE49-F238E27FC236}">
                    <a16:creationId xmlns:a16="http://schemas.microsoft.com/office/drawing/2014/main" id="{54FB08B1-44BD-21A7-9CF8-C241D8B1152E}"/>
                  </a:ext>
                </a:extLst>
              </p:cNvPr>
              <p:cNvSpPr>
                <a:spLocks noChangeArrowheads="1"/>
              </p:cNvSpPr>
              <p:nvPr/>
            </p:nvSpPr>
            <p:spPr bwMode="auto">
              <a:xfrm>
                <a:off x="725801" y="1433925"/>
                <a:ext cx="698111" cy="137160"/>
              </a:xfrm>
              <a:prstGeom prst="rect">
                <a:avLst/>
              </a:prstGeom>
              <a:solidFill>
                <a:srgbClr val="DA581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2400">
                  <a:solidFill>
                    <a:srgbClr val="000000"/>
                  </a:solidFill>
                  <a:latin typeface="Trebuchet MS" panose="020B0603020202020204" pitchFamily="34" charset="0"/>
                  <a:ea typeface="MS PGothic" panose="020B0600070205080204" pitchFamily="34" charset="-128"/>
                </a:endParaRPr>
              </a:p>
            </p:txBody>
          </p:sp>
          <p:sp>
            <p:nvSpPr>
              <p:cNvPr id="104" name="Rectangle 1497">
                <a:extLst>
                  <a:ext uri="{FF2B5EF4-FFF2-40B4-BE49-F238E27FC236}">
                    <a16:creationId xmlns:a16="http://schemas.microsoft.com/office/drawing/2014/main" id="{D7CCC771-0C83-F225-CC5C-80EF40929F8B}"/>
                  </a:ext>
                </a:extLst>
              </p:cNvPr>
              <p:cNvSpPr>
                <a:spLocks noChangeArrowheads="1"/>
              </p:cNvSpPr>
              <p:nvPr/>
            </p:nvSpPr>
            <p:spPr bwMode="auto">
              <a:xfrm>
                <a:off x="567050" y="1950358"/>
                <a:ext cx="1015612" cy="137160"/>
              </a:xfrm>
              <a:prstGeom prst="rect">
                <a:avLst/>
              </a:prstGeom>
              <a:solidFill>
                <a:srgbClr val="AEC3F5"/>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2400">
                  <a:solidFill>
                    <a:srgbClr val="000000"/>
                  </a:solidFill>
                  <a:latin typeface="Trebuchet MS" panose="020B0603020202020204" pitchFamily="34" charset="0"/>
                  <a:ea typeface="MS PGothic" panose="020B0600070205080204" pitchFamily="34" charset="-128"/>
                </a:endParaRPr>
              </a:p>
            </p:txBody>
          </p:sp>
          <p:sp>
            <p:nvSpPr>
              <p:cNvPr id="105" name="Rectangle 1498">
                <a:extLst>
                  <a:ext uri="{FF2B5EF4-FFF2-40B4-BE49-F238E27FC236}">
                    <a16:creationId xmlns:a16="http://schemas.microsoft.com/office/drawing/2014/main" id="{2F51741E-5ADF-6898-3980-A62B30870F89}"/>
                  </a:ext>
                </a:extLst>
              </p:cNvPr>
              <p:cNvSpPr>
                <a:spLocks noChangeArrowheads="1"/>
              </p:cNvSpPr>
              <p:nvPr/>
            </p:nvSpPr>
            <p:spPr bwMode="auto">
              <a:xfrm>
                <a:off x="566747" y="1609166"/>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106" name="Rectangle 1499">
                <a:extLst>
                  <a:ext uri="{FF2B5EF4-FFF2-40B4-BE49-F238E27FC236}">
                    <a16:creationId xmlns:a16="http://schemas.microsoft.com/office/drawing/2014/main" id="{89860E51-2D3D-32BC-EBF4-EA8DD197DCDA}"/>
                  </a:ext>
                </a:extLst>
              </p:cNvPr>
              <p:cNvSpPr>
                <a:spLocks noChangeArrowheads="1"/>
              </p:cNvSpPr>
              <p:nvPr/>
            </p:nvSpPr>
            <p:spPr bwMode="auto">
              <a:xfrm>
                <a:off x="601782" y="1645957"/>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107" name="Rectangle 1500">
                <a:extLst>
                  <a:ext uri="{FF2B5EF4-FFF2-40B4-BE49-F238E27FC236}">
                    <a16:creationId xmlns:a16="http://schemas.microsoft.com/office/drawing/2014/main" id="{03016A11-6B5D-C2C6-14AE-7C9E608CDC0C}"/>
                  </a:ext>
                </a:extLst>
              </p:cNvPr>
              <p:cNvSpPr>
                <a:spLocks noChangeArrowheads="1"/>
              </p:cNvSpPr>
              <p:nvPr/>
            </p:nvSpPr>
            <p:spPr bwMode="auto">
              <a:xfrm>
                <a:off x="693857" y="1645957"/>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108" name="Rectangle 1501">
                <a:extLst>
                  <a:ext uri="{FF2B5EF4-FFF2-40B4-BE49-F238E27FC236}">
                    <a16:creationId xmlns:a16="http://schemas.microsoft.com/office/drawing/2014/main" id="{9F4749DF-915A-11F3-E927-2B3D2EC22D5E}"/>
                  </a:ext>
                </a:extLst>
              </p:cNvPr>
              <p:cNvSpPr>
                <a:spLocks noChangeArrowheads="1"/>
              </p:cNvSpPr>
              <p:nvPr/>
            </p:nvSpPr>
            <p:spPr bwMode="auto">
              <a:xfrm>
                <a:off x="830272" y="1609166"/>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109" name="Rectangle 1502">
                <a:extLst>
                  <a:ext uri="{FF2B5EF4-FFF2-40B4-BE49-F238E27FC236}">
                    <a16:creationId xmlns:a16="http://schemas.microsoft.com/office/drawing/2014/main" id="{14C4642A-2B49-EC37-8035-5CF4A5A9322B}"/>
                  </a:ext>
                </a:extLst>
              </p:cNvPr>
              <p:cNvSpPr>
                <a:spLocks noChangeArrowheads="1"/>
              </p:cNvSpPr>
              <p:nvPr/>
            </p:nvSpPr>
            <p:spPr bwMode="auto">
              <a:xfrm>
                <a:off x="865307" y="1645957"/>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110" name="Rectangle 1503">
                <a:extLst>
                  <a:ext uri="{FF2B5EF4-FFF2-40B4-BE49-F238E27FC236}">
                    <a16:creationId xmlns:a16="http://schemas.microsoft.com/office/drawing/2014/main" id="{08082D64-C0E7-4EDD-D2B6-DB5F4A059CCD}"/>
                  </a:ext>
                </a:extLst>
              </p:cNvPr>
              <p:cNvSpPr>
                <a:spLocks noChangeArrowheads="1"/>
              </p:cNvSpPr>
              <p:nvPr/>
            </p:nvSpPr>
            <p:spPr bwMode="auto">
              <a:xfrm>
                <a:off x="957382" y="1645957"/>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111" name="Rectangle 1504">
                <a:extLst>
                  <a:ext uri="{FF2B5EF4-FFF2-40B4-BE49-F238E27FC236}">
                    <a16:creationId xmlns:a16="http://schemas.microsoft.com/office/drawing/2014/main" id="{B772CDAC-EFDC-CD29-ED15-541BE956019C}"/>
                  </a:ext>
                </a:extLst>
              </p:cNvPr>
              <p:cNvSpPr>
                <a:spLocks noChangeArrowheads="1"/>
              </p:cNvSpPr>
              <p:nvPr/>
            </p:nvSpPr>
            <p:spPr bwMode="auto">
              <a:xfrm>
                <a:off x="1093797" y="1609166"/>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112" name="Rectangle 1505">
                <a:extLst>
                  <a:ext uri="{FF2B5EF4-FFF2-40B4-BE49-F238E27FC236}">
                    <a16:creationId xmlns:a16="http://schemas.microsoft.com/office/drawing/2014/main" id="{8D3A20EF-F1C5-1F7D-E9F6-7D4FF3F4AD55}"/>
                  </a:ext>
                </a:extLst>
              </p:cNvPr>
              <p:cNvSpPr>
                <a:spLocks noChangeArrowheads="1"/>
              </p:cNvSpPr>
              <p:nvPr/>
            </p:nvSpPr>
            <p:spPr bwMode="auto">
              <a:xfrm>
                <a:off x="1128832" y="1645957"/>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113" name="Rectangle 1506">
                <a:extLst>
                  <a:ext uri="{FF2B5EF4-FFF2-40B4-BE49-F238E27FC236}">
                    <a16:creationId xmlns:a16="http://schemas.microsoft.com/office/drawing/2014/main" id="{DC30281C-F9A2-915F-0B2F-EFDFA431188A}"/>
                  </a:ext>
                </a:extLst>
              </p:cNvPr>
              <p:cNvSpPr>
                <a:spLocks noChangeArrowheads="1"/>
              </p:cNvSpPr>
              <p:nvPr/>
            </p:nvSpPr>
            <p:spPr bwMode="auto">
              <a:xfrm>
                <a:off x="1220907" y="1645957"/>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114" name="Rectangle 1507">
                <a:extLst>
                  <a:ext uri="{FF2B5EF4-FFF2-40B4-BE49-F238E27FC236}">
                    <a16:creationId xmlns:a16="http://schemas.microsoft.com/office/drawing/2014/main" id="{04CEB594-CC6B-8B61-7E44-BED3C2B76FA4}"/>
                  </a:ext>
                </a:extLst>
              </p:cNvPr>
              <p:cNvSpPr>
                <a:spLocks noChangeArrowheads="1"/>
              </p:cNvSpPr>
              <p:nvPr/>
            </p:nvSpPr>
            <p:spPr bwMode="auto">
              <a:xfrm>
                <a:off x="1357322" y="1609166"/>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115" name="Rectangle 1508">
                <a:extLst>
                  <a:ext uri="{FF2B5EF4-FFF2-40B4-BE49-F238E27FC236}">
                    <a16:creationId xmlns:a16="http://schemas.microsoft.com/office/drawing/2014/main" id="{3537A2E2-C71F-ABD7-EE9C-3E1516194433}"/>
                  </a:ext>
                </a:extLst>
              </p:cNvPr>
              <p:cNvSpPr>
                <a:spLocks noChangeArrowheads="1"/>
              </p:cNvSpPr>
              <p:nvPr/>
            </p:nvSpPr>
            <p:spPr bwMode="auto">
              <a:xfrm>
                <a:off x="1392357" y="1645957"/>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116" name="Rectangle 1509">
                <a:extLst>
                  <a:ext uri="{FF2B5EF4-FFF2-40B4-BE49-F238E27FC236}">
                    <a16:creationId xmlns:a16="http://schemas.microsoft.com/office/drawing/2014/main" id="{8936485A-DDDA-DE8D-E2FB-6A5A394DC88E}"/>
                  </a:ext>
                </a:extLst>
              </p:cNvPr>
              <p:cNvSpPr>
                <a:spLocks noChangeArrowheads="1"/>
              </p:cNvSpPr>
              <p:nvPr/>
            </p:nvSpPr>
            <p:spPr bwMode="auto">
              <a:xfrm>
                <a:off x="1484432" y="1645957"/>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117" name="Rectangle 1510">
                <a:extLst>
                  <a:ext uri="{FF2B5EF4-FFF2-40B4-BE49-F238E27FC236}">
                    <a16:creationId xmlns:a16="http://schemas.microsoft.com/office/drawing/2014/main" id="{E54B5D22-8AA2-D879-9717-9D256A9F11FE}"/>
                  </a:ext>
                </a:extLst>
              </p:cNvPr>
              <p:cNvSpPr>
                <a:spLocks noChangeArrowheads="1"/>
              </p:cNvSpPr>
              <p:nvPr/>
            </p:nvSpPr>
            <p:spPr bwMode="auto">
              <a:xfrm>
                <a:off x="566747" y="1777441"/>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118" name="Rectangle 1511">
                <a:extLst>
                  <a:ext uri="{FF2B5EF4-FFF2-40B4-BE49-F238E27FC236}">
                    <a16:creationId xmlns:a16="http://schemas.microsoft.com/office/drawing/2014/main" id="{F0572C0C-A9D8-472B-0BCD-795620D44518}"/>
                  </a:ext>
                </a:extLst>
              </p:cNvPr>
              <p:cNvSpPr>
                <a:spLocks noChangeArrowheads="1"/>
              </p:cNvSpPr>
              <p:nvPr/>
            </p:nvSpPr>
            <p:spPr bwMode="auto">
              <a:xfrm>
                <a:off x="601782" y="1814232"/>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119" name="Rectangle 1512">
                <a:extLst>
                  <a:ext uri="{FF2B5EF4-FFF2-40B4-BE49-F238E27FC236}">
                    <a16:creationId xmlns:a16="http://schemas.microsoft.com/office/drawing/2014/main" id="{983E23E6-5B55-661F-F14B-F8D7E058D0E0}"/>
                  </a:ext>
                </a:extLst>
              </p:cNvPr>
              <p:cNvSpPr>
                <a:spLocks noChangeArrowheads="1"/>
              </p:cNvSpPr>
              <p:nvPr/>
            </p:nvSpPr>
            <p:spPr bwMode="auto">
              <a:xfrm>
                <a:off x="693857" y="1814232"/>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120" name="Rectangle 1513">
                <a:extLst>
                  <a:ext uri="{FF2B5EF4-FFF2-40B4-BE49-F238E27FC236}">
                    <a16:creationId xmlns:a16="http://schemas.microsoft.com/office/drawing/2014/main" id="{7A4BE74F-AFA4-64DF-763D-8301847E1F3D}"/>
                  </a:ext>
                </a:extLst>
              </p:cNvPr>
              <p:cNvSpPr>
                <a:spLocks noChangeArrowheads="1"/>
              </p:cNvSpPr>
              <p:nvPr/>
            </p:nvSpPr>
            <p:spPr bwMode="auto">
              <a:xfrm>
                <a:off x="830272" y="1777441"/>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121" name="Rectangle 1514">
                <a:extLst>
                  <a:ext uri="{FF2B5EF4-FFF2-40B4-BE49-F238E27FC236}">
                    <a16:creationId xmlns:a16="http://schemas.microsoft.com/office/drawing/2014/main" id="{65AD3717-6DC7-6706-F9D2-7D0A2BF7C750}"/>
                  </a:ext>
                </a:extLst>
              </p:cNvPr>
              <p:cNvSpPr>
                <a:spLocks noChangeArrowheads="1"/>
              </p:cNvSpPr>
              <p:nvPr/>
            </p:nvSpPr>
            <p:spPr bwMode="auto">
              <a:xfrm>
                <a:off x="865307" y="1814232"/>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122" name="Rectangle 1515">
                <a:extLst>
                  <a:ext uri="{FF2B5EF4-FFF2-40B4-BE49-F238E27FC236}">
                    <a16:creationId xmlns:a16="http://schemas.microsoft.com/office/drawing/2014/main" id="{A6D09110-901F-D262-5660-86B1567E3557}"/>
                  </a:ext>
                </a:extLst>
              </p:cNvPr>
              <p:cNvSpPr>
                <a:spLocks noChangeArrowheads="1"/>
              </p:cNvSpPr>
              <p:nvPr/>
            </p:nvSpPr>
            <p:spPr bwMode="auto">
              <a:xfrm>
                <a:off x="957382" y="1814232"/>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123" name="Rectangle 1516">
                <a:extLst>
                  <a:ext uri="{FF2B5EF4-FFF2-40B4-BE49-F238E27FC236}">
                    <a16:creationId xmlns:a16="http://schemas.microsoft.com/office/drawing/2014/main" id="{49A14238-3C55-57E1-EFDA-52B05BBC57E0}"/>
                  </a:ext>
                </a:extLst>
              </p:cNvPr>
              <p:cNvSpPr>
                <a:spLocks noChangeArrowheads="1"/>
              </p:cNvSpPr>
              <p:nvPr/>
            </p:nvSpPr>
            <p:spPr bwMode="auto">
              <a:xfrm>
                <a:off x="1093797" y="1777441"/>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124" name="Rectangle 1517">
                <a:extLst>
                  <a:ext uri="{FF2B5EF4-FFF2-40B4-BE49-F238E27FC236}">
                    <a16:creationId xmlns:a16="http://schemas.microsoft.com/office/drawing/2014/main" id="{E0F73F38-27E8-4F79-D694-B7858BA4A72D}"/>
                  </a:ext>
                </a:extLst>
              </p:cNvPr>
              <p:cNvSpPr>
                <a:spLocks noChangeArrowheads="1"/>
              </p:cNvSpPr>
              <p:nvPr/>
            </p:nvSpPr>
            <p:spPr bwMode="auto">
              <a:xfrm>
                <a:off x="1128832" y="1814232"/>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125" name="Rectangle 1518">
                <a:extLst>
                  <a:ext uri="{FF2B5EF4-FFF2-40B4-BE49-F238E27FC236}">
                    <a16:creationId xmlns:a16="http://schemas.microsoft.com/office/drawing/2014/main" id="{4F7835FC-AFC6-BB01-139E-36336842180D}"/>
                  </a:ext>
                </a:extLst>
              </p:cNvPr>
              <p:cNvSpPr>
                <a:spLocks noChangeArrowheads="1"/>
              </p:cNvSpPr>
              <p:nvPr/>
            </p:nvSpPr>
            <p:spPr bwMode="auto">
              <a:xfrm>
                <a:off x="1220907" y="1814232"/>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126" name="Rectangle 1519">
                <a:extLst>
                  <a:ext uri="{FF2B5EF4-FFF2-40B4-BE49-F238E27FC236}">
                    <a16:creationId xmlns:a16="http://schemas.microsoft.com/office/drawing/2014/main" id="{580E0E2C-413C-03B5-0577-4121D8A00489}"/>
                  </a:ext>
                </a:extLst>
              </p:cNvPr>
              <p:cNvSpPr>
                <a:spLocks noChangeArrowheads="1"/>
              </p:cNvSpPr>
              <p:nvPr/>
            </p:nvSpPr>
            <p:spPr bwMode="auto">
              <a:xfrm>
                <a:off x="1357322" y="1777441"/>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127" name="Rectangle 1520">
                <a:extLst>
                  <a:ext uri="{FF2B5EF4-FFF2-40B4-BE49-F238E27FC236}">
                    <a16:creationId xmlns:a16="http://schemas.microsoft.com/office/drawing/2014/main" id="{F48B3556-49A9-5BA0-2FE9-D413A2E51902}"/>
                  </a:ext>
                </a:extLst>
              </p:cNvPr>
              <p:cNvSpPr>
                <a:spLocks noChangeArrowheads="1"/>
              </p:cNvSpPr>
              <p:nvPr/>
            </p:nvSpPr>
            <p:spPr bwMode="auto">
              <a:xfrm>
                <a:off x="1392357" y="1814232"/>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128" name="Rectangle 1521">
                <a:extLst>
                  <a:ext uri="{FF2B5EF4-FFF2-40B4-BE49-F238E27FC236}">
                    <a16:creationId xmlns:a16="http://schemas.microsoft.com/office/drawing/2014/main" id="{AC55CB4C-5782-2502-E3CB-4DC0DCB4997C}"/>
                  </a:ext>
                </a:extLst>
              </p:cNvPr>
              <p:cNvSpPr>
                <a:spLocks noChangeArrowheads="1"/>
              </p:cNvSpPr>
              <p:nvPr/>
            </p:nvSpPr>
            <p:spPr bwMode="auto">
              <a:xfrm>
                <a:off x="1484432" y="1814232"/>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grpSp>
      </p:grpSp>
      <p:grpSp>
        <p:nvGrpSpPr>
          <p:cNvPr id="185" name="Group 1578">
            <a:extLst>
              <a:ext uri="{FF2B5EF4-FFF2-40B4-BE49-F238E27FC236}">
                <a16:creationId xmlns:a16="http://schemas.microsoft.com/office/drawing/2014/main" id="{C4906076-F8B3-D4CA-55BF-8347795F054F}"/>
              </a:ext>
            </a:extLst>
          </p:cNvPr>
          <p:cNvGrpSpPr/>
          <p:nvPr/>
        </p:nvGrpSpPr>
        <p:grpSpPr bwMode="auto">
          <a:xfrm>
            <a:off x="540454" y="3227306"/>
            <a:ext cx="3948112" cy="877888"/>
            <a:chOff x="458550" y="1323474"/>
            <a:chExt cx="3947680" cy="877859"/>
          </a:xfrm>
        </p:grpSpPr>
        <p:sp>
          <p:nvSpPr>
            <p:cNvPr id="186" name="Rectangle 1579">
              <a:extLst>
                <a:ext uri="{FF2B5EF4-FFF2-40B4-BE49-F238E27FC236}">
                  <a16:creationId xmlns:a16="http://schemas.microsoft.com/office/drawing/2014/main" id="{D8C15597-3EE3-6908-0B96-019A68758BC2}"/>
                </a:ext>
              </a:extLst>
            </p:cNvPr>
            <p:cNvSpPr/>
            <p:nvPr/>
          </p:nvSpPr>
          <p:spPr bwMode="auto">
            <a:xfrm>
              <a:off x="458550" y="1323474"/>
              <a:ext cx="3939744" cy="877859"/>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anchor="ctr" anchorCtr="1"/>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algn="ctr">
                <a:spcBef>
                  <a:spcPct val="50000"/>
                </a:spcBef>
                <a:defRPr/>
              </a:pPr>
              <a:endParaRPr lang="en-US" altLang="zh-CN" sz="2400">
                <a:solidFill>
                  <a:srgbClr val="000000"/>
                </a:solidFill>
                <a:latin typeface="Trebuchet MS" panose="020B0603020202020204" pitchFamily="34" charset="0"/>
                <a:cs typeface="Arial" panose="020B0604020202020204" pitchFamily="34" charset="0"/>
              </a:endParaRPr>
            </a:p>
          </p:txBody>
        </p:sp>
        <p:grpSp>
          <p:nvGrpSpPr>
            <p:cNvPr id="187" name="Group 1486">
              <a:extLst>
                <a:ext uri="{FF2B5EF4-FFF2-40B4-BE49-F238E27FC236}">
                  <a16:creationId xmlns:a16="http://schemas.microsoft.com/office/drawing/2014/main" id="{F1E34723-830E-9D0D-3CB1-1F58D3B0D815}"/>
                </a:ext>
              </a:extLst>
            </p:cNvPr>
            <p:cNvGrpSpPr/>
            <p:nvPr/>
          </p:nvGrpSpPr>
          <p:grpSpPr bwMode="auto">
            <a:xfrm>
              <a:off x="3943149" y="1394549"/>
              <a:ext cx="463081" cy="747517"/>
              <a:chOff x="3940698" y="1394549"/>
              <a:chExt cx="463081" cy="747517"/>
            </a:xfrm>
          </p:grpSpPr>
          <p:sp>
            <p:nvSpPr>
              <p:cNvPr id="272" name="Rectangle 1665">
                <a:extLst>
                  <a:ext uri="{FF2B5EF4-FFF2-40B4-BE49-F238E27FC236}">
                    <a16:creationId xmlns:a16="http://schemas.microsoft.com/office/drawing/2014/main" id="{929A8485-8B93-E3AE-9917-626C5F9930DB}"/>
                  </a:ext>
                </a:extLst>
              </p:cNvPr>
              <p:cNvSpPr>
                <a:spLocks noChangeArrowheads="1"/>
              </p:cNvSpPr>
              <p:nvPr/>
            </p:nvSpPr>
            <p:spPr bwMode="auto">
              <a:xfrm>
                <a:off x="4004141" y="1394549"/>
                <a:ext cx="336195" cy="747517"/>
              </a:xfrm>
              <a:prstGeom prst="rect">
                <a:avLst/>
              </a:prstGeom>
              <a:solidFill>
                <a:srgbClr val="8B9CC3"/>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2400">
                  <a:solidFill>
                    <a:srgbClr val="000000"/>
                  </a:solidFill>
                  <a:latin typeface="Trebuchet MS" panose="020B0603020202020204" pitchFamily="34" charset="0"/>
                  <a:ea typeface="MS PGothic" panose="020B0600070205080204" pitchFamily="34" charset="-128"/>
                </a:endParaRPr>
              </a:p>
            </p:txBody>
          </p:sp>
          <p:sp>
            <p:nvSpPr>
              <p:cNvPr id="273" name="TextBox 1666">
                <a:extLst>
                  <a:ext uri="{FF2B5EF4-FFF2-40B4-BE49-F238E27FC236}">
                    <a16:creationId xmlns:a16="http://schemas.microsoft.com/office/drawing/2014/main" id="{E3F11B3E-B7D2-FFDE-153D-3E7EC2980406}"/>
                  </a:ext>
                </a:extLst>
              </p:cNvPr>
              <p:cNvSpPr txBox="1">
                <a:spLocks noChangeArrowheads="1"/>
              </p:cNvSpPr>
              <p:nvPr/>
            </p:nvSpPr>
            <p:spPr bwMode="auto">
              <a:xfrm>
                <a:off x="3940698" y="1622113"/>
                <a:ext cx="463081"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r>
                  <a:rPr lang="en-US" altLang="zh-CN" sz="1300">
                    <a:solidFill>
                      <a:srgbClr val="000000"/>
                    </a:solidFill>
                    <a:latin typeface="Myriad Pro Black" charset="0"/>
                    <a:ea typeface="MS PGothic" panose="020B0600070205080204" pitchFamily="34" charset="-128"/>
                  </a:rPr>
                  <a:t>Tex</a:t>
                </a:r>
              </a:p>
            </p:txBody>
          </p:sp>
        </p:grpSp>
        <p:grpSp>
          <p:nvGrpSpPr>
            <p:cNvPr id="188" name="Group 1428">
              <a:extLst>
                <a:ext uri="{FF2B5EF4-FFF2-40B4-BE49-F238E27FC236}">
                  <a16:creationId xmlns:a16="http://schemas.microsoft.com/office/drawing/2014/main" id="{743B31AF-425F-EE6A-A19C-585A7EE70045}"/>
                </a:ext>
              </a:extLst>
            </p:cNvPr>
            <p:cNvGrpSpPr/>
            <p:nvPr/>
          </p:nvGrpSpPr>
          <p:grpSpPr bwMode="auto">
            <a:xfrm>
              <a:off x="517764" y="1384300"/>
              <a:ext cx="1114185" cy="751417"/>
              <a:chOff x="517764" y="1384300"/>
              <a:chExt cx="1114185" cy="751417"/>
            </a:xfrm>
          </p:grpSpPr>
          <p:sp>
            <p:nvSpPr>
              <p:cNvPr id="245" name="Rectangle 1638">
                <a:extLst>
                  <a:ext uri="{FF2B5EF4-FFF2-40B4-BE49-F238E27FC236}">
                    <a16:creationId xmlns:a16="http://schemas.microsoft.com/office/drawing/2014/main" id="{7D3D4A65-92C7-D1BF-E245-8333826B52EC}"/>
                  </a:ext>
                </a:extLst>
              </p:cNvPr>
              <p:cNvSpPr/>
              <p:nvPr/>
            </p:nvSpPr>
            <p:spPr bwMode="auto">
              <a:xfrm>
                <a:off x="517281" y="1383797"/>
                <a:ext cx="1114303" cy="752450"/>
              </a:xfrm>
              <a:prstGeom prst="rect">
                <a:avLst/>
              </a:prstGeom>
              <a:solidFill>
                <a:schemeClr val="bg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anchor="ctr" anchorCtr="1"/>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algn="ctr">
                  <a:spcBef>
                    <a:spcPct val="50000"/>
                  </a:spcBef>
                  <a:defRPr/>
                </a:pPr>
                <a:endParaRPr lang="en-US" altLang="zh-CN" sz="2400">
                  <a:solidFill>
                    <a:srgbClr val="000000"/>
                  </a:solidFill>
                  <a:latin typeface="Trebuchet MS" panose="020B0603020202020204" pitchFamily="34" charset="0"/>
                  <a:cs typeface="Arial" panose="020B0604020202020204" pitchFamily="34" charset="0"/>
                </a:endParaRPr>
              </a:p>
            </p:txBody>
          </p:sp>
          <p:sp>
            <p:nvSpPr>
              <p:cNvPr id="246" name="Rectangle 1639">
                <a:extLst>
                  <a:ext uri="{FF2B5EF4-FFF2-40B4-BE49-F238E27FC236}">
                    <a16:creationId xmlns:a16="http://schemas.microsoft.com/office/drawing/2014/main" id="{045A3A09-48AB-35F5-5B7C-8E3A7AAA1845}"/>
                  </a:ext>
                </a:extLst>
              </p:cNvPr>
              <p:cNvSpPr>
                <a:spLocks noChangeArrowheads="1"/>
              </p:cNvSpPr>
              <p:nvPr/>
            </p:nvSpPr>
            <p:spPr bwMode="auto">
              <a:xfrm>
                <a:off x="725801" y="1433925"/>
                <a:ext cx="698111" cy="137160"/>
              </a:xfrm>
              <a:prstGeom prst="rect">
                <a:avLst/>
              </a:prstGeom>
              <a:solidFill>
                <a:srgbClr val="DA581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2400">
                  <a:solidFill>
                    <a:srgbClr val="000000"/>
                  </a:solidFill>
                  <a:latin typeface="Trebuchet MS" panose="020B0603020202020204" pitchFamily="34" charset="0"/>
                  <a:ea typeface="MS PGothic" panose="020B0600070205080204" pitchFamily="34" charset="-128"/>
                </a:endParaRPr>
              </a:p>
            </p:txBody>
          </p:sp>
          <p:sp>
            <p:nvSpPr>
              <p:cNvPr id="247" name="Rectangle 1640">
                <a:extLst>
                  <a:ext uri="{FF2B5EF4-FFF2-40B4-BE49-F238E27FC236}">
                    <a16:creationId xmlns:a16="http://schemas.microsoft.com/office/drawing/2014/main" id="{BD97BC7F-256A-5E38-9D35-E005601DF699}"/>
                  </a:ext>
                </a:extLst>
              </p:cNvPr>
              <p:cNvSpPr>
                <a:spLocks noChangeArrowheads="1"/>
              </p:cNvSpPr>
              <p:nvPr/>
            </p:nvSpPr>
            <p:spPr bwMode="auto">
              <a:xfrm>
                <a:off x="567050" y="1950358"/>
                <a:ext cx="1015612" cy="137160"/>
              </a:xfrm>
              <a:prstGeom prst="rect">
                <a:avLst/>
              </a:prstGeom>
              <a:solidFill>
                <a:srgbClr val="AEC3F5"/>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2400">
                  <a:solidFill>
                    <a:srgbClr val="000000"/>
                  </a:solidFill>
                  <a:latin typeface="Trebuchet MS" panose="020B0603020202020204" pitchFamily="34" charset="0"/>
                  <a:ea typeface="MS PGothic" panose="020B0600070205080204" pitchFamily="34" charset="-128"/>
                </a:endParaRPr>
              </a:p>
            </p:txBody>
          </p:sp>
          <p:sp>
            <p:nvSpPr>
              <p:cNvPr id="248" name="Rectangle 1641">
                <a:extLst>
                  <a:ext uri="{FF2B5EF4-FFF2-40B4-BE49-F238E27FC236}">
                    <a16:creationId xmlns:a16="http://schemas.microsoft.com/office/drawing/2014/main" id="{DC32DA39-EA02-8B17-C54D-8750CA8FE756}"/>
                  </a:ext>
                </a:extLst>
              </p:cNvPr>
              <p:cNvSpPr>
                <a:spLocks noChangeArrowheads="1"/>
              </p:cNvSpPr>
              <p:nvPr/>
            </p:nvSpPr>
            <p:spPr bwMode="auto">
              <a:xfrm>
                <a:off x="566747" y="1609166"/>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249" name="Rectangle 1642">
                <a:extLst>
                  <a:ext uri="{FF2B5EF4-FFF2-40B4-BE49-F238E27FC236}">
                    <a16:creationId xmlns:a16="http://schemas.microsoft.com/office/drawing/2014/main" id="{41FA0565-3897-6A48-5850-F96249C89208}"/>
                  </a:ext>
                </a:extLst>
              </p:cNvPr>
              <p:cNvSpPr>
                <a:spLocks noChangeArrowheads="1"/>
              </p:cNvSpPr>
              <p:nvPr/>
            </p:nvSpPr>
            <p:spPr bwMode="auto">
              <a:xfrm>
                <a:off x="601782" y="1645957"/>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250" name="Rectangle 1643">
                <a:extLst>
                  <a:ext uri="{FF2B5EF4-FFF2-40B4-BE49-F238E27FC236}">
                    <a16:creationId xmlns:a16="http://schemas.microsoft.com/office/drawing/2014/main" id="{582B5817-2953-F440-D792-C866AE5EDDEB}"/>
                  </a:ext>
                </a:extLst>
              </p:cNvPr>
              <p:cNvSpPr>
                <a:spLocks noChangeArrowheads="1"/>
              </p:cNvSpPr>
              <p:nvPr/>
            </p:nvSpPr>
            <p:spPr bwMode="auto">
              <a:xfrm>
                <a:off x="693857" y="1645957"/>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251" name="Rectangle 1644">
                <a:extLst>
                  <a:ext uri="{FF2B5EF4-FFF2-40B4-BE49-F238E27FC236}">
                    <a16:creationId xmlns:a16="http://schemas.microsoft.com/office/drawing/2014/main" id="{710D78C0-C725-FCC6-4DAF-371C7884E7BC}"/>
                  </a:ext>
                </a:extLst>
              </p:cNvPr>
              <p:cNvSpPr>
                <a:spLocks noChangeArrowheads="1"/>
              </p:cNvSpPr>
              <p:nvPr/>
            </p:nvSpPr>
            <p:spPr bwMode="auto">
              <a:xfrm>
                <a:off x="830272" y="1609166"/>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252" name="Rectangle 1645">
                <a:extLst>
                  <a:ext uri="{FF2B5EF4-FFF2-40B4-BE49-F238E27FC236}">
                    <a16:creationId xmlns:a16="http://schemas.microsoft.com/office/drawing/2014/main" id="{CCB41F7E-9B09-DD76-3CEF-11D60D43B7DE}"/>
                  </a:ext>
                </a:extLst>
              </p:cNvPr>
              <p:cNvSpPr>
                <a:spLocks noChangeArrowheads="1"/>
              </p:cNvSpPr>
              <p:nvPr/>
            </p:nvSpPr>
            <p:spPr bwMode="auto">
              <a:xfrm>
                <a:off x="865307" y="1645957"/>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253" name="Rectangle 1646">
                <a:extLst>
                  <a:ext uri="{FF2B5EF4-FFF2-40B4-BE49-F238E27FC236}">
                    <a16:creationId xmlns:a16="http://schemas.microsoft.com/office/drawing/2014/main" id="{9C990F68-FE62-D357-D547-D223B20ACED2}"/>
                  </a:ext>
                </a:extLst>
              </p:cNvPr>
              <p:cNvSpPr>
                <a:spLocks noChangeArrowheads="1"/>
              </p:cNvSpPr>
              <p:nvPr/>
            </p:nvSpPr>
            <p:spPr bwMode="auto">
              <a:xfrm>
                <a:off x="957382" y="1645957"/>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254" name="Rectangle 1647">
                <a:extLst>
                  <a:ext uri="{FF2B5EF4-FFF2-40B4-BE49-F238E27FC236}">
                    <a16:creationId xmlns:a16="http://schemas.microsoft.com/office/drawing/2014/main" id="{1AB040A5-8C2B-E569-B5C6-4E9DC635536F}"/>
                  </a:ext>
                </a:extLst>
              </p:cNvPr>
              <p:cNvSpPr>
                <a:spLocks noChangeArrowheads="1"/>
              </p:cNvSpPr>
              <p:nvPr/>
            </p:nvSpPr>
            <p:spPr bwMode="auto">
              <a:xfrm>
                <a:off x="1093797" y="1609166"/>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255" name="Rectangle 1648">
                <a:extLst>
                  <a:ext uri="{FF2B5EF4-FFF2-40B4-BE49-F238E27FC236}">
                    <a16:creationId xmlns:a16="http://schemas.microsoft.com/office/drawing/2014/main" id="{91E6624D-1334-B280-2827-E8ED57392567}"/>
                  </a:ext>
                </a:extLst>
              </p:cNvPr>
              <p:cNvSpPr>
                <a:spLocks noChangeArrowheads="1"/>
              </p:cNvSpPr>
              <p:nvPr/>
            </p:nvSpPr>
            <p:spPr bwMode="auto">
              <a:xfrm>
                <a:off x="1128832" y="1645957"/>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256" name="Rectangle 1649">
                <a:extLst>
                  <a:ext uri="{FF2B5EF4-FFF2-40B4-BE49-F238E27FC236}">
                    <a16:creationId xmlns:a16="http://schemas.microsoft.com/office/drawing/2014/main" id="{97D3FB89-12DB-A3B6-244F-9C386CA4644D}"/>
                  </a:ext>
                </a:extLst>
              </p:cNvPr>
              <p:cNvSpPr>
                <a:spLocks noChangeArrowheads="1"/>
              </p:cNvSpPr>
              <p:nvPr/>
            </p:nvSpPr>
            <p:spPr bwMode="auto">
              <a:xfrm>
                <a:off x="1220907" y="1645957"/>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257" name="Rectangle 1650">
                <a:extLst>
                  <a:ext uri="{FF2B5EF4-FFF2-40B4-BE49-F238E27FC236}">
                    <a16:creationId xmlns:a16="http://schemas.microsoft.com/office/drawing/2014/main" id="{9CC79B60-3C1C-18CA-6273-370E0313E4FF}"/>
                  </a:ext>
                </a:extLst>
              </p:cNvPr>
              <p:cNvSpPr>
                <a:spLocks noChangeArrowheads="1"/>
              </p:cNvSpPr>
              <p:nvPr/>
            </p:nvSpPr>
            <p:spPr bwMode="auto">
              <a:xfrm>
                <a:off x="1357322" y="1609166"/>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258" name="Rectangle 1651">
                <a:extLst>
                  <a:ext uri="{FF2B5EF4-FFF2-40B4-BE49-F238E27FC236}">
                    <a16:creationId xmlns:a16="http://schemas.microsoft.com/office/drawing/2014/main" id="{90622F14-8E5F-3DBB-EC29-8E2761F01953}"/>
                  </a:ext>
                </a:extLst>
              </p:cNvPr>
              <p:cNvSpPr>
                <a:spLocks noChangeArrowheads="1"/>
              </p:cNvSpPr>
              <p:nvPr/>
            </p:nvSpPr>
            <p:spPr bwMode="auto">
              <a:xfrm>
                <a:off x="1392357" y="1645957"/>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259" name="Rectangle 1652">
                <a:extLst>
                  <a:ext uri="{FF2B5EF4-FFF2-40B4-BE49-F238E27FC236}">
                    <a16:creationId xmlns:a16="http://schemas.microsoft.com/office/drawing/2014/main" id="{F3D7D0A5-0176-A33B-9C20-93DB766D7A40}"/>
                  </a:ext>
                </a:extLst>
              </p:cNvPr>
              <p:cNvSpPr>
                <a:spLocks noChangeArrowheads="1"/>
              </p:cNvSpPr>
              <p:nvPr/>
            </p:nvSpPr>
            <p:spPr bwMode="auto">
              <a:xfrm>
                <a:off x="1484432" y="1645957"/>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260" name="Rectangle 1653">
                <a:extLst>
                  <a:ext uri="{FF2B5EF4-FFF2-40B4-BE49-F238E27FC236}">
                    <a16:creationId xmlns:a16="http://schemas.microsoft.com/office/drawing/2014/main" id="{D811BF03-968E-5A32-3907-5C4FD7293E00}"/>
                  </a:ext>
                </a:extLst>
              </p:cNvPr>
              <p:cNvSpPr>
                <a:spLocks noChangeArrowheads="1"/>
              </p:cNvSpPr>
              <p:nvPr/>
            </p:nvSpPr>
            <p:spPr bwMode="auto">
              <a:xfrm>
                <a:off x="566747" y="1777441"/>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261" name="Rectangle 1654">
                <a:extLst>
                  <a:ext uri="{FF2B5EF4-FFF2-40B4-BE49-F238E27FC236}">
                    <a16:creationId xmlns:a16="http://schemas.microsoft.com/office/drawing/2014/main" id="{81C63518-C9FE-931D-F20A-51F4D801FEE5}"/>
                  </a:ext>
                </a:extLst>
              </p:cNvPr>
              <p:cNvSpPr>
                <a:spLocks noChangeArrowheads="1"/>
              </p:cNvSpPr>
              <p:nvPr/>
            </p:nvSpPr>
            <p:spPr bwMode="auto">
              <a:xfrm>
                <a:off x="601782" y="1814232"/>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262" name="Rectangle 1655">
                <a:extLst>
                  <a:ext uri="{FF2B5EF4-FFF2-40B4-BE49-F238E27FC236}">
                    <a16:creationId xmlns:a16="http://schemas.microsoft.com/office/drawing/2014/main" id="{4C9E760E-34EB-8AC0-1AD6-544BCA026EA4}"/>
                  </a:ext>
                </a:extLst>
              </p:cNvPr>
              <p:cNvSpPr>
                <a:spLocks noChangeArrowheads="1"/>
              </p:cNvSpPr>
              <p:nvPr/>
            </p:nvSpPr>
            <p:spPr bwMode="auto">
              <a:xfrm>
                <a:off x="693857" y="1814232"/>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263" name="Rectangle 1656">
                <a:extLst>
                  <a:ext uri="{FF2B5EF4-FFF2-40B4-BE49-F238E27FC236}">
                    <a16:creationId xmlns:a16="http://schemas.microsoft.com/office/drawing/2014/main" id="{D2DAF903-BDE1-B3FE-8F23-8BBF4F20918F}"/>
                  </a:ext>
                </a:extLst>
              </p:cNvPr>
              <p:cNvSpPr>
                <a:spLocks noChangeArrowheads="1"/>
              </p:cNvSpPr>
              <p:nvPr/>
            </p:nvSpPr>
            <p:spPr bwMode="auto">
              <a:xfrm>
                <a:off x="830272" y="1777441"/>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264" name="Rectangle 1657">
                <a:extLst>
                  <a:ext uri="{FF2B5EF4-FFF2-40B4-BE49-F238E27FC236}">
                    <a16:creationId xmlns:a16="http://schemas.microsoft.com/office/drawing/2014/main" id="{42F845F3-E39F-8407-2262-7FA6437D6EA5}"/>
                  </a:ext>
                </a:extLst>
              </p:cNvPr>
              <p:cNvSpPr>
                <a:spLocks noChangeArrowheads="1"/>
              </p:cNvSpPr>
              <p:nvPr/>
            </p:nvSpPr>
            <p:spPr bwMode="auto">
              <a:xfrm>
                <a:off x="865307" y="1814232"/>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265" name="Rectangle 1658">
                <a:extLst>
                  <a:ext uri="{FF2B5EF4-FFF2-40B4-BE49-F238E27FC236}">
                    <a16:creationId xmlns:a16="http://schemas.microsoft.com/office/drawing/2014/main" id="{3D997272-C194-D9DC-07A3-05DC03A04323}"/>
                  </a:ext>
                </a:extLst>
              </p:cNvPr>
              <p:cNvSpPr>
                <a:spLocks noChangeArrowheads="1"/>
              </p:cNvSpPr>
              <p:nvPr/>
            </p:nvSpPr>
            <p:spPr bwMode="auto">
              <a:xfrm>
                <a:off x="957382" y="1814232"/>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266" name="Rectangle 1659">
                <a:extLst>
                  <a:ext uri="{FF2B5EF4-FFF2-40B4-BE49-F238E27FC236}">
                    <a16:creationId xmlns:a16="http://schemas.microsoft.com/office/drawing/2014/main" id="{42EBEC7E-5738-07E2-EBB9-21483AA86EBF}"/>
                  </a:ext>
                </a:extLst>
              </p:cNvPr>
              <p:cNvSpPr>
                <a:spLocks noChangeArrowheads="1"/>
              </p:cNvSpPr>
              <p:nvPr/>
            </p:nvSpPr>
            <p:spPr bwMode="auto">
              <a:xfrm>
                <a:off x="1093797" y="1777441"/>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267" name="Rectangle 1660">
                <a:extLst>
                  <a:ext uri="{FF2B5EF4-FFF2-40B4-BE49-F238E27FC236}">
                    <a16:creationId xmlns:a16="http://schemas.microsoft.com/office/drawing/2014/main" id="{F25D6725-F9AF-32DF-8E9F-8C2120BCB00F}"/>
                  </a:ext>
                </a:extLst>
              </p:cNvPr>
              <p:cNvSpPr>
                <a:spLocks noChangeArrowheads="1"/>
              </p:cNvSpPr>
              <p:nvPr/>
            </p:nvSpPr>
            <p:spPr bwMode="auto">
              <a:xfrm>
                <a:off x="1128832" y="1814232"/>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268" name="Rectangle 1661">
                <a:extLst>
                  <a:ext uri="{FF2B5EF4-FFF2-40B4-BE49-F238E27FC236}">
                    <a16:creationId xmlns:a16="http://schemas.microsoft.com/office/drawing/2014/main" id="{FE30B980-E70E-AF05-B498-69C4D4320DE6}"/>
                  </a:ext>
                </a:extLst>
              </p:cNvPr>
              <p:cNvSpPr>
                <a:spLocks noChangeArrowheads="1"/>
              </p:cNvSpPr>
              <p:nvPr/>
            </p:nvSpPr>
            <p:spPr bwMode="auto">
              <a:xfrm>
                <a:off x="1220907" y="1814232"/>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269" name="Rectangle 1662">
                <a:extLst>
                  <a:ext uri="{FF2B5EF4-FFF2-40B4-BE49-F238E27FC236}">
                    <a16:creationId xmlns:a16="http://schemas.microsoft.com/office/drawing/2014/main" id="{063F48FA-20A1-B02F-2823-6F2DA1BD9D45}"/>
                  </a:ext>
                </a:extLst>
              </p:cNvPr>
              <p:cNvSpPr>
                <a:spLocks noChangeArrowheads="1"/>
              </p:cNvSpPr>
              <p:nvPr/>
            </p:nvSpPr>
            <p:spPr bwMode="auto">
              <a:xfrm>
                <a:off x="1357322" y="1777441"/>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270" name="Rectangle 1663">
                <a:extLst>
                  <a:ext uri="{FF2B5EF4-FFF2-40B4-BE49-F238E27FC236}">
                    <a16:creationId xmlns:a16="http://schemas.microsoft.com/office/drawing/2014/main" id="{FF28C214-3E38-2104-AA75-EE46F7CB398C}"/>
                  </a:ext>
                </a:extLst>
              </p:cNvPr>
              <p:cNvSpPr>
                <a:spLocks noChangeArrowheads="1"/>
              </p:cNvSpPr>
              <p:nvPr/>
            </p:nvSpPr>
            <p:spPr bwMode="auto">
              <a:xfrm>
                <a:off x="1392357" y="1814232"/>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271" name="Rectangle 1664">
                <a:extLst>
                  <a:ext uri="{FF2B5EF4-FFF2-40B4-BE49-F238E27FC236}">
                    <a16:creationId xmlns:a16="http://schemas.microsoft.com/office/drawing/2014/main" id="{B10885C7-BCFB-A4AE-44D9-ABD841D0BB39}"/>
                  </a:ext>
                </a:extLst>
              </p:cNvPr>
              <p:cNvSpPr>
                <a:spLocks noChangeArrowheads="1"/>
              </p:cNvSpPr>
              <p:nvPr/>
            </p:nvSpPr>
            <p:spPr bwMode="auto">
              <a:xfrm>
                <a:off x="1484432" y="1814232"/>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grpSp>
        <p:grpSp>
          <p:nvGrpSpPr>
            <p:cNvPr id="189" name="Group 1429">
              <a:extLst>
                <a:ext uri="{FF2B5EF4-FFF2-40B4-BE49-F238E27FC236}">
                  <a16:creationId xmlns:a16="http://schemas.microsoft.com/office/drawing/2014/main" id="{9D71429B-EAD6-FDF4-FEDB-A4466993354A}"/>
                </a:ext>
              </a:extLst>
            </p:cNvPr>
            <p:cNvGrpSpPr/>
            <p:nvPr/>
          </p:nvGrpSpPr>
          <p:grpSpPr bwMode="auto">
            <a:xfrm>
              <a:off x="1686164" y="1389648"/>
              <a:ext cx="1114185" cy="751417"/>
              <a:chOff x="517764" y="1384300"/>
              <a:chExt cx="1114185" cy="751417"/>
            </a:xfrm>
          </p:grpSpPr>
          <p:sp>
            <p:nvSpPr>
              <p:cNvPr id="218" name="Rectangle 1611">
                <a:extLst>
                  <a:ext uri="{FF2B5EF4-FFF2-40B4-BE49-F238E27FC236}">
                    <a16:creationId xmlns:a16="http://schemas.microsoft.com/office/drawing/2014/main" id="{1B5866E6-3F2E-C9C7-486D-1211363C9EE9}"/>
                  </a:ext>
                </a:extLst>
              </p:cNvPr>
              <p:cNvSpPr/>
              <p:nvPr/>
            </p:nvSpPr>
            <p:spPr bwMode="auto">
              <a:xfrm>
                <a:off x="517153" y="1384799"/>
                <a:ext cx="1114303" cy="750863"/>
              </a:xfrm>
              <a:prstGeom prst="rect">
                <a:avLst/>
              </a:prstGeom>
              <a:solidFill>
                <a:schemeClr val="bg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anchor="ctr" anchorCtr="1"/>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algn="ctr">
                  <a:spcBef>
                    <a:spcPct val="50000"/>
                  </a:spcBef>
                  <a:defRPr/>
                </a:pPr>
                <a:endParaRPr lang="en-US" altLang="zh-CN" sz="2400">
                  <a:solidFill>
                    <a:srgbClr val="000000"/>
                  </a:solidFill>
                  <a:latin typeface="Trebuchet MS" panose="020B0603020202020204" pitchFamily="34" charset="0"/>
                  <a:cs typeface="Arial" panose="020B0604020202020204" pitchFamily="34" charset="0"/>
                </a:endParaRPr>
              </a:p>
            </p:txBody>
          </p:sp>
          <p:sp>
            <p:nvSpPr>
              <p:cNvPr id="219" name="Rectangle 1612">
                <a:extLst>
                  <a:ext uri="{FF2B5EF4-FFF2-40B4-BE49-F238E27FC236}">
                    <a16:creationId xmlns:a16="http://schemas.microsoft.com/office/drawing/2014/main" id="{C50BBB19-89D1-FBB5-F6A5-F97C3DBE373B}"/>
                  </a:ext>
                </a:extLst>
              </p:cNvPr>
              <p:cNvSpPr>
                <a:spLocks noChangeArrowheads="1"/>
              </p:cNvSpPr>
              <p:nvPr/>
            </p:nvSpPr>
            <p:spPr bwMode="auto">
              <a:xfrm>
                <a:off x="725801" y="1433925"/>
                <a:ext cx="698111" cy="137160"/>
              </a:xfrm>
              <a:prstGeom prst="rect">
                <a:avLst/>
              </a:prstGeom>
              <a:solidFill>
                <a:srgbClr val="DA581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2400">
                  <a:solidFill>
                    <a:srgbClr val="000000"/>
                  </a:solidFill>
                  <a:latin typeface="Trebuchet MS" panose="020B0603020202020204" pitchFamily="34" charset="0"/>
                  <a:ea typeface="MS PGothic" panose="020B0600070205080204" pitchFamily="34" charset="-128"/>
                </a:endParaRPr>
              </a:p>
            </p:txBody>
          </p:sp>
          <p:sp>
            <p:nvSpPr>
              <p:cNvPr id="220" name="Rectangle 1613">
                <a:extLst>
                  <a:ext uri="{FF2B5EF4-FFF2-40B4-BE49-F238E27FC236}">
                    <a16:creationId xmlns:a16="http://schemas.microsoft.com/office/drawing/2014/main" id="{4FB6A7AA-861E-874E-4427-0ABA99C61281}"/>
                  </a:ext>
                </a:extLst>
              </p:cNvPr>
              <p:cNvSpPr>
                <a:spLocks noChangeArrowheads="1"/>
              </p:cNvSpPr>
              <p:nvPr/>
            </p:nvSpPr>
            <p:spPr bwMode="auto">
              <a:xfrm>
                <a:off x="567050" y="1950358"/>
                <a:ext cx="1015612" cy="137160"/>
              </a:xfrm>
              <a:prstGeom prst="rect">
                <a:avLst/>
              </a:prstGeom>
              <a:solidFill>
                <a:srgbClr val="AEC3F5"/>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2400">
                  <a:solidFill>
                    <a:srgbClr val="000000"/>
                  </a:solidFill>
                  <a:latin typeface="Trebuchet MS" panose="020B0603020202020204" pitchFamily="34" charset="0"/>
                  <a:ea typeface="MS PGothic" panose="020B0600070205080204" pitchFamily="34" charset="-128"/>
                </a:endParaRPr>
              </a:p>
            </p:txBody>
          </p:sp>
          <p:sp>
            <p:nvSpPr>
              <p:cNvPr id="221" name="Rectangle 1614">
                <a:extLst>
                  <a:ext uri="{FF2B5EF4-FFF2-40B4-BE49-F238E27FC236}">
                    <a16:creationId xmlns:a16="http://schemas.microsoft.com/office/drawing/2014/main" id="{69DF8AAD-051D-23E3-DEC2-123272EE12CF}"/>
                  </a:ext>
                </a:extLst>
              </p:cNvPr>
              <p:cNvSpPr>
                <a:spLocks noChangeArrowheads="1"/>
              </p:cNvSpPr>
              <p:nvPr/>
            </p:nvSpPr>
            <p:spPr bwMode="auto">
              <a:xfrm>
                <a:off x="566747" y="1609166"/>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222" name="Rectangle 1615">
                <a:extLst>
                  <a:ext uri="{FF2B5EF4-FFF2-40B4-BE49-F238E27FC236}">
                    <a16:creationId xmlns:a16="http://schemas.microsoft.com/office/drawing/2014/main" id="{45D89F19-F6B7-40E0-7100-7CFCCE44E435}"/>
                  </a:ext>
                </a:extLst>
              </p:cNvPr>
              <p:cNvSpPr>
                <a:spLocks noChangeArrowheads="1"/>
              </p:cNvSpPr>
              <p:nvPr/>
            </p:nvSpPr>
            <p:spPr bwMode="auto">
              <a:xfrm>
                <a:off x="601782" y="1645957"/>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223" name="Rectangle 1616">
                <a:extLst>
                  <a:ext uri="{FF2B5EF4-FFF2-40B4-BE49-F238E27FC236}">
                    <a16:creationId xmlns:a16="http://schemas.microsoft.com/office/drawing/2014/main" id="{0BC56ECE-B2DF-2FC8-B9CC-ECF2B11BF40D}"/>
                  </a:ext>
                </a:extLst>
              </p:cNvPr>
              <p:cNvSpPr>
                <a:spLocks noChangeArrowheads="1"/>
              </p:cNvSpPr>
              <p:nvPr/>
            </p:nvSpPr>
            <p:spPr bwMode="auto">
              <a:xfrm>
                <a:off x="693857" y="1645957"/>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224" name="Rectangle 1617">
                <a:extLst>
                  <a:ext uri="{FF2B5EF4-FFF2-40B4-BE49-F238E27FC236}">
                    <a16:creationId xmlns:a16="http://schemas.microsoft.com/office/drawing/2014/main" id="{C3A0FF2F-FA4A-8612-A17C-5A45A41823A3}"/>
                  </a:ext>
                </a:extLst>
              </p:cNvPr>
              <p:cNvSpPr>
                <a:spLocks noChangeArrowheads="1"/>
              </p:cNvSpPr>
              <p:nvPr/>
            </p:nvSpPr>
            <p:spPr bwMode="auto">
              <a:xfrm>
                <a:off x="830272" y="1609166"/>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225" name="Rectangle 1618">
                <a:extLst>
                  <a:ext uri="{FF2B5EF4-FFF2-40B4-BE49-F238E27FC236}">
                    <a16:creationId xmlns:a16="http://schemas.microsoft.com/office/drawing/2014/main" id="{4677C3CF-939B-4545-34B9-42D44CABF50A}"/>
                  </a:ext>
                </a:extLst>
              </p:cNvPr>
              <p:cNvSpPr>
                <a:spLocks noChangeArrowheads="1"/>
              </p:cNvSpPr>
              <p:nvPr/>
            </p:nvSpPr>
            <p:spPr bwMode="auto">
              <a:xfrm>
                <a:off x="865307" y="1645957"/>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226" name="Rectangle 1619">
                <a:extLst>
                  <a:ext uri="{FF2B5EF4-FFF2-40B4-BE49-F238E27FC236}">
                    <a16:creationId xmlns:a16="http://schemas.microsoft.com/office/drawing/2014/main" id="{75628732-B646-B8AB-D86C-BF15B921967A}"/>
                  </a:ext>
                </a:extLst>
              </p:cNvPr>
              <p:cNvSpPr>
                <a:spLocks noChangeArrowheads="1"/>
              </p:cNvSpPr>
              <p:nvPr/>
            </p:nvSpPr>
            <p:spPr bwMode="auto">
              <a:xfrm>
                <a:off x="957382" y="1645957"/>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227" name="Rectangle 1620">
                <a:extLst>
                  <a:ext uri="{FF2B5EF4-FFF2-40B4-BE49-F238E27FC236}">
                    <a16:creationId xmlns:a16="http://schemas.microsoft.com/office/drawing/2014/main" id="{5D23BE5D-B78C-278B-624F-0A3B3DCF3FED}"/>
                  </a:ext>
                </a:extLst>
              </p:cNvPr>
              <p:cNvSpPr>
                <a:spLocks noChangeArrowheads="1"/>
              </p:cNvSpPr>
              <p:nvPr/>
            </p:nvSpPr>
            <p:spPr bwMode="auto">
              <a:xfrm>
                <a:off x="1093797" y="1609166"/>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228" name="Rectangle 1621">
                <a:extLst>
                  <a:ext uri="{FF2B5EF4-FFF2-40B4-BE49-F238E27FC236}">
                    <a16:creationId xmlns:a16="http://schemas.microsoft.com/office/drawing/2014/main" id="{F5D56702-2191-2F06-287A-788F4901D7B9}"/>
                  </a:ext>
                </a:extLst>
              </p:cNvPr>
              <p:cNvSpPr>
                <a:spLocks noChangeArrowheads="1"/>
              </p:cNvSpPr>
              <p:nvPr/>
            </p:nvSpPr>
            <p:spPr bwMode="auto">
              <a:xfrm>
                <a:off x="1128832" y="1645957"/>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229" name="Rectangle 1622">
                <a:extLst>
                  <a:ext uri="{FF2B5EF4-FFF2-40B4-BE49-F238E27FC236}">
                    <a16:creationId xmlns:a16="http://schemas.microsoft.com/office/drawing/2014/main" id="{933594C8-8557-F6B5-DC75-324E05CFDC8E}"/>
                  </a:ext>
                </a:extLst>
              </p:cNvPr>
              <p:cNvSpPr>
                <a:spLocks noChangeArrowheads="1"/>
              </p:cNvSpPr>
              <p:nvPr/>
            </p:nvSpPr>
            <p:spPr bwMode="auto">
              <a:xfrm>
                <a:off x="1220907" y="1645957"/>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230" name="Rectangle 1623">
                <a:extLst>
                  <a:ext uri="{FF2B5EF4-FFF2-40B4-BE49-F238E27FC236}">
                    <a16:creationId xmlns:a16="http://schemas.microsoft.com/office/drawing/2014/main" id="{8AA5E862-C8EF-2DE9-C81A-5D4693CAF387}"/>
                  </a:ext>
                </a:extLst>
              </p:cNvPr>
              <p:cNvSpPr>
                <a:spLocks noChangeArrowheads="1"/>
              </p:cNvSpPr>
              <p:nvPr/>
            </p:nvSpPr>
            <p:spPr bwMode="auto">
              <a:xfrm>
                <a:off x="1357322" y="1609166"/>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231" name="Rectangle 1624">
                <a:extLst>
                  <a:ext uri="{FF2B5EF4-FFF2-40B4-BE49-F238E27FC236}">
                    <a16:creationId xmlns:a16="http://schemas.microsoft.com/office/drawing/2014/main" id="{38549D53-5D94-7AB6-C364-4C9A551D3430}"/>
                  </a:ext>
                </a:extLst>
              </p:cNvPr>
              <p:cNvSpPr>
                <a:spLocks noChangeArrowheads="1"/>
              </p:cNvSpPr>
              <p:nvPr/>
            </p:nvSpPr>
            <p:spPr bwMode="auto">
              <a:xfrm>
                <a:off x="1392357" y="1645957"/>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232" name="Rectangle 1625">
                <a:extLst>
                  <a:ext uri="{FF2B5EF4-FFF2-40B4-BE49-F238E27FC236}">
                    <a16:creationId xmlns:a16="http://schemas.microsoft.com/office/drawing/2014/main" id="{C48BF366-DEAB-9C0C-C4BA-AE2DA619FB50}"/>
                  </a:ext>
                </a:extLst>
              </p:cNvPr>
              <p:cNvSpPr>
                <a:spLocks noChangeArrowheads="1"/>
              </p:cNvSpPr>
              <p:nvPr/>
            </p:nvSpPr>
            <p:spPr bwMode="auto">
              <a:xfrm>
                <a:off x="1484432" y="1645957"/>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233" name="Rectangle 1626">
                <a:extLst>
                  <a:ext uri="{FF2B5EF4-FFF2-40B4-BE49-F238E27FC236}">
                    <a16:creationId xmlns:a16="http://schemas.microsoft.com/office/drawing/2014/main" id="{7BFD298F-54B9-773F-3FFC-F35E3D07FD13}"/>
                  </a:ext>
                </a:extLst>
              </p:cNvPr>
              <p:cNvSpPr>
                <a:spLocks noChangeArrowheads="1"/>
              </p:cNvSpPr>
              <p:nvPr/>
            </p:nvSpPr>
            <p:spPr bwMode="auto">
              <a:xfrm>
                <a:off x="566747" y="1777441"/>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234" name="Rectangle 1627">
                <a:extLst>
                  <a:ext uri="{FF2B5EF4-FFF2-40B4-BE49-F238E27FC236}">
                    <a16:creationId xmlns:a16="http://schemas.microsoft.com/office/drawing/2014/main" id="{E629DD5D-3891-0C5E-F272-3C93204F01B4}"/>
                  </a:ext>
                </a:extLst>
              </p:cNvPr>
              <p:cNvSpPr>
                <a:spLocks noChangeArrowheads="1"/>
              </p:cNvSpPr>
              <p:nvPr/>
            </p:nvSpPr>
            <p:spPr bwMode="auto">
              <a:xfrm>
                <a:off x="601782" y="1814232"/>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235" name="Rectangle 1628">
                <a:extLst>
                  <a:ext uri="{FF2B5EF4-FFF2-40B4-BE49-F238E27FC236}">
                    <a16:creationId xmlns:a16="http://schemas.microsoft.com/office/drawing/2014/main" id="{0842DD78-8A29-7FF3-3547-C51A481B14A5}"/>
                  </a:ext>
                </a:extLst>
              </p:cNvPr>
              <p:cNvSpPr>
                <a:spLocks noChangeArrowheads="1"/>
              </p:cNvSpPr>
              <p:nvPr/>
            </p:nvSpPr>
            <p:spPr bwMode="auto">
              <a:xfrm>
                <a:off x="693857" y="1814232"/>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236" name="Rectangle 1629">
                <a:extLst>
                  <a:ext uri="{FF2B5EF4-FFF2-40B4-BE49-F238E27FC236}">
                    <a16:creationId xmlns:a16="http://schemas.microsoft.com/office/drawing/2014/main" id="{3A73200D-4B9E-3043-4758-D5D8D5A405D4}"/>
                  </a:ext>
                </a:extLst>
              </p:cNvPr>
              <p:cNvSpPr>
                <a:spLocks noChangeArrowheads="1"/>
              </p:cNvSpPr>
              <p:nvPr/>
            </p:nvSpPr>
            <p:spPr bwMode="auto">
              <a:xfrm>
                <a:off x="830272" y="1777441"/>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237" name="Rectangle 1630">
                <a:extLst>
                  <a:ext uri="{FF2B5EF4-FFF2-40B4-BE49-F238E27FC236}">
                    <a16:creationId xmlns:a16="http://schemas.microsoft.com/office/drawing/2014/main" id="{5D81ED04-E178-CC09-9AEB-63533956B332}"/>
                  </a:ext>
                </a:extLst>
              </p:cNvPr>
              <p:cNvSpPr>
                <a:spLocks noChangeArrowheads="1"/>
              </p:cNvSpPr>
              <p:nvPr/>
            </p:nvSpPr>
            <p:spPr bwMode="auto">
              <a:xfrm>
                <a:off x="865307" y="1814232"/>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238" name="Rectangle 1631">
                <a:extLst>
                  <a:ext uri="{FF2B5EF4-FFF2-40B4-BE49-F238E27FC236}">
                    <a16:creationId xmlns:a16="http://schemas.microsoft.com/office/drawing/2014/main" id="{1D6AF33B-91E0-6466-0FBE-601B28E1E30B}"/>
                  </a:ext>
                </a:extLst>
              </p:cNvPr>
              <p:cNvSpPr>
                <a:spLocks noChangeArrowheads="1"/>
              </p:cNvSpPr>
              <p:nvPr/>
            </p:nvSpPr>
            <p:spPr bwMode="auto">
              <a:xfrm>
                <a:off x="957382" y="1814232"/>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239" name="Rectangle 1632">
                <a:extLst>
                  <a:ext uri="{FF2B5EF4-FFF2-40B4-BE49-F238E27FC236}">
                    <a16:creationId xmlns:a16="http://schemas.microsoft.com/office/drawing/2014/main" id="{636CF8B5-0142-CB62-EBC8-C511E72DC429}"/>
                  </a:ext>
                </a:extLst>
              </p:cNvPr>
              <p:cNvSpPr>
                <a:spLocks noChangeArrowheads="1"/>
              </p:cNvSpPr>
              <p:nvPr/>
            </p:nvSpPr>
            <p:spPr bwMode="auto">
              <a:xfrm>
                <a:off x="1093797" y="1777441"/>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240" name="Rectangle 1633">
                <a:extLst>
                  <a:ext uri="{FF2B5EF4-FFF2-40B4-BE49-F238E27FC236}">
                    <a16:creationId xmlns:a16="http://schemas.microsoft.com/office/drawing/2014/main" id="{443E588F-B89C-7784-78E4-18C15E6A637E}"/>
                  </a:ext>
                </a:extLst>
              </p:cNvPr>
              <p:cNvSpPr>
                <a:spLocks noChangeArrowheads="1"/>
              </p:cNvSpPr>
              <p:nvPr/>
            </p:nvSpPr>
            <p:spPr bwMode="auto">
              <a:xfrm>
                <a:off x="1128832" y="1814232"/>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241" name="Rectangle 1634">
                <a:extLst>
                  <a:ext uri="{FF2B5EF4-FFF2-40B4-BE49-F238E27FC236}">
                    <a16:creationId xmlns:a16="http://schemas.microsoft.com/office/drawing/2014/main" id="{7F179C49-95D1-DF1B-84AE-8E6ABD1C4901}"/>
                  </a:ext>
                </a:extLst>
              </p:cNvPr>
              <p:cNvSpPr>
                <a:spLocks noChangeArrowheads="1"/>
              </p:cNvSpPr>
              <p:nvPr/>
            </p:nvSpPr>
            <p:spPr bwMode="auto">
              <a:xfrm>
                <a:off x="1220907" y="1814232"/>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242" name="Rectangle 1635">
                <a:extLst>
                  <a:ext uri="{FF2B5EF4-FFF2-40B4-BE49-F238E27FC236}">
                    <a16:creationId xmlns:a16="http://schemas.microsoft.com/office/drawing/2014/main" id="{5C03D968-0129-4013-212C-0744FF748145}"/>
                  </a:ext>
                </a:extLst>
              </p:cNvPr>
              <p:cNvSpPr>
                <a:spLocks noChangeArrowheads="1"/>
              </p:cNvSpPr>
              <p:nvPr/>
            </p:nvSpPr>
            <p:spPr bwMode="auto">
              <a:xfrm>
                <a:off x="1357322" y="1777441"/>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243" name="Rectangle 1636">
                <a:extLst>
                  <a:ext uri="{FF2B5EF4-FFF2-40B4-BE49-F238E27FC236}">
                    <a16:creationId xmlns:a16="http://schemas.microsoft.com/office/drawing/2014/main" id="{72F0B5C4-3B01-4C48-FCF2-E7F728AEAD50}"/>
                  </a:ext>
                </a:extLst>
              </p:cNvPr>
              <p:cNvSpPr>
                <a:spLocks noChangeArrowheads="1"/>
              </p:cNvSpPr>
              <p:nvPr/>
            </p:nvSpPr>
            <p:spPr bwMode="auto">
              <a:xfrm>
                <a:off x="1392357" y="1814232"/>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244" name="Rectangle 1637">
                <a:extLst>
                  <a:ext uri="{FF2B5EF4-FFF2-40B4-BE49-F238E27FC236}">
                    <a16:creationId xmlns:a16="http://schemas.microsoft.com/office/drawing/2014/main" id="{A7F9383E-8DF5-BD35-29C9-36AFFC860D00}"/>
                  </a:ext>
                </a:extLst>
              </p:cNvPr>
              <p:cNvSpPr>
                <a:spLocks noChangeArrowheads="1"/>
              </p:cNvSpPr>
              <p:nvPr/>
            </p:nvSpPr>
            <p:spPr bwMode="auto">
              <a:xfrm>
                <a:off x="1484432" y="1814232"/>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grpSp>
        <p:grpSp>
          <p:nvGrpSpPr>
            <p:cNvPr id="190" name="Group 1457">
              <a:extLst>
                <a:ext uri="{FF2B5EF4-FFF2-40B4-BE49-F238E27FC236}">
                  <a16:creationId xmlns:a16="http://schemas.microsoft.com/office/drawing/2014/main" id="{51EADFEE-D8CA-FAA6-D926-28EE84855AFA}"/>
                </a:ext>
              </a:extLst>
            </p:cNvPr>
            <p:cNvGrpSpPr/>
            <p:nvPr/>
          </p:nvGrpSpPr>
          <p:grpSpPr bwMode="auto">
            <a:xfrm>
              <a:off x="2849216" y="1389648"/>
              <a:ext cx="1114185" cy="751417"/>
              <a:chOff x="517764" y="1384300"/>
              <a:chExt cx="1114185" cy="751417"/>
            </a:xfrm>
          </p:grpSpPr>
          <p:sp>
            <p:nvSpPr>
              <p:cNvPr id="191" name="Rectangle 1584">
                <a:extLst>
                  <a:ext uri="{FF2B5EF4-FFF2-40B4-BE49-F238E27FC236}">
                    <a16:creationId xmlns:a16="http://schemas.microsoft.com/office/drawing/2014/main" id="{78A1CF43-47FE-86AD-F929-E55193638008}"/>
                  </a:ext>
                </a:extLst>
              </p:cNvPr>
              <p:cNvSpPr/>
              <p:nvPr/>
            </p:nvSpPr>
            <p:spPr bwMode="auto">
              <a:xfrm>
                <a:off x="517611" y="1384799"/>
                <a:ext cx="1114303" cy="750863"/>
              </a:xfrm>
              <a:prstGeom prst="rect">
                <a:avLst/>
              </a:prstGeom>
              <a:solidFill>
                <a:schemeClr val="bg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anchor="ctr" anchorCtr="1"/>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algn="ctr">
                  <a:spcBef>
                    <a:spcPct val="50000"/>
                  </a:spcBef>
                  <a:defRPr/>
                </a:pPr>
                <a:endParaRPr lang="en-US" altLang="zh-CN" sz="2400">
                  <a:solidFill>
                    <a:srgbClr val="000000"/>
                  </a:solidFill>
                  <a:latin typeface="Trebuchet MS" panose="020B0603020202020204" pitchFamily="34" charset="0"/>
                  <a:cs typeface="Arial" panose="020B0604020202020204" pitchFamily="34" charset="0"/>
                </a:endParaRPr>
              </a:p>
            </p:txBody>
          </p:sp>
          <p:sp>
            <p:nvSpPr>
              <p:cNvPr id="192" name="Rectangle 1585">
                <a:extLst>
                  <a:ext uri="{FF2B5EF4-FFF2-40B4-BE49-F238E27FC236}">
                    <a16:creationId xmlns:a16="http://schemas.microsoft.com/office/drawing/2014/main" id="{501ACBA2-D489-D17A-C693-16E973F573AA}"/>
                  </a:ext>
                </a:extLst>
              </p:cNvPr>
              <p:cNvSpPr>
                <a:spLocks noChangeArrowheads="1"/>
              </p:cNvSpPr>
              <p:nvPr/>
            </p:nvSpPr>
            <p:spPr bwMode="auto">
              <a:xfrm>
                <a:off x="725801" y="1433925"/>
                <a:ext cx="698111" cy="137160"/>
              </a:xfrm>
              <a:prstGeom prst="rect">
                <a:avLst/>
              </a:prstGeom>
              <a:solidFill>
                <a:srgbClr val="DA581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2400">
                  <a:solidFill>
                    <a:srgbClr val="000000"/>
                  </a:solidFill>
                  <a:latin typeface="Trebuchet MS" panose="020B0603020202020204" pitchFamily="34" charset="0"/>
                  <a:ea typeface="MS PGothic" panose="020B0600070205080204" pitchFamily="34" charset="-128"/>
                </a:endParaRPr>
              </a:p>
            </p:txBody>
          </p:sp>
          <p:sp>
            <p:nvSpPr>
              <p:cNvPr id="193" name="Rectangle 1586">
                <a:extLst>
                  <a:ext uri="{FF2B5EF4-FFF2-40B4-BE49-F238E27FC236}">
                    <a16:creationId xmlns:a16="http://schemas.microsoft.com/office/drawing/2014/main" id="{BF1C6025-47D0-B9E4-97C6-F368080F5B88}"/>
                  </a:ext>
                </a:extLst>
              </p:cNvPr>
              <p:cNvSpPr>
                <a:spLocks noChangeArrowheads="1"/>
              </p:cNvSpPr>
              <p:nvPr/>
            </p:nvSpPr>
            <p:spPr bwMode="auto">
              <a:xfrm>
                <a:off x="567050" y="1950358"/>
                <a:ext cx="1015612" cy="137160"/>
              </a:xfrm>
              <a:prstGeom prst="rect">
                <a:avLst/>
              </a:prstGeom>
              <a:solidFill>
                <a:srgbClr val="AEC3F5"/>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2400">
                  <a:solidFill>
                    <a:srgbClr val="000000"/>
                  </a:solidFill>
                  <a:latin typeface="Trebuchet MS" panose="020B0603020202020204" pitchFamily="34" charset="0"/>
                  <a:ea typeface="MS PGothic" panose="020B0600070205080204" pitchFamily="34" charset="-128"/>
                </a:endParaRPr>
              </a:p>
            </p:txBody>
          </p:sp>
          <p:sp>
            <p:nvSpPr>
              <p:cNvPr id="194" name="Rectangle 1587">
                <a:extLst>
                  <a:ext uri="{FF2B5EF4-FFF2-40B4-BE49-F238E27FC236}">
                    <a16:creationId xmlns:a16="http://schemas.microsoft.com/office/drawing/2014/main" id="{5D99C1A7-B445-03A3-A815-25FAA7B27C0B}"/>
                  </a:ext>
                </a:extLst>
              </p:cNvPr>
              <p:cNvSpPr>
                <a:spLocks noChangeArrowheads="1"/>
              </p:cNvSpPr>
              <p:nvPr/>
            </p:nvSpPr>
            <p:spPr bwMode="auto">
              <a:xfrm>
                <a:off x="566747" y="1609166"/>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195" name="Rectangle 1588">
                <a:extLst>
                  <a:ext uri="{FF2B5EF4-FFF2-40B4-BE49-F238E27FC236}">
                    <a16:creationId xmlns:a16="http://schemas.microsoft.com/office/drawing/2014/main" id="{155BE2E2-18C0-2F7E-9A4B-4B135B9D8206}"/>
                  </a:ext>
                </a:extLst>
              </p:cNvPr>
              <p:cNvSpPr>
                <a:spLocks noChangeArrowheads="1"/>
              </p:cNvSpPr>
              <p:nvPr/>
            </p:nvSpPr>
            <p:spPr bwMode="auto">
              <a:xfrm>
                <a:off x="601782" y="1645957"/>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196" name="Rectangle 1589">
                <a:extLst>
                  <a:ext uri="{FF2B5EF4-FFF2-40B4-BE49-F238E27FC236}">
                    <a16:creationId xmlns:a16="http://schemas.microsoft.com/office/drawing/2014/main" id="{9AAFD438-4045-0120-4DD9-00EF24E78C04}"/>
                  </a:ext>
                </a:extLst>
              </p:cNvPr>
              <p:cNvSpPr>
                <a:spLocks noChangeArrowheads="1"/>
              </p:cNvSpPr>
              <p:nvPr/>
            </p:nvSpPr>
            <p:spPr bwMode="auto">
              <a:xfrm>
                <a:off x="693857" y="1645957"/>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197" name="Rectangle 1590">
                <a:extLst>
                  <a:ext uri="{FF2B5EF4-FFF2-40B4-BE49-F238E27FC236}">
                    <a16:creationId xmlns:a16="http://schemas.microsoft.com/office/drawing/2014/main" id="{3A2D14E1-1E46-A852-8FFF-70BB8E887BFE}"/>
                  </a:ext>
                </a:extLst>
              </p:cNvPr>
              <p:cNvSpPr>
                <a:spLocks noChangeArrowheads="1"/>
              </p:cNvSpPr>
              <p:nvPr/>
            </p:nvSpPr>
            <p:spPr bwMode="auto">
              <a:xfrm>
                <a:off x="830272" y="1609166"/>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198" name="Rectangle 1591">
                <a:extLst>
                  <a:ext uri="{FF2B5EF4-FFF2-40B4-BE49-F238E27FC236}">
                    <a16:creationId xmlns:a16="http://schemas.microsoft.com/office/drawing/2014/main" id="{5B616E4E-441A-7B91-588B-82CA51C2086F}"/>
                  </a:ext>
                </a:extLst>
              </p:cNvPr>
              <p:cNvSpPr>
                <a:spLocks noChangeArrowheads="1"/>
              </p:cNvSpPr>
              <p:nvPr/>
            </p:nvSpPr>
            <p:spPr bwMode="auto">
              <a:xfrm>
                <a:off x="865307" y="1645957"/>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199" name="Rectangle 1592">
                <a:extLst>
                  <a:ext uri="{FF2B5EF4-FFF2-40B4-BE49-F238E27FC236}">
                    <a16:creationId xmlns:a16="http://schemas.microsoft.com/office/drawing/2014/main" id="{66F26BB3-110B-E7A2-8095-811A857D0CEE}"/>
                  </a:ext>
                </a:extLst>
              </p:cNvPr>
              <p:cNvSpPr>
                <a:spLocks noChangeArrowheads="1"/>
              </p:cNvSpPr>
              <p:nvPr/>
            </p:nvSpPr>
            <p:spPr bwMode="auto">
              <a:xfrm>
                <a:off x="957382" y="1645957"/>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200" name="Rectangle 1593">
                <a:extLst>
                  <a:ext uri="{FF2B5EF4-FFF2-40B4-BE49-F238E27FC236}">
                    <a16:creationId xmlns:a16="http://schemas.microsoft.com/office/drawing/2014/main" id="{9A4AE7F9-0242-8D1F-C386-92FBE8D54D27}"/>
                  </a:ext>
                </a:extLst>
              </p:cNvPr>
              <p:cNvSpPr>
                <a:spLocks noChangeArrowheads="1"/>
              </p:cNvSpPr>
              <p:nvPr/>
            </p:nvSpPr>
            <p:spPr bwMode="auto">
              <a:xfrm>
                <a:off x="1093797" y="1609166"/>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201" name="Rectangle 1594">
                <a:extLst>
                  <a:ext uri="{FF2B5EF4-FFF2-40B4-BE49-F238E27FC236}">
                    <a16:creationId xmlns:a16="http://schemas.microsoft.com/office/drawing/2014/main" id="{8A47FF43-D84B-22EB-B9E1-430A00F80E0B}"/>
                  </a:ext>
                </a:extLst>
              </p:cNvPr>
              <p:cNvSpPr>
                <a:spLocks noChangeArrowheads="1"/>
              </p:cNvSpPr>
              <p:nvPr/>
            </p:nvSpPr>
            <p:spPr bwMode="auto">
              <a:xfrm>
                <a:off x="1128832" y="1645957"/>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202" name="Rectangle 1595">
                <a:extLst>
                  <a:ext uri="{FF2B5EF4-FFF2-40B4-BE49-F238E27FC236}">
                    <a16:creationId xmlns:a16="http://schemas.microsoft.com/office/drawing/2014/main" id="{CBCC3649-BC07-8474-12B1-DBE55F665196}"/>
                  </a:ext>
                </a:extLst>
              </p:cNvPr>
              <p:cNvSpPr>
                <a:spLocks noChangeArrowheads="1"/>
              </p:cNvSpPr>
              <p:nvPr/>
            </p:nvSpPr>
            <p:spPr bwMode="auto">
              <a:xfrm>
                <a:off x="1220907" y="1645957"/>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203" name="Rectangle 1596">
                <a:extLst>
                  <a:ext uri="{FF2B5EF4-FFF2-40B4-BE49-F238E27FC236}">
                    <a16:creationId xmlns:a16="http://schemas.microsoft.com/office/drawing/2014/main" id="{45683473-2E9C-08DF-BF97-42221C2B673B}"/>
                  </a:ext>
                </a:extLst>
              </p:cNvPr>
              <p:cNvSpPr>
                <a:spLocks noChangeArrowheads="1"/>
              </p:cNvSpPr>
              <p:nvPr/>
            </p:nvSpPr>
            <p:spPr bwMode="auto">
              <a:xfrm>
                <a:off x="1357322" y="1609166"/>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204" name="Rectangle 1597">
                <a:extLst>
                  <a:ext uri="{FF2B5EF4-FFF2-40B4-BE49-F238E27FC236}">
                    <a16:creationId xmlns:a16="http://schemas.microsoft.com/office/drawing/2014/main" id="{FD3CF63E-9ED6-CF27-4D53-BD58EEE0BB3B}"/>
                  </a:ext>
                </a:extLst>
              </p:cNvPr>
              <p:cNvSpPr>
                <a:spLocks noChangeArrowheads="1"/>
              </p:cNvSpPr>
              <p:nvPr/>
            </p:nvSpPr>
            <p:spPr bwMode="auto">
              <a:xfrm>
                <a:off x="1392357" y="1645957"/>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205" name="Rectangle 1598">
                <a:extLst>
                  <a:ext uri="{FF2B5EF4-FFF2-40B4-BE49-F238E27FC236}">
                    <a16:creationId xmlns:a16="http://schemas.microsoft.com/office/drawing/2014/main" id="{2E578841-AB9C-C903-A4B1-1B7EEFAE824A}"/>
                  </a:ext>
                </a:extLst>
              </p:cNvPr>
              <p:cNvSpPr>
                <a:spLocks noChangeArrowheads="1"/>
              </p:cNvSpPr>
              <p:nvPr/>
            </p:nvSpPr>
            <p:spPr bwMode="auto">
              <a:xfrm>
                <a:off x="1484432" y="1645957"/>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206" name="Rectangle 1599">
                <a:extLst>
                  <a:ext uri="{FF2B5EF4-FFF2-40B4-BE49-F238E27FC236}">
                    <a16:creationId xmlns:a16="http://schemas.microsoft.com/office/drawing/2014/main" id="{83EFF088-9530-F77F-70B2-92D6F7118B2A}"/>
                  </a:ext>
                </a:extLst>
              </p:cNvPr>
              <p:cNvSpPr>
                <a:spLocks noChangeArrowheads="1"/>
              </p:cNvSpPr>
              <p:nvPr/>
            </p:nvSpPr>
            <p:spPr bwMode="auto">
              <a:xfrm>
                <a:off x="566747" y="1777441"/>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207" name="Rectangle 1600">
                <a:extLst>
                  <a:ext uri="{FF2B5EF4-FFF2-40B4-BE49-F238E27FC236}">
                    <a16:creationId xmlns:a16="http://schemas.microsoft.com/office/drawing/2014/main" id="{2FAA5C75-787A-3481-110A-A517C062038E}"/>
                  </a:ext>
                </a:extLst>
              </p:cNvPr>
              <p:cNvSpPr>
                <a:spLocks noChangeArrowheads="1"/>
              </p:cNvSpPr>
              <p:nvPr/>
            </p:nvSpPr>
            <p:spPr bwMode="auto">
              <a:xfrm>
                <a:off x="601782" y="1814232"/>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208" name="Rectangle 1601">
                <a:extLst>
                  <a:ext uri="{FF2B5EF4-FFF2-40B4-BE49-F238E27FC236}">
                    <a16:creationId xmlns:a16="http://schemas.microsoft.com/office/drawing/2014/main" id="{B13753DC-F06B-F6AF-DC20-31F678C76C95}"/>
                  </a:ext>
                </a:extLst>
              </p:cNvPr>
              <p:cNvSpPr>
                <a:spLocks noChangeArrowheads="1"/>
              </p:cNvSpPr>
              <p:nvPr/>
            </p:nvSpPr>
            <p:spPr bwMode="auto">
              <a:xfrm>
                <a:off x="693857" y="1814232"/>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209" name="Rectangle 1602">
                <a:extLst>
                  <a:ext uri="{FF2B5EF4-FFF2-40B4-BE49-F238E27FC236}">
                    <a16:creationId xmlns:a16="http://schemas.microsoft.com/office/drawing/2014/main" id="{7E4A048A-C104-67F8-EE27-842197ADCB63}"/>
                  </a:ext>
                </a:extLst>
              </p:cNvPr>
              <p:cNvSpPr>
                <a:spLocks noChangeArrowheads="1"/>
              </p:cNvSpPr>
              <p:nvPr/>
            </p:nvSpPr>
            <p:spPr bwMode="auto">
              <a:xfrm>
                <a:off x="830272" y="1777441"/>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210" name="Rectangle 1603">
                <a:extLst>
                  <a:ext uri="{FF2B5EF4-FFF2-40B4-BE49-F238E27FC236}">
                    <a16:creationId xmlns:a16="http://schemas.microsoft.com/office/drawing/2014/main" id="{5BAAA0CA-965A-CA3D-2C87-BCAD5AD89B15}"/>
                  </a:ext>
                </a:extLst>
              </p:cNvPr>
              <p:cNvSpPr>
                <a:spLocks noChangeArrowheads="1"/>
              </p:cNvSpPr>
              <p:nvPr/>
            </p:nvSpPr>
            <p:spPr bwMode="auto">
              <a:xfrm>
                <a:off x="865307" y="1814232"/>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211" name="Rectangle 1604">
                <a:extLst>
                  <a:ext uri="{FF2B5EF4-FFF2-40B4-BE49-F238E27FC236}">
                    <a16:creationId xmlns:a16="http://schemas.microsoft.com/office/drawing/2014/main" id="{10BA0508-A511-9C35-1339-5E39A3E5928C}"/>
                  </a:ext>
                </a:extLst>
              </p:cNvPr>
              <p:cNvSpPr>
                <a:spLocks noChangeArrowheads="1"/>
              </p:cNvSpPr>
              <p:nvPr/>
            </p:nvSpPr>
            <p:spPr bwMode="auto">
              <a:xfrm>
                <a:off x="957382" y="1814232"/>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212" name="Rectangle 1605">
                <a:extLst>
                  <a:ext uri="{FF2B5EF4-FFF2-40B4-BE49-F238E27FC236}">
                    <a16:creationId xmlns:a16="http://schemas.microsoft.com/office/drawing/2014/main" id="{DF65CE7F-05CF-FF77-E16C-914DFA241527}"/>
                  </a:ext>
                </a:extLst>
              </p:cNvPr>
              <p:cNvSpPr>
                <a:spLocks noChangeArrowheads="1"/>
              </p:cNvSpPr>
              <p:nvPr/>
            </p:nvSpPr>
            <p:spPr bwMode="auto">
              <a:xfrm>
                <a:off x="1093797" y="1777441"/>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213" name="Rectangle 1606">
                <a:extLst>
                  <a:ext uri="{FF2B5EF4-FFF2-40B4-BE49-F238E27FC236}">
                    <a16:creationId xmlns:a16="http://schemas.microsoft.com/office/drawing/2014/main" id="{0EE5E770-D80C-11B8-5434-D6BF1EE4ADD4}"/>
                  </a:ext>
                </a:extLst>
              </p:cNvPr>
              <p:cNvSpPr>
                <a:spLocks noChangeArrowheads="1"/>
              </p:cNvSpPr>
              <p:nvPr/>
            </p:nvSpPr>
            <p:spPr bwMode="auto">
              <a:xfrm>
                <a:off x="1128832" y="1814232"/>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214" name="Rectangle 1607">
                <a:extLst>
                  <a:ext uri="{FF2B5EF4-FFF2-40B4-BE49-F238E27FC236}">
                    <a16:creationId xmlns:a16="http://schemas.microsoft.com/office/drawing/2014/main" id="{23BC05A3-0476-2270-EC63-DAE6A3FBA313}"/>
                  </a:ext>
                </a:extLst>
              </p:cNvPr>
              <p:cNvSpPr>
                <a:spLocks noChangeArrowheads="1"/>
              </p:cNvSpPr>
              <p:nvPr/>
            </p:nvSpPr>
            <p:spPr bwMode="auto">
              <a:xfrm>
                <a:off x="1220907" y="1814232"/>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215" name="Rectangle 1608">
                <a:extLst>
                  <a:ext uri="{FF2B5EF4-FFF2-40B4-BE49-F238E27FC236}">
                    <a16:creationId xmlns:a16="http://schemas.microsoft.com/office/drawing/2014/main" id="{67873C11-116A-5188-8AEC-DDEC3E10A690}"/>
                  </a:ext>
                </a:extLst>
              </p:cNvPr>
              <p:cNvSpPr>
                <a:spLocks noChangeArrowheads="1"/>
              </p:cNvSpPr>
              <p:nvPr/>
            </p:nvSpPr>
            <p:spPr bwMode="auto">
              <a:xfrm>
                <a:off x="1357322" y="1777441"/>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216" name="Rectangle 1609">
                <a:extLst>
                  <a:ext uri="{FF2B5EF4-FFF2-40B4-BE49-F238E27FC236}">
                    <a16:creationId xmlns:a16="http://schemas.microsoft.com/office/drawing/2014/main" id="{0D4EDBB0-A74F-977F-D615-3A85EED15E2B}"/>
                  </a:ext>
                </a:extLst>
              </p:cNvPr>
              <p:cNvSpPr>
                <a:spLocks noChangeArrowheads="1"/>
              </p:cNvSpPr>
              <p:nvPr/>
            </p:nvSpPr>
            <p:spPr bwMode="auto">
              <a:xfrm>
                <a:off x="1392357" y="1814232"/>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217" name="Rectangle 1610">
                <a:extLst>
                  <a:ext uri="{FF2B5EF4-FFF2-40B4-BE49-F238E27FC236}">
                    <a16:creationId xmlns:a16="http://schemas.microsoft.com/office/drawing/2014/main" id="{78F4F178-63DE-CF25-EC3F-0EE6B336BE4D}"/>
                  </a:ext>
                </a:extLst>
              </p:cNvPr>
              <p:cNvSpPr>
                <a:spLocks noChangeArrowheads="1"/>
              </p:cNvSpPr>
              <p:nvPr/>
            </p:nvSpPr>
            <p:spPr bwMode="auto">
              <a:xfrm>
                <a:off x="1484432" y="1814232"/>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grpSp>
      </p:grpSp>
      <p:grpSp>
        <p:nvGrpSpPr>
          <p:cNvPr id="274" name="Group 1667">
            <a:extLst>
              <a:ext uri="{FF2B5EF4-FFF2-40B4-BE49-F238E27FC236}">
                <a16:creationId xmlns:a16="http://schemas.microsoft.com/office/drawing/2014/main" id="{7747101A-CC55-5713-2343-D2B8E5DFC1B1}"/>
              </a:ext>
            </a:extLst>
          </p:cNvPr>
          <p:cNvGrpSpPr/>
          <p:nvPr/>
        </p:nvGrpSpPr>
        <p:grpSpPr bwMode="auto">
          <a:xfrm>
            <a:off x="540454" y="4098844"/>
            <a:ext cx="3948112" cy="877887"/>
            <a:chOff x="458550" y="1323474"/>
            <a:chExt cx="3947680" cy="877859"/>
          </a:xfrm>
        </p:grpSpPr>
        <p:sp>
          <p:nvSpPr>
            <p:cNvPr id="275" name="Rectangle 1668">
              <a:extLst>
                <a:ext uri="{FF2B5EF4-FFF2-40B4-BE49-F238E27FC236}">
                  <a16:creationId xmlns:a16="http://schemas.microsoft.com/office/drawing/2014/main" id="{08024025-C0F9-8B68-5E84-886C95C0EA0D}"/>
                </a:ext>
              </a:extLst>
            </p:cNvPr>
            <p:cNvSpPr/>
            <p:nvPr/>
          </p:nvSpPr>
          <p:spPr bwMode="auto">
            <a:xfrm>
              <a:off x="458550" y="1323474"/>
              <a:ext cx="3939744" cy="877859"/>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anchor="ctr" anchorCtr="1"/>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algn="ctr">
                <a:spcBef>
                  <a:spcPct val="50000"/>
                </a:spcBef>
                <a:defRPr/>
              </a:pPr>
              <a:endParaRPr lang="en-US" altLang="zh-CN" sz="2400">
                <a:solidFill>
                  <a:srgbClr val="000000"/>
                </a:solidFill>
                <a:latin typeface="Trebuchet MS" panose="020B0603020202020204" pitchFamily="34" charset="0"/>
                <a:cs typeface="Arial" panose="020B0604020202020204" pitchFamily="34" charset="0"/>
              </a:endParaRPr>
            </a:p>
          </p:txBody>
        </p:sp>
        <p:grpSp>
          <p:nvGrpSpPr>
            <p:cNvPr id="276" name="Group 1486">
              <a:extLst>
                <a:ext uri="{FF2B5EF4-FFF2-40B4-BE49-F238E27FC236}">
                  <a16:creationId xmlns:a16="http://schemas.microsoft.com/office/drawing/2014/main" id="{6DAA186C-BF26-7DA8-60DF-0BAEF58D47A5}"/>
                </a:ext>
              </a:extLst>
            </p:cNvPr>
            <p:cNvGrpSpPr/>
            <p:nvPr/>
          </p:nvGrpSpPr>
          <p:grpSpPr bwMode="auto">
            <a:xfrm>
              <a:off x="3943149" y="1394549"/>
              <a:ext cx="463081" cy="747517"/>
              <a:chOff x="3940698" y="1394549"/>
              <a:chExt cx="463081" cy="747517"/>
            </a:xfrm>
          </p:grpSpPr>
          <p:sp>
            <p:nvSpPr>
              <p:cNvPr id="361" name="Rectangle 1754">
                <a:extLst>
                  <a:ext uri="{FF2B5EF4-FFF2-40B4-BE49-F238E27FC236}">
                    <a16:creationId xmlns:a16="http://schemas.microsoft.com/office/drawing/2014/main" id="{1F50176F-68C1-AAA8-42C8-368AD1AB94F1}"/>
                  </a:ext>
                </a:extLst>
              </p:cNvPr>
              <p:cNvSpPr>
                <a:spLocks noChangeArrowheads="1"/>
              </p:cNvSpPr>
              <p:nvPr/>
            </p:nvSpPr>
            <p:spPr bwMode="auto">
              <a:xfrm>
                <a:off x="4004141" y="1394549"/>
                <a:ext cx="336195" cy="747517"/>
              </a:xfrm>
              <a:prstGeom prst="rect">
                <a:avLst/>
              </a:prstGeom>
              <a:solidFill>
                <a:srgbClr val="8B9CC3"/>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2400">
                  <a:solidFill>
                    <a:srgbClr val="000000"/>
                  </a:solidFill>
                  <a:latin typeface="Trebuchet MS" panose="020B0603020202020204" pitchFamily="34" charset="0"/>
                  <a:ea typeface="MS PGothic" panose="020B0600070205080204" pitchFamily="34" charset="-128"/>
                </a:endParaRPr>
              </a:p>
            </p:txBody>
          </p:sp>
          <p:sp>
            <p:nvSpPr>
              <p:cNvPr id="362" name="TextBox 1755">
                <a:extLst>
                  <a:ext uri="{FF2B5EF4-FFF2-40B4-BE49-F238E27FC236}">
                    <a16:creationId xmlns:a16="http://schemas.microsoft.com/office/drawing/2014/main" id="{F335BBAA-CDBE-BF45-B153-B944DAD592B9}"/>
                  </a:ext>
                </a:extLst>
              </p:cNvPr>
              <p:cNvSpPr txBox="1">
                <a:spLocks noChangeArrowheads="1"/>
              </p:cNvSpPr>
              <p:nvPr/>
            </p:nvSpPr>
            <p:spPr bwMode="auto">
              <a:xfrm>
                <a:off x="3940698" y="1622113"/>
                <a:ext cx="463081"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r>
                  <a:rPr lang="en-US" altLang="zh-CN" sz="1300">
                    <a:solidFill>
                      <a:srgbClr val="000000"/>
                    </a:solidFill>
                    <a:latin typeface="Myriad Pro Black" charset="0"/>
                    <a:ea typeface="MS PGothic" panose="020B0600070205080204" pitchFamily="34" charset="-128"/>
                  </a:rPr>
                  <a:t>Tex</a:t>
                </a:r>
              </a:p>
            </p:txBody>
          </p:sp>
        </p:grpSp>
        <p:grpSp>
          <p:nvGrpSpPr>
            <p:cNvPr id="277" name="Group 1428">
              <a:extLst>
                <a:ext uri="{FF2B5EF4-FFF2-40B4-BE49-F238E27FC236}">
                  <a16:creationId xmlns:a16="http://schemas.microsoft.com/office/drawing/2014/main" id="{35B981A1-0A44-8586-7CEE-37B450293B76}"/>
                </a:ext>
              </a:extLst>
            </p:cNvPr>
            <p:cNvGrpSpPr/>
            <p:nvPr/>
          </p:nvGrpSpPr>
          <p:grpSpPr bwMode="auto">
            <a:xfrm>
              <a:off x="517764" y="1384300"/>
              <a:ext cx="1114185" cy="751417"/>
              <a:chOff x="517764" y="1384300"/>
              <a:chExt cx="1114185" cy="751417"/>
            </a:xfrm>
          </p:grpSpPr>
          <p:sp>
            <p:nvSpPr>
              <p:cNvPr id="334" name="Rectangle 1727">
                <a:extLst>
                  <a:ext uri="{FF2B5EF4-FFF2-40B4-BE49-F238E27FC236}">
                    <a16:creationId xmlns:a16="http://schemas.microsoft.com/office/drawing/2014/main" id="{89703F1C-1FFC-D436-EB55-BEA5DE248235}"/>
                  </a:ext>
                </a:extLst>
              </p:cNvPr>
              <p:cNvSpPr/>
              <p:nvPr/>
            </p:nvSpPr>
            <p:spPr bwMode="auto">
              <a:xfrm>
                <a:off x="517281" y="1383797"/>
                <a:ext cx="1114303" cy="752451"/>
              </a:xfrm>
              <a:prstGeom prst="rect">
                <a:avLst/>
              </a:prstGeom>
              <a:solidFill>
                <a:schemeClr val="bg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anchor="ctr" anchorCtr="1"/>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algn="ctr">
                  <a:spcBef>
                    <a:spcPct val="50000"/>
                  </a:spcBef>
                  <a:defRPr/>
                </a:pPr>
                <a:endParaRPr lang="en-US" altLang="zh-CN" sz="2400">
                  <a:solidFill>
                    <a:srgbClr val="000000"/>
                  </a:solidFill>
                  <a:latin typeface="Trebuchet MS" panose="020B0603020202020204" pitchFamily="34" charset="0"/>
                  <a:cs typeface="Arial" panose="020B0604020202020204" pitchFamily="34" charset="0"/>
                </a:endParaRPr>
              </a:p>
            </p:txBody>
          </p:sp>
          <p:sp>
            <p:nvSpPr>
              <p:cNvPr id="335" name="Rectangle 1728">
                <a:extLst>
                  <a:ext uri="{FF2B5EF4-FFF2-40B4-BE49-F238E27FC236}">
                    <a16:creationId xmlns:a16="http://schemas.microsoft.com/office/drawing/2014/main" id="{585A713D-EEF1-5E82-6819-8642F4BD5B5D}"/>
                  </a:ext>
                </a:extLst>
              </p:cNvPr>
              <p:cNvSpPr>
                <a:spLocks noChangeArrowheads="1"/>
              </p:cNvSpPr>
              <p:nvPr/>
            </p:nvSpPr>
            <p:spPr bwMode="auto">
              <a:xfrm>
                <a:off x="725801" y="1433925"/>
                <a:ext cx="698111" cy="137160"/>
              </a:xfrm>
              <a:prstGeom prst="rect">
                <a:avLst/>
              </a:prstGeom>
              <a:solidFill>
                <a:srgbClr val="DA581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2400">
                  <a:solidFill>
                    <a:srgbClr val="000000"/>
                  </a:solidFill>
                  <a:latin typeface="Trebuchet MS" panose="020B0603020202020204" pitchFamily="34" charset="0"/>
                  <a:ea typeface="MS PGothic" panose="020B0600070205080204" pitchFamily="34" charset="-128"/>
                </a:endParaRPr>
              </a:p>
            </p:txBody>
          </p:sp>
          <p:sp>
            <p:nvSpPr>
              <p:cNvPr id="336" name="Rectangle 1729">
                <a:extLst>
                  <a:ext uri="{FF2B5EF4-FFF2-40B4-BE49-F238E27FC236}">
                    <a16:creationId xmlns:a16="http://schemas.microsoft.com/office/drawing/2014/main" id="{2E335178-FCF6-AF4A-4A5B-6E94FA21BDEF}"/>
                  </a:ext>
                </a:extLst>
              </p:cNvPr>
              <p:cNvSpPr>
                <a:spLocks noChangeArrowheads="1"/>
              </p:cNvSpPr>
              <p:nvPr/>
            </p:nvSpPr>
            <p:spPr bwMode="auto">
              <a:xfrm>
                <a:off x="567050" y="1950358"/>
                <a:ext cx="1015612" cy="137160"/>
              </a:xfrm>
              <a:prstGeom prst="rect">
                <a:avLst/>
              </a:prstGeom>
              <a:solidFill>
                <a:srgbClr val="AEC3F5"/>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2400">
                  <a:solidFill>
                    <a:srgbClr val="000000"/>
                  </a:solidFill>
                  <a:latin typeface="Trebuchet MS" panose="020B0603020202020204" pitchFamily="34" charset="0"/>
                  <a:ea typeface="MS PGothic" panose="020B0600070205080204" pitchFamily="34" charset="-128"/>
                </a:endParaRPr>
              </a:p>
            </p:txBody>
          </p:sp>
          <p:sp>
            <p:nvSpPr>
              <p:cNvPr id="337" name="Rectangle 1730">
                <a:extLst>
                  <a:ext uri="{FF2B5EF4-FFF2-40B4-BE49-F238E27FC236}">
                    <a16:creationId xmlns:a16="http://schemas.microsoft.com/office/drawing/2014/main" id="{CDC82B92-A5C7-FB67-370E-1233E3FEB60B}"/>
                  </a:ext>
                </a:extLst>
              </p:cNvPr>
              <p:cNvSpPr>
                <a:spLocks noChangeArrowheads="1"/>
              </p:cNvSpPr>
              <p:nvPr/>
            </p:nvSpPr>
            <p:spPr bwMode="auto">
              <a:xfrm>
                <a:off x="566747" y="1609166"/>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338" name="Rectangle 1731">
                <a:extLst>
                  <a:ext uri="{FF2B5EF4-FFF2-40B4-BE49-F238E27FC236}">
                    <a16:creationId xmlns:a16="http://schemas.microsoft.com/office/drawing/2014/main" id="{95392717-5924-4C1A-36C5-04BC7FD00089}"/>
                  </a:ext>
                </a:extLst>
              </p:cNvPr>
              <p:cNvSpPr>
                <a:spLocks noChangeArrowheads="1"/>
              </p:cNvSpPr>
              <p:nvPr/>
            </p:nvSpPr>
            <p:spPr bwMode="auto">
              <a:xfrm>
                <a:off x="601782" y="1645957"/>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339" name="Rectangle 1732">
                <a:extLst>
                  <a:ext uri="{FF2B5EF4-FFF2-40B4-BE49-F238E27FC236}">
                    <a16:creationId xmlns:a16="http://schemas.microsoft.com/office/drawing/2014/main" id="{EB4E7FF7-904F-0B12-0556-CB6EE0B93D4F}"/>
                  </a:ext>
                </a:extLst>
              </p:cNvPr>
              <p:cNvSpPr>
                <a:spLocks noChangeArrowheads="1"/>
              </p:cNvSpPr>
              <p:nvPr/>
            </p:nvSpPr>
            <p:spPr bwMode="auto">
              <a:xfrm>
                <a:off x="693857" y="1645957"/>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340" name="Rectangle 1733">
                <a:extLst>
                  <a:ext uri="{FF2B5EF4-FFF2-40B4-BE49-F238E27FC236}">
                    <a16:creationId xmlns:a16="http://schemas.microsoft.com/office/drawing/2014/main" id="{AC445CBC-2EC3-736C-0682-3B951844FF3D}"/>
                  </a:ext>
                </a:extLst>
              </p:cNvPr>
              <p:cNvSpPr>
                <a:spLocks noChangeArrowheads="1"/>
              </p:cNvSpPr>
              <p:nvPr/>
            </p:nvSpPr>
            <p:spPr bwMode="auto">
              <a:xfrm>
                <a:off x="830272" y="1609166"/>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341" name="Rectangle 1734">
                <a:extLst>
                  <a:ext uri="{FF2B5EF4-FFF2-40B4-BE49-F238E27FC236}">
                    <a16:creationId xmlns:a16="http://schemas.microsoft.com/office/drawing/2014/main" id="{BC8015D5-95A6-1B8C-CC71-3EF9B491C90A}"/>
                  </a:ext>
                </a:extLst>
              </p:cNvPr>
              <p:cNvSpPr>
                <a:spLocks noChangeArrowheads="1"/>
              </p:cNvSpPr>
              <p:nvPr/>
            </p:nvSpPr>
            <p:spPr bwMode="auto">
              <a:xfrm>
                <a:off x="865307" y="1645957"/>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342" name="Rectangle 1735">
                <a:extLst>
                  <a:ext uri="{FF2B5EF4-FFF2-40B4-BE49-F238E27FC236}">
                    <a16:creationId xmlns:a16="http://schemas.microsoft.com/office/drawing/2014/main" id="{1D394ABB-82FD-8084-250F-81C0662C2818}"/>
                  </a:ext>
                </a:extLst>
              </p:cNvPr>
              <p:cNvSpPr>
                <a:spLocks noChangeArrowheads="1"/>
              </p:cNvSpPr>
              <p:nvPr/>
            </p:nvSpPr>
            <p:spPr bwMode="auto">
              <a:xfrm>
                <a:off x="957382" y="1645957"/>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343" name="Rectangle 1736">
                <a:extLst>
                  <a:ext uri="{FF2B5EF4-FFF2-40B4-BE49-F238E27FC236}">
                    <a16:creationId xmlns:a16="http://schemas.microsoft.com/office/drawing/2014/main" id="{0FC03CEC-6EA6-D632-C814-C022B8B0ADB5}"/>
                  </a:ext>
                </a:extLst>
              </p:cNvPr>
              <p:cNvSpPr>
                <a:spLocks noChangeArrowheads="1"/>
              </p:cNvSpPr>
              <p:nvPr/>
            </p:nvSpPr>
            <p:spPr bwMode="auto">
              <a:xfrm>
                <a:off x="1093797" y="1609166"/>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344" name="Rectangle 1737">
                <a:extLst>
                  <a:ext uri="{FF2B5EF4-FFF2-40B4-BE49-F238E27FC236}">
                    <a16:creationId xmlns:a16="http://schemas.microsoft.com/office/drawing/2014/main" id="{96123755-E65D-EA48-462A-44DDD257C2D9}"/>
                  </a:ext>
                </a:extLst>
              </p:cNvPr>
              <p:cNvSpPr>
                <a:spLocks noChangeArrowheads="1"/>
              </p:cNvSpPr>
              <p:nvPr/>
            </p:nvSpPr>
            <p:spPr bwMode="auto">
              <a:xfrm>
                <a:off x="1128832" y="1645957"/>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345" name="Rectangle 1738">
                <a:extLst>
                  <a:ext uri="{FF2B5EF4-FFF2-40B4-BE49-F238E27FC236}">
                    <a16:creationId xmlns:a16="http://schemas.microsoft.com/office/drawing/2014/main" id="{B3EEEC65-39F0-39CF-C025-9F623B6EDB07}"/>
                  </a:ext>
                </a:extLst>
              </p:cNvPr>
              <p:cNvSpPr>
                <a:spLocks noChangeArrowheads="1"/>
              </p:cNvSpPr>
              <p:nvPr/>
            </p:nvSpPr>
            <p:spPr bwMode="auto">
              <a:xfrm>
                <a:off x="1220907" y="1645957"/>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346" name="Rectangle 1739">
                <a:extLst>
                  <a:ext uri="{FF2B5EF4-FFF2-40B4-BE49-F238E27FC236}">
                    <a16:creationId xmlns:a16="http://schemas.microsoft.com/office/drawing/2014/main" id="{DF85C6ED-0DE5-7B19-9DB4-C62AD05DB150}"/>
                  </a:ext>
                </a:extLst>
              </p:cNvPr>
              <p:cNvSpPr>
                <a:spLocks noChangeArrowheads="1"/>
              </p:cNvSpPr>
              <p:nvPr/>
            </p:nvSpPr>
            <p:spPr bwMode="auto">
              <a:xfrm>
                <a:off x="1357322" y="1609166"/>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347" name="Rectangle 1740">
                <a:extLst>
                  <a:ext uri="{FF2B5EF4-FFF2-40B4-BE49-F238E27FC236}">
                    <a16:creationId xmlns:a16="http://schemas.microsoft.com/office/drawing/2014/main" id="{4E5FCC68-D758-4719-4CF5-93A7BFD979A1}"/>
                  </a:ext>
                </a:extLst>
              </p:cNvPr>
              <p:cNvSpPr>
                <a:spLocks noChangeArrowheads="1"/>
              </p:cNvSpPr>
              <p:nvPr/>
            </p:nvSpPr>
            <p:spPr bwMode="auto">
              <a:xfrm>
                <a:off x="1392357" y="1645957"/>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348" name="Rectangle 1741">
                <a:extLst>
                  <a:ext uri="{FF2B5EF4-FFF2-40B4-BE49-F238E27FC236}">
                    <a16:creationId xmlns:a16="http://schemas.microsoft.com/office/drawing/2014/main" id="{6EB97718-FF38-DB68-DC02-6E14818DD5F7}"/>
                  </a:ext>
                </a:extLst>
              </p:cNvPr>
              <p:cNvSpPr>
                <a:spLocks noChangeArrowheads="1"/>
              </p:cNvSpPr>
              <p:nvPr/>
            </p:nvSpPr>
            <p:spPr bwMode="auto">
              <a:xfrm>
                <a:off x="1484432" y="1645957"/>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349" name="Rectangle 1742">
                <a:extLst>
                  <a:ext uri="{FF2B5EF4-FFF2-40B4-BE49-F238E27FC236}">
                    <a16:creationId xmlns:a16="http://schemas.microsoft.com/office/drawing/2014/main" id="{4402C758-F15D-346E-CB4D-0F27F9DE766D}"/>
                  </a:ext>
                </a:extLst>
              </p:cNvPr>
              <p:cNvSpPr>
                <a:spLocks noChangeArrowheads="1"/>
              </p:cNvSpPr>
              <p:nvPr/>
            </p:nvSpPr>
            <p:spPr bwMode="auto">
              <a:xfrm>
                <a:off x="566747" y="1777441"/>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350" name="Rectangle 1743">
                <a:extLst>
                  <a:ext uri="{FF2B5EF4-FFF2-40B4-BE49-F238E27FC236}">
                    <a16:creationId xmlns:a16="http://schemas.microsoft.com/office/drawing/2014/main" id="{247BDF88-17E6-F177-4240-5A48ECD2E122}"/>
                  </a:ext>
                </a:extLst>
              </p:cNvPr>
              <p:cNvSpPr>
                <a:spLocks noChangeArrowheads="1"/>
              </p:cNvSpPr>
              <p:nvPr/>
            </p:nvSpPr>
            <p:spPr bwMode="auto">
              <a:xfrm>
                <a:off x="601782" y="1814232"/>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351" name="Rectangle 1744">
                <a:extLst>
                  <a:ext uri="{FF2B5EF4-FFF2-40B4-BE49-F238E27FC236}">
                    <a16:creationId xmlns:a16="http://schemas.microsoft.com/office/drawing/2014/main" id="{090F778E-7781-1959-55AF-A3D647A82198}"/>
                  </a:ext>
                </a:extLst>
              </p:cNvPr>
              <p:cNvSpPr>
                <a:spLocks noChangeArrowheads="1"/>
              </p:cNvSpPr>
              <p:nvPr/>
            </p:nvSpPr>
            <p:spPr bwMode="auto">
              <a:xfrm>
                <a:off x="693857" y="1814232"/>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352" name="Rectangle 1745">
                <a:extLst>
                  <a:ext uri="{FF2B5EF4-FFF2-40B4-BE49-F238E27FC236}">
                    <a16:creationId xmlns:a16="http://schemas.microsoft.com/office/drawing/2014/main" id="{F894B282-537C-CEA1-F3F4-CD93A3358007}"/>
                  </a:ext>
                </a:extLst>
              </p:cNvPr>
              <p:cNvSpPr>
                <a:spLocks noChangeArrowheads="1"/>
              </p:cNvSpPr>
              <p:nvPr/>
            </p:nvSpPr>
            <p:spPr bwMode="auto">
              <a:xfrm>
                <a:off x="830272" y="1777441"/>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353" name="Rectangle 1746">
                <a:extLst>
                  <a:ext uri="{FF2B5EF4-FFF2-40B4-BE49-F238E27FC236}">
                    <a16:creationId xmlns:a16="http://schemas.microsoft.com/office/drawing/2014/main" id="{4922FEA3-79A8-963A-352D-420877D3F795}"/>
                  </a:ext>
                </a:extLst>
              </p:cNvPr>
              <p:cNvSpPr>
                <a:spLocks noChangeArrowheads="1"/>
              </p:cNvSpPr>
              <p:nvPr/>
            </p:nvSpPr>
            <p:spPr bwMode="auto">
              <a:xfrm>
                <a:off x="865307" y="1814232"/>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354" name="Rectangle 1747">
                <a:extLst>
                  <a:ext uri="{FF2B5EF4-FFF2-40B4-BE49-F238E27FC236}">
                    <a16:creationId xmlns:a16="http://schemas.microsoft.com/office/drawing/2014/main" id="{2E8DC925-C40A-6B87-7C81-3EA7846F3C27}"/>
                  </a:ext>
                </a:extLst>
              </p:cNvPr>
              <p:cNvSpPr>
                <a:spLocks noChangeArrowheads="1"/>
              </p:cNvSpPr>
              <p:nvPr/>
            </p:nvSpPr>
            <p:spPr bwMode="auto">
              <a:xfrm>
                <a:off x="957382" y="1814232"/>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355" name="Rectangle 1748">
                <a:extLst>
                  <a:ext uri="{FF2B5EF4-FFF2-40B4-BE49-F238E27FC236}">
                    <a16:creationId xmlns:a16="http://schemas.microsoft.com/office/drawing/2014/main" id="{CC7A2117-69AD-2A93-16EE-F0E0198AE1CC}"/>
                  </a:ext>
                </a:extLst>
              </p:cNvPr>
              <p:cNvSpPr>
                <a:spLocks noChangeArrowheads="1"/>
              </p:cNvSpPr>
              <p:nvPr/>
            </p:nvSpPr>
            <p:spPr bwMode="auto">
              <a:xfrm>
                <a:off x="1093797" y="1777441"/>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356" name="Rectangle 1749">
                <a:extLst>
                  <a:ext uri="{FF2B5EF4-FFF2-40B4-BE49-F238E27FC236}">
                    <a16:creationId xmlns:a16="http://schemas.microsoft.com/office/drawing/2014/main" id="{FF887169-21A7-32D8-E225-A3BD8C8703B8}"/>
                  </a:ext>
                </a:extLst>
              </p:cNvPr>
              <p:cNvSpPr>
                <a:spLocks noChangeArrowheads="1"/>
              </p:cNvSpPr>
              <p:nvPr/>
            </p:nvSpPr>
            <p:spPr bwMode="auto">
              <a:xfrm>
                <a:off x="1128832" y="1814232"/>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357" name="Rectangle 1750">
                <a:extLst>
                  <a:ext uri="{FF2B5EF4-FFF2-40B4-BE49-F238E27FC236}">
                    <a16:creationId xmlns:a16="http://schemas.microsoft.com/office/drawing/2014/main" id="{C5ACE5D1-0E35-6764-55E2-8F83DF90CFEE}"/>
                  </a:ext>
                </a:extLst>
              </p:cNvPr>
              <p:cNvSpPr>
                <a:spLocks noChangeArrowheads="1"/>
              </p:cNvSpPr>
              <p:nvPr/>
            </p:nvSpPr>
            <p:spPr bwMode="auto">
              <a:xfrm>
                <a:off x="1220907" y="1814232"/>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358" name="Rectangle 1751">
                <a:extLst>
                  <a:ext uri="{FF2B5EF4-FFF2-40B4-BE49-F238E27FC236}">
                    <a16:creationId xmlns:a16="http://schemas.microsoft.com/office/drawing/2014/main" id="{C7DEA5AC-9491-F446-A0A3-9B8D33DF0A3A}"/>
                  </a:ext>
                </a:extLst>
              </p:cNvPr>
              <p:cNvSpPr>
                <a:spLocks noChangeArrowheads="1"/>
              </p:cNvSpPr>
              <p:nvPr/>
            </p:nvSpPr>
            <p:spPr bwMode="auto">
              <a:xfrm>
                <a:off x="1357322" y="1777441"/>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359" name="Rectangle 1752">
                <a:extLst>
                  <a:ext uri="{FF2B5EF4-FFF2-40B4-BE49-F238E27FC236}">
                    <a16:creationId xmlns:a16="http://schemas.microsoft.com/office/drawing/2014/main" id="{33094C7D-2D72-BE88-7AB3-D59BD67616D7}"/>
                  </a:ext>
                </a:extLst>
              </p:cNvPr>
              <p:cNvSpPr>
                <a:spLocks noChangeArrowheads="1"/>
              </p:cNvSpPr>
              <p:nvPr/>
            </p:nvSpPr>
            <p:spPr bwMode="auto">
              <a:xfrm>
                <a:off x="1392357" y="1814232"/>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360" name="Rectangle 1753">
                <a:extLst>
                  <a:ext uri="{FF2B5EF4-FFF2-40B4-BE49-F238E27FC236}">
                    <a16:creationId xmlns:a16="http://schemas.microsoft.com/office/drawing/2014/main" id="{82A9C52B-EA1D-252A-D60F-C0B60E5DDD29}"/>
                  </a:ext>
                </a:extLst>
              </p:cNvPr>
              <p:cNvSpPr>
                <a:spLocks noChangeArrowheads="1"/>
              </p:cNvSpPr>
              <p:nvPr/>
            </p:nvSpPr>
            <p:spPr bwMode="auto">
              <a:xfrm>
                <a:off x="1484432" y="1814232"/>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grpSp>
        <p:grpSp>
          <p:nvGrpSpPr>
            <p:cNvPr id="278" name="Group 1429">
              <a:extLst>
                <a:ext uri="{FF2B5EF4-FFF2-40B4-BE49-F238E27FC236}">
                  <a16:creationId xmlns:a16="http://schemas.microsoft.com/office/drawing/2014/main" id="{FF5E6F24-6A0C-6789-16C9-B281F20F4CB0}"/>
                </a:ext>
              </a:extLst>
            </p:cNvPr>
            <p:cNvGrpSpPr/>
            <p:nvPr/>
          </p:nvGrpSpPr>
          <p:grpSpPr bwMode="auto">
            <a:xfrm>
              <a:off x="1686164" y="1389648"/>
              <a:ext cx="1114185" cy="751417"/>
              <a:chOff x="517764" y="1384300"/>
              <a:chExt cx="1114185" cy="751417"/>
            </a:xfrm>
          </p:grpSpPr>
          <p:sp>
            <p:nvSpPr>
              <p:cNvPr id="307" name="Rectangle 1700">
                <a:extLst>
                  <a:ext uri="{FF2B5EF4-FFF2-40B4-BE49-F238E27FC236}">
                    <a16:creationId xmlns:a16="http://schemas.microsoft.com/office/drawing/2014/main" id="{7B7D5A5F-BA73-E491-B151-6009CA96596B}"/>
                  </a:ext>
                </a:extLst>
              </p:cNvPr>
              <p:cNvSpPr/>
              <p:nvPr/>
            </p:nvSpPr>
            <p:spPr bwMode="auto">
              <a:xfrm>
                <a:off x="517153" y="1384799"/>
                <a:ext cx="1114303" cy="750863"/>
              </a:xfrm>
              <a:prstGeom prst="rect">
                <a:avLst/>
              </a:prstGeom>
              <a:solidFill>
                <a:schemeClr val="bg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anchor="ctr" anchorCtr="1"/>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algn="ctr">
                  <a:spcBef>
                    <a:spcPct val="50000"/>
                  </a:spcBef>
                  <a:defRPr/>
                </a:pPr>
                <a:endParaRPr lang="en-US" altLang="zh-CN" sz="2400">
                  <a:solidFill>
                    <a:srgbClr val="000000"/>
                  </a:solidFill>
                  <a:latin typeface="Trebuchet MS" panose="020B0603020202020204" pitchFamily="34" charset="0"/>
                  <a:cs typeface="Arial" panose="020B0604020202020204" pitchFamily="34" charset="0"/>
                </a:endParaRPr>
              </a:p>
            </p:txBody>
          </p:sp>
          <p:sp>
            <p:nvSpPr>
              <p:cNvPr id="308" name="Rectangle 1701">
                <a:extLst>
                  <a:ext uri="{FF2B5EF4-FFF2-40B4-BE49-F238E27FC236}">
                    <a16:creationId xmlns:a16="http://schemas.microsoft.com/office/drawing/2014/main" id="{7342587D-2553-C056-D266-32A68730CAB4}"/>
                  </a:ext>
                </a:extLst>
              </p:cNvPr>
              <p:cNvSpPr>
                <a:spLocks noChangeArrowheads="1"/>
              </p:cNvSpPr>
              <p:nvPr/>
            </p:nvSpPr>
            <p:spPr bwMode="auto">
              <a:xfrm>
                <a:off x="725801" y="1433925"/>
                <a:ext cx="698111" cy="137160"/>
              </a:xfrm>
              <a:prstGeom prst="rect">
                <a:avLst/>
              </a:prstGeom>
              <a:solidFill>
                <a:srgbClr val="DA581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2400">
                  <a:solidFill>
                    <a:srgbClr val="000000"/>
                  </a:solidFill>
                  <a:latin typeface="Trebuchet MS" panose="020B0603020202020204" pitchFamily="34" charset="0"/>
                  <a:ea typeface="MS PGothic" panose="020B0600070205080204" pitchFamily="34" charset="-128"/>
                </a:endParaRPr>
              </a:p>
            </p:txBody>
          </p:sp>
          <p:sp>
            <p:nvSpPr>
              <p:cNvPr id="309" name="Rectangle 1702">
                <a:extLst>
                  <a:ext uri="{FF2B5EF4-FFF2-40B4-BE49-F238E27FC236}">
                    <a16:creationId xmlns:a16="http://schemas.microsoft.com/office/drawing/2014/main" id="{65669026-4081-269E-9545-E672241A5D4B}"/>
                  </a:ext>
                </a:extLst>
              </p:cNvPr>
              <p:cNvSpPr>
                <a:spLocks noChangeArrowheads="1"/>
              </p:cNvSpPr>
              <p:nvPr/>
            </p:nvSpPr>
            <p:spPr bwMode="auto">
              <a:xfrm>
                <a:off x="567050" y="1950358"/>
                <a:ext cx="1015612" cy="137160"/>
              </a:xfrm>
              <a:prstGeom prst="rect">
                <a:avLst/>
              </a:prstGeom>
              <a:solidFill>
                <a:srgbClr val="AEC3F5"/>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2400">
                  <a:solidFill>
                    <a:srgbClr val="000000"/>
                  </a:solidFill>
                  <a:latin typeface="Trebuchet MS" panose="020B0603020202020204" pitchFamily="34" charset="0"/>
                  <a:ea typeface="MS PGothic" panose="020B0600070205080204" pitchFamily="34" charset="-128"/>
                </a:endParaRPr>
              </a:p>
            </p:txBody>
          </p:sp>
          <p:sp>
            <p:nvSpPr>
              <p:cNvPr id="310" name="Rectangle 1703">
                <a:extLst>
                  <a:ext uri="{FF2B5EF4-FFF2-40B4-BE49-F238E27FC236}">
                    <a16:creationId xmlns:a16="http://schemas.microsoft.com/office/drawing/2014/main" id="{18D7A317-E136-D25B-1E76-430E59D83689}"/>
                  </a:ext>
                </a:extLst>
              </p:cNvPr>
              <p:cNvSpPr>
                <a:spLocks noChangeArrowheads="1"/>
              </p:cNvSpPr>
              <p:nvPr/>
            </p:nvSpPr>
            <p:spPr bwMode="auto">
              <a:xfrm>
                <a:off x="566747" y="1609166"/>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311" name="Rectangle 1704">
                <a:extLst>
                  <a:ext uri="{FF2B5EF4-FFF2-40B4-BE49-F238E27FC236}">
                    <a16:creationId xmlns:a16="http://schemas.microsoft.com/office/drawing/2014/main" id="{D3E6FE48-C070-1189-2CCE-C22C32AA278C}"/>
                  </a:ext>
                </a:extLst>
              </p:cNvPr>
              <p:cNvSpPr>
                <a:spLocks noChangeArrowheads="1"/>
              </p:cNvSpPr>
              <p:nvPr/>
            </p:nvSpPr>
            <p:spPr bwMode="auto">
              <a:xfrm>
                <a:off x="601782" y="1645957"/>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312" name="Rectangle 1705">
                <a:extLst>
                  <a:ext uri="{FF2B5EF4-FFF2-40B4-BE49-F238E27FC236}">
                    <a16:creationId xmlns:a16="http://schemas.microsoft.com/office/drawing/2014/main" id="{8911F45F-DFC4-C2B8-80DF-765A371D29EF}"/>
                  </a:ext>
                </a:extLst>
              </p:cNvPr>
              <p:cNvSpPr>
                <a:spLocks noChangeArrowheads="1"/>
              </p:cNvSpPr>
              <p:nvPr/>
            </p:nvSpPr>
            <p:spPr bwMode="auto">
              <a:xfrm>
                <a:off x="693857" y="1645957"/>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313" name="Rectangle 1706">
                <a:extLst>
                  <a:ext uri="{FF2B5EF4-FFF2-40B4-BE49-F238E27FC236}">
                    <a16:creationId xmlns:a16="http://schemas.microsoft.com/office/drawing/2014/main" id="{D46E15DB-B59E-7EE7-0823-BAEE2EDC4B8B}"/>
                  </a:ext>
                </a:extLst>
              </p:cNvPr>
              <p:cNvSpPr>
                <a:spLocks noChangeArrowheads="1"/>
              </p:cNvSpPr>
              <p:nvPr/>
            </p:nvSpPr>
            <p:spPr bwMode="auto">
              <a:xfrm>
                <a:off x="830272" y="1609166"/>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314" name="Rectangle 1707">
                <a:extLst>
                  <a:ext uri="{FF2B5EF4-FFF2-40B4-BE49-F238E27FC236}">
                    <a16:creationId xmlns:a16="http://schemas.microsoft.com/office/drawing/2014/main" id="{97578943-1AB5-3579-95FA-8166B5523827}"/>
                  </a:ext>
                </a:extLst>
              </p:cNvPr>
              <p:cNvSpPr>
                <a:spLocks noChangeArrowheads="1"/>
              </p:cNvSpPr>
              <p:nvPr/>
            </p:nvSpPr>
            <p:spPr bwMode="auto">
              <a:xfrm>
                <a:off x="865307" y="1645957"/>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315" name="Rectangle 1708">
                <a:extLst>
                  <a:ext uri="{FF2B5EF4-FFF2-40B4-BE49-F238E27FC236}">
                    <a16:creationId xmlns:a16="http://schemas.microsoft.com/office/drawing/2014/main" id="{6945FBBA-04E6-A756-8711-2CAF409E085C}"/>
                  </a:ext>
                </a:extLst>
              </p:cNvPr>
              <p:cNvSpPr>
                <a:spLocks noChangeArrowheads="1"/>
              </p:cNvSpPr>
              <p:nvPr/>
            </p:nvSpPr>
            <p:spPr bwMode="auto">
              <a:xfrm>
                <a:off x="957382" y="1645957"/>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316" name="Rectangle 1709">
                <a:extLst>
                  <a:ext uri="{FF2B5EF4-FFF2-40B4-BE49-F238E27FC236}">
                    <a16:creationId xmlns:a16="http://schemas.microsoft.com/office/drawing/2014/main" id="{DC7119D0-0E5F-8F43-114C-159355B81C0F}"/>
                  </a:ext>
                </a:extLst>
              </p:cNvPr>
              <p:cNvSpPr>
                <a:spLocks noChangeArrowheads="1"/>
              </p:cNvSpPr>
              <p:nvPr/>
            </p:nvSpPr>
            <p:spPr bwMode="auto">
              <a:xfrm>
                <a:off x="1093797" y="1609166"/>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317" name="Rectangle 1710">
                <a:extLst>
                  <a:ext uri="{FF2B5EF4-FFF2-40B4-BE49-F238E27FC236}">
                    <a16:creationId xmlns:a16="http://schemas.microsoft.com/office/drawing/2014/main" id="{3D9709C9-AF19-F973-4303-6349F70CE6F9}"/>
                  </a:ext>
                </a:extLst>
              </p:cNvPr>
              <p:cNvSpPr>
                <a:spLocks noChangeArrowheads="1"/>
              </p:cNvSpPr>
              <p:nvPr/>
            </p:nvSpPr>
            <p:spPr bwMode="auto">
              <a:xfrm>
                <a:off x="1128832" y="1645957"/>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318" name="Rectangle 1711">
                <a:extLst>
                  <a:ext uri="{FF2B5EF4-FFF2-40B4-BE49-F238E27FC236}">
                    <a16:creationId xmlns:a16="http://schemas.microsoft.com/office/drawing/2014/main" id="{970A4A9F-9F96-4EA4-D319-2A2C9D523A3E}"/>
                  </a:ext>
                </a:extLst>
              </p:cNvPr>
              <p:cNvSpPr>
                <a:spLocks noChangeArrowheads="1"/>
              </p:cNvSpPr>
              <p:nvPr/>
            </p:nvSpPr>
            <p:spPr bwMode="auto">
              <a:xfrm>
                <a:off x="1220907" y="1645957"/>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319" name="Rectangle 1712">
                <a:extLst>
                  <a:ext uri="{FF2B5EF4-FFF2-40B4-BE49-F238E27FC236}">
                    <a16:creationId xmlns:a16="http://schemas.microsoft.com/office/drawing/2014/main" id="{E6266EA8-C58E-B5DF-9CF6-DE6A584B717D}"/>
                  </a:ext>
                </a:extLst>
              </p:cNvPr>
              <p:cNvSpPr>
                <a:spLocks noChangeArrowheads="1"/>
              </p:cNvSpPr>
              <p:nvPr/>
            </p:nvSpPr>
            <p:spPr bwMode="auto">
              <a:xfrm>
                <a:off x="1357322" y="1609166"/>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320" name="Rectangle 1713">
                <a:extLst>
                  <a:ext uri="{FF2B5EF4-FFF2-40B4-BE49-F238E27FC236}">
                    <a16:creationId xmlns:a16="http://schemas.microsoft.com/office/drawing/2014/main" id="{3391BA4D-A064-7D59-974A-3FA8DC716C3E}"/>
                  </a:ext>
                </a:extLst>
              </p:cNvPr>
              <p:cNvSpPr>
                <a:spLocks noChangeArrowheads="1"/>
              </p:cNvSpPr>
              <p:nvPr/>
            </p:nvSpPr>
            <p:spPr bwMode="auto">
              <a:xfrm>
                <a:off x="1392357" y="1645957"/>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321" name="Rectangle 1714">
                <a:extLst>
                  <a:ext uri="{FF2B5EF4-FFF2-40B4-BE49-F238E27FC236}">
                    <a16:creationId xmlns:a16="http://schemas.microsoft.com/office/drawing/2014/main" id="{BF894EFE-80D0-2D65-D2CA-0AD970B5F0EC}"/>
                  </a:ext>
                </a:extLst>
              </p:cNvPr>
              <p:cNvSpPr>
                <a:spLocks noChangeArrowheads="1"/>
              </p:cNvSpPr>
              <p:nvPr/>
            </p:nvSpPr>
            <p:spPr bwMode="auto">
              <a:xfrm>
                <a:off x="1484432" y="1645957"/>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322" name="Rectangle 1715">
                <a:extLst>
                  <a:ext uri="{FF2B5EF4-FFF2-40B4-BE49-F238E27FC236}">
                    <a16:creationId xmlns:a16="http://schemas.microsoft.com/office/drawing/2014/main" id="{CEA7B07D-946C-70E8-F7D6-33EE3CC20053}"/>
                  </a:ext>
                </a:extLst>
              </p:cNvPr>
              <p:cNvSpPr>
                <a:spLocks noChangeArrowheads="1"/>
              </p:cNvSpPr>
              <p:nvPr/>
            </p:nvSpPr>
            <p:spPr bwMode="auto">
              <a:xfrm>
                <a:off x="566747" y="1777441"/>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323" name="Rectangle 1716">
                <a:extLst>
                  <a:ext uri="{FF2B5EF4-FFF2-40B4-BE49-F238E27FC236}">
                    <a16:creationId xmlns:a16="http://schemas.microsoft.com/office/drawing/2014/main" id="{8904BB0A-C188-FE26-5423-37A58F98BFFD}"/>
                  </a:ext>
                </a:extLst>
              </p:cNvPr>
              <p:cNvSpPr>
                <a:spLocks noChangeArrowheads="1"/>
              </p:cNvSpPr>
              <p:nvPr/>
            </p:nvSpPr>
            <p:spPr bwMode="auto">
              <a:xfrm>
                <a:off x="601782" y="1814232"/>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324" name="Rectangle 1717">
                <a:extLst>
                  <a:ext uri="{FF2B5EF4-FFF2-40B4-BE49-F238E27FC236}">
                    <a16:creationId xmlns:a16="http://schemas.microsoft.com/office/drawing/2014/main" id="{E9B65F57-0C9D-51EA-B1AF-32BBABF1DF7C}"/>
                  </a:ext>
                </a:extLst>
              </p:cNvPr>
              <p:cNvSpPr>
                <a:spLocks noChangeArrowheads="1"/>
              </p:cNvSpPr>
              <p:nvPr/>
            </p:nvSpPr>
            <p:spPr bwMode="auto">
              <a:xfrm>
                <a:off x="693857" y="1814232"/>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325" name="Rectangle 1718">
                <a:extLst>
                  <a:ext uri="{FF2B5EF4-FFF2-40B4-BE49-F238E27FC236}">
                    <a16:creationId xmlns:a16="http://schemas.microsoft.com/office/drawing/2014/main" id="{E43E2072-859D-6EED-B77B-98779596D8EA}"/>
                  </a:ext>
                </a:extLst>
              </p:cNvPr>
              <p:cNvSpPr>
                <a:spLocks noChangeArrowheads="1"/>
              </p:cNvSpPr>
              <p:nvPr/>
            </p:nvSpPr>
            <p:spPr bwMode="auto">
              <a:xfrm>
                <a:off x="830272" y="1777441"/>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326" name="Rectangle 1719">
                <a:extLst>
                  <a:ext uri="{FF2B5EF4-FFF2-40B4-BE49-F238E27FC236}">
                    <a16:creationId xmlns:a16="http://schemas.microsoft.com/office/drawing/2014/main" id="{6C7164D6-D31A-EB45-E9C5-B7DF2EA12633}"/>
                  </a:ext>
                </a:extLst>
              </p:cNvPr>
              <p:cNvSpPr>
                <a:spLocks noChangeArrowheads="1"/>
              </p:cNvSpPr>
              <p:nvPr/>
            </p:nvSpPr>
            <p:spPr bwMode="auto">
              <a:xfrm>
                <a:off x="865307" y="1814232"/>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327" name="Rectangle 1720">
                <a:extLst>
                  <a:ext uri="{FF2B5EF4-FFF2-40B4-BE49-F238E27FC236}">
                    <a16:creationId xmlns:a16="http://schemas.microsoft.com/office/drawing/2014/main" id="{DFAD9056-C8CC-1028-E0B3-3B1C3842E7D4}"/>
                  </a:ext>
                </a:extLst>
              </p:cNvPr>
              <p:cNvSpPr>
                <a:spLocks noChangeArrowheads="1"/>
              </p:cNvSpPr>
              <p:nvPr/>
            </p:nvSpPr>
            <p:spPr bwMode="auto">
              <a:xfrm>
                <a:off x="957382" y="1814232"/>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328" name="Rectangle 1721">
                <a:extLst>
                  <a:ext uri="{FF2B5EF4-FFF2-40B4-BE49-F238E27FC236}">
                    <a16:creationId xmlns:a16="http://schemas.microsoft.com/office/drawing/2014/main" id="{323691C6-AE62-7D95-6220-B7358BAA7586}"/>
                  </a:ext>
                </a:extLst>
              </p:cNvPr>
              <p:cNvSpPr>
                <a:spLocks noChangeArrowheads="1"/>
              </p:cNvSpPr>
              <p:nvPr/>
            </p:nvSpPr>
            <p:spPr bwMode="auto">
              <a:xfrm>
                <a:off x="1093797" y="1777441"/>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329" name="Rectangle 1722">
                <a:extLst>
                  <a:ext uri="{FF2B5EF4-FFF2-40B4-BE49-F238E27FC236}">
                    <a16:creationId xmlns:a16="http://schemas.microsoft.com/office/drawing/2014/main" id="{15F4C7A9-73BE-1E8B-802F-B63971E69F38}"/>
                  </a:ext>
                </a:extLst>
              </p:cNvPr>
              <p:cNvSpPr>
                <a:spLocks noChangeArrowheads="1"/>
              </p:cNvSpPr>
              <p:nvPr/>
            </p:nvSpPr>
            <p:spPr bwMode="auto">
              <a:xfrm>
                <a:off x="1128832" y="1814232"/>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330" name="Rectangle 1723">
                <a:extLst>
                  <a:ext uri="{FF2B5EF4-FFF2-40B4-BE49-F238E27FC236}">
                    <a16:creationId xmlns:a16="http://schemas.microsoft.com/office/drawing/2014/main" id="{07DE1632-CF92-82C6-AAB8-4C9A06D55544}"/>
                  </a:ext>
                </a:extLst>
              </p:cNvPr>
              <p:cNvSpPr>
                <a:spLocks noChangeArrowheads="1"/>
              </p:cNvSpPr>
              <p:nvPr/>
            </p:nvSpPr>
            <p:spPr bwMode="auto">
              <a:xfrm>
                <a:off x="1220907" y="1814232"/>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331" name="Rectangle 1724">
                <a:extLst>
                  <a:ext uri="{FF2B5EF4-FFF2-40B4-BE49-F238E27FC236}">
                    <a16:creationId xmlns:a16="http://schemas.microsoft.com/office/drawing/2014/main" id="{B0893FA1-528C-5E30-70CE-2F71FB8FEE49}"/>
                  </a:ext>
                </a:extLst>
              </p:cNvPr>
              <p:cNvSpPr>
                <a:spLocks noChangeArrowheads="1"/>
              </p:cNvSpPr>
              <p:nvPr/>
            </p:nvSpPr>
            <p:spPr bwMode="auto">
              <a:xfrm>
                <a:off x="1357322" y="1777441"/>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332" name="Rectangle 1725">
                <a:extLst>
                  <a:ext uri="{FF2B5EF4-FFF2-40B4-BE49-F238E27FC236}">
                    <a16:creationId xmlns:a16="http://schemas.microsoft.com/office/drawing/2014/main" id="{AD5E074A-0F08-8F2A-10DE-FD35B93554E3}"/>
                  </a:ext>
                </a:extLst>
              </p:cNvPr>
              <p:cNvSpPr>
                <a:spLocks noChangeArrowheads="1"/>
              </p:cNvSpPr>
              <p:nvPr/>
            </p:nvSpPr>
            <p:spPr bwMode="auto">
              <a:xfrm>
                <a:off x="1392357" y="1814232"/>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333" name="Rectangle 1726">
                <a:extLst>
                  <a:ext uri="{FF2B5EF4-FFF2-40B4-BE49-F238E27FC236}">
                    <a16:creationId xmlns:a16="http://schemas.microsoft.com/office/drawing/2014/main" id="{5CDE25A3-FB50-FF0A-A0BB-1549E062C1B5}"/>
                  </a:ext>
                </a:extLst>
              </p:cNvPr>
              <p:cNvSpPr>
                <a:spLocks noChangeArrowheads="1"/>
              </p:cNvSpPr>
              <p:nvPr/>
            </p:nvSpPr>
            <p:spPr bwMode="auto">
              <a:xfrm>
                <a:off x="1484432" y="1814232"/>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grpSp>
        <p:grpSp>
          <p:nvGrpSpPr>
            <p:cNvPr id="279" name="Group 1457">
              <a:extLst>
                <a:ext uri="{FF2B5EF4-FFF2-40B4-BE49-F238E27FC236}">
                  <a16:creationId xmlns:a16="http://schemas.microsoft.com/office/drawing/2014/main" id="{9E873865-3AE3-D9C5-A98C-4B75DC81174A}"/>
                </a:ext>
              </a:extLst>
            </p:cNvPr>
            <p:cNvGrpSpPr/>
            <p:nvPr/>
          </p:nvGrpSpPr>
          <p:grpSpPr bwMode="auto">
            <a:xfrm>
              <a:off x="2849216" y="1389648"/>
              <a:ext cx="1114185" cy="751417"/>
              <a:chOff x="517764" y="1384300"/>
              <a:chExt cx="1114185" cy="751417"/>
            </a:xfrm>
          </p:grpSpPr>
          <p:sp>
            <p:nvSpPr>
              <p:cNvPr id="280" name="Rectangle 1673">
                <a:extLst>
                  <a:ext uri="{FF2B5EF4-FFF2-40B4-BE49-F238E27FC236}">
                    <a16:creationId xmlns:a16="http://schemas.microsoft.com/office/drawing/2014/main" id="{938100A7-4832-69EB-921A-A42191CFA524}"/>
                  </a:ext>
                </a:extLst>
              </p:cNvPr>
              <p:cNvSpPr/>
              <p:nvPr/>
            </p:nvSpPr>
            <p:spPr bwMode="auto">
              <a:xfrm>
                <a:off x="517611" y="1384799"/>
                <a:ext cx="1114303" cy="750863"/>
              </a:xfrm>
              <a:prstGeom prst="rect">
                <a:avLst/>
              </a:prstGeom>
              <a:solidFill>
                <a:schemeClr val="bg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anchor="ctr" anchorCtr="1"/>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algn="ctr">
                  <a:spcBef>
                    <a:spcPct val="50000"/>
                  </a:spcBef>
                  <a:defRPr/>
                </a:pPr>
                <a:endParaRPr lang="en-US" altLang="zh-CN" sz="2400">
                  <a:solidFill>
                    <a:srgbClr val="000000"/>
                  </a:solidFill>
                  <a:latin typeface="Trebuchet MS" panose="020B0603020202020204" pitchFamily="34" charset="0"/>
                  <a:cs typeface="Arial" panose="020B0604020202020204" pitchFamily="34" charset="0"/>
                </a:endParaRPr>
              </a:p>
            </p:txBody>
          </p:sp>
          <p:sp>
            <p:nvSpPr>
              <p:cNvPr id="281" name="Rectangle 1674">
                <a:extLst>
                  <a:ext uri="{FF2B5EF4-FFF2-40B4-BE49-F238E27FC236}">
                    <a16:creationId xmlns:a16="http://schemas.microsoft.com/office/drawing/2014/main" id="{2D2C02F2-96AF-DA39-2FD7-0929C598404F}"/>
                  </a:ext>
                </a:extLst>
              </p:cNvPr>
              <p:cNvSpPr>
                <a:spLocks noChangeArrowheads="1"/>
              </p:cNvSpPr>
              <p:nvPr/>
            </p:nvSpPr>
            <p:spPr bwMode="auto">
              <a:xfrm>
                <a:off x="725801" y="1433925"/>
                <a:ext cx="698111" cy="137160"/>
              </a:xfrm>
              <a:prstGeom prst="rect">
                <a:avLst/>
              </a:prstGeom>
              <a:solidFill>
                <a:srgbClr val="DA581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2400">
                  <a:solidFill>
                    <a:srgbClr val="000000"/>
                  </a:solidFill>
                  <a:latin typeface="Trebuchet MS" panose="020B0603020202020204" pitchFamily="34" charset="0"/>
                  <a:ea typeface="MS PGothic" panose="020B0600070205080204" pitchFamily="34" charset="-128"/>
                </a:endParaRPr>
              </a:p>
            </p:txBody>
          </p:sp>
          <p:sp>
            <p:nvSpPr>
              <p:cNvPr id="282" name="Rectangle 1675">
                <a:extLst>
                  <a:ext uri="{FF2B5EF4-FFF2-40B4-BE49-F238E27FC236}">
                    <a16:creationId xmlns:a16="http://schemas.microsoft.com/office/drawing/2014/main" id="{BEE0A910-DEA9-8532-0F11-3E8DDAB7778F}"/>
                  </a:ext>
                </a:extLst>
              </p:cNvPr>
              <p:cNvSpPr>
                <a:spLocks noChangeArrowheads="1"/>
              </p:cNvSpPr>
              <p:nvPr/>
            </p:nvSpPr>
            <p:spPr bwMode="auto">
              <a:xfrm>
                <a:off x="567050" y="1950358"/>
                <a:ext cx="1015612" cy="137160"/>
              </a:xfrm>
              <a:prstGeom prst="rect">
                <a:avLst/>
              </a:prstGeom>
              <a:solidFill>
                <a:srgbClr val="AEC3F5"/>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2400">
                  <a:solidFill>
                    <a:srgbClr val="000000"/>
                  </a:solidFill>
                  <a:latin typeface="Trebuchet MS" panose="020B0603020202020204" pitchFamily="34" charset="0"/>
                  <a:ea typeface="MS PGothic" panose="020B0600070205080204" pitchFamily="34" charset="-128"/>
                </a:endParaRPr>
              </a:p>
            </p:txBody>
          </p:sp>
          <p:sp>
            <p:nvSpPr>
              <p:cNvPr id="283" name="Rectangle 1676">
                <a:extLst>
                  <a:ext uri="{FF2B5EF4-FFF2-40B4-BE49-F238E27FC236}">
                    <a16:creationId xmlns:a16="http://schemas.microsoft.com/office/drawing/2014/main" id="{14358185-D25A-D823-8E69-AD298E3E2946}"/>
                  </a:ext>
                </a:extLst>
              </p:cNvPr>
              <p:cNvSpPr>
                <a:spLocks noChangeArrowheads="1"/>
              </p:cNvSpPr>
              <p:nvPr/>
            </p:nvSpPr>
            <p:spPr bwMode="auto">
              <a:xfrm>
                <a:off x="566747" y="1609166"/>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284" name="Rectangle 1677">
                <a:extLst>
                  <a:ext uri="{FF2B5EF4-FFF2-40B4-BE49-F238E27FC236}">
                    <a16:creationId xmlns:a16="http://schemas.microsoft.com/office/drawing/2014/main" id="{9EB70609-3219-522A-67DA-BD6E69C9FDF2}"/>
                  </a:ext>
                </a:extLst>
              </p:cNvPr>
              <p:cNvSpPr>
                <a:spLocks noChangeArrowheads="1"/>
              </p:cNvSpPr>
              <p:nvPr/>
            </p:nvSpPr>
            <p:spPr bwMode="auto">
              <a:xfrm>
                <a:off x="601782" y="1645957"/>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285" name="Rectangle 1678">
                <a:extLst>
                  <a:ext uri="{FF2B5EF4-FFF2-40B4-BE49-F238E27FC236}">
                    <a16:creationId xmlns:a16="http://schemas.microsoft.com/office/drawing/2014/main" id="{4D2CD0AF-43CE-8AE7-2829-1A99991CC1CD}"/>
                  </a:ext>
                </a:extLst>
              </p:cNvPr>
              <p:cNvSpPr>
                <a:spLocks noChangeArrowheads="1"/>
              </p:cNvSpPr>
              <p:nvPr/>
            </p:nvSpPr>
            <p:spPr bwMode="auto">
              <a:xfrm>
                <a:off x="693857" y="1645957"/>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286" name="Rectangle 1679">
                <a:extLst>
                  <a:ext uri="{FF2B5EF4-FFF2-40B4-BE49-F238E27FC236}">
                    <a16:creationId xmlns:a16="http://schemas.microsoft.com/office/drawing/2014/main" id="{9800EFEA-B838-A60B-1A9F-6D70A2FE2CA1}"/>
                  </a:ext>
                </a:extLst>
              </p:cNvPr>
              <p:cNvSpPr>
                <a:spLocks noChangeArrowheads="1"/>
              </p:cNvSpPr>
              <p:nvPr/>
            </p:nvSpPr>
            <p:spPr bwMode="auto">
              <a:xfrm>
                <a:off x="830272" y="1609166"/>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287" name="Rectangle 1680">
                <a:extLst>
                  <a:ext uri="{FF2B5EF4-FFF2-40B4-BE49-F238E27FC236}">
                    <a16:creationId xmlns:a16="http://schemas.microsoft.com/office/drawing/2014/main" id="{738CC9C1-CB13-E9E4-0495-7E93A5DD8B76}"/>
                  </a:ext>
                </a:extLst>
              </p:cNvPr>
              <p:cNvSpPr>
                <a:spLocks noChangeArrowheads="1"/>
              </p:cNvSpPr>
              <p:nvPr/>
            </p:nvSpPr>
            <p:spPr bwMode="auto">
              <a:xfrm>
                <a:off x="865307" y="1645957"/>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288" name="Rectangle 1681">
                <a:extLst>
                  <a:ext uri="{FF2B5EF4-FFF2-40B4-BE49-F238E27FC236}">
                    <a16:creationId xmlns:a16="http://schemas.microsoft.com/office/drawing/2014/main" id="{DF74EABC-D732-5766-3A87-0BDFB04868F1}"/>
                  </a:ext>
                </a:extLst>
              </p:cNvPr>
              <p:cNvSpPr>
                <a:spLocks noChangeArrowheads="1"/>
              </p:cNvSpPr>
              <p:nvPr/>
            </p:nvSpPr>
            <p:spPr bwMode="auto">
              <a:xfrm>
                <a:off x="957382" y="1645957"/>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289" name="Rectangle 1682">
                <a:extLst>
                  <a:ext uri="{FF2B5EF4-FFF2-40B4-BE49-F238E27FC236}">
                    <a16:creationId xmlns:a16="http://schemas.microsoft.com/office/drawing/2014/main" id="{3EA599DB-30E4-7F53-ED8E-33E96D457DC8}"/>
                  </a:ext>
                </a:extLst>
              </p:cNvPr>
              <p:cNvSpPr>
                <a:spLocks noChangeArrowheads="1"/>
              </p:cNvSpPr>
              <p:nvPr/>
            </p:nvSpPr>
            <p:spPr bwMode="auto">
              <a:xfrm>
                <a:off x="1093797" y="1609166"/>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290" name="Rectangle 1683">
                <a:extLst>
                  <a:ext uri="{FF2B5EF4-FFF2-40B4-BE49-F238E27FC236}">
                    <a16:creationId xmlns:a16="http://schemas.microsoft.com/office/drawing/2014/main" id="{60E1E05A-8B70-7FD5-EFC1-26C14EAA858F}"/>
                  </a:ext>
                </a:extLst>
              </p:cNvPr>
              <p:cNvSpPr>
                <a:spLocks noChangeArrowheads="1"/>
              </p:cNvSpPr>
              <p:nvPr/>
            </p:nvSpPr>
            <p:spPr bwMode="auto">
              <a:xfrm>
                <a:off x="1128832" y="1645957"/>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291" name="Rectangle 1684">
                <a:extLst>
                  <a:ext uri="{FF2B5EF4-FFF2-40B4-BE49-F238E27FC236}">
                    <a16:creationId xmlns:a16="http://schemas.microsoft.com/office/drawing/2014/main" id="{09CD22A5-D4AB-9A66-D8A6-AE1A0F4113ED}"/>
                  </a:ext>
                </a:extLst>
              </p:cNvPr>
              <p:cNvSpPr>
                <a:spLocks noChangeArrowheads="1"/>
              </p:cNvSpPr>
              <p:nvPr/>
            </p:nvSpPr>
            <p:spPr bwMode="auto">
              <a:xfrm>
                <a:off x="1220907" y="1645957"/>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292" name="Rectangle 1685">
                <a:extLst>
                  <a:ext uri="{FF2B5EF4-FFF2-40B4-BE49-F238E27FC236}">
                    <a16:creationId xmlns:a16="http://schemas.microsoft.com/office/drawing/2014/main" id="{BEA05FCE-0322-782A-E27C-425317BDD45A}"/>
                  </a:ext>
                </a:extLst>
              </p:cNvPr>
              <p:cNvSpPr>
                <a:spLocks noChangeArrowheads="1"/>
              </p:cNvSpPr>
              <p:nvPr/>
            </p:nvSpPr>
            <p:spPr bwMode="auto">
              <a:xfrm>
                <a:off x="1357322" y="1609166"/>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293" name="Rectangle 1686">
                <a:extLst>
                  <a:ext uri="{FF2B5EF4-FFF2-40B4-BE49-F238E27FC236}">
                    <a16:creationId xmlns:a16="http://schemas.microsoft.com/office/drawing/2014/main" id="{D5DDFA4F-DB91-7287-3F4C-6D8D8B3334CD}"/>
                  </a:ext>
                </a:extLst>
              </p:cNvPr>
              <p:cNvSpPr>
                <a:spLocks noChangeArrowheads="1"/>
              </p:cNvSpPr>
              <p:nvPr/>
            </p:nvSpPr>
            <p:spPr bwMode="auto">
              <a:xfrm>
                <a:off x="1392357" y="1645957"/>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294" name="Rectangle 1687">
                <a:extLst>
                  <a:ext uri="{FF2B5EF4-FFF2-40B4-BE49-F238E27FC236}">
                    <a16:creationId xmlns:a16="http://schemas.microsoft.com/office/drawing/2014/main" id="{B019F5F0-F44E-4776-9DBF-051485E9E058}"/>
                  </a:ext>
                </a:extLst>
              </p:cNvPr>
              <p:cNvSpPr>
                <a:spLocks noChangeArrowheads="1"/>
              </p:cNvSpPr>
              <p:nvPr/>
            </p:nvSpPr>
            <p:spPr bwMode="auto">
              <a:xfrm>
                <a:off x="1484432" y="1645957"/>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295" name="Rectangle 1688">
                <a:extLst>
                  <a:ext uri="{FF2B5EF4-FFF2-40B4-BE49-F238E27FC236}">
                    <a16:creationId xmlns:a16="http://schemas.microsoft.com/office/drawing/2014/main" id="{616B5D12-E3BF-D22D-0304-6F0D00656EFE}"/>
                  </a:ext>
                </a:extLst>
              </p:cNvPr>
              <p:cNvSpPr>
                <a:spLocks noChangeArrowheads="1"/>
              </p:cNvSpPr>
              <p:nvPr/>
            </p:nvSpPr>
            <p:spPr bwMode="auto">
              <a:xfrm>
                <a:off x="566747" y="1777441"/>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296" name="Rectangle 1689">
                <a:extLst>
                  <a:ext uri="{FF2B5EF4-FFF2-40B4-BE49-F238E27FC236}">
                    <a16:creationId xmlns:a16="http://schemas.microsoft.com/office/drawing/2014/main" id="{5BDED7CD-6F9E-E41F-61E8-9685E3C8A699}"/>
                  </a:ext>
                </a:extLst>
              </p:cNvPr>
              <p:cNvSpPr>
                <a:spLocks noChangeArrowheads="1"/>
              </p:cNvSpPr>
              <p:nvPr/>
            </p:nvSpPr>
            <p:spPr bwMode="auto">
              <a:xfrm>
                <a:off x="601782" y="1814232"/>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297" name="Rectangle 1690">
                <a:extLst>
                  <a:ext uri="{FF2B5EF4-FFF2-40B4-BE49-F238E27FC236}">
                    <a16:creationId xmlns:a16="http://schemas.microsoft.com/office/drawing/2014/main" id="{B4F49CCD-E6E5-5B28-8F7D-8279E53D0AF7}"/>
                  </a:ext>
                </a:extLst>
              </p:cNvPr>
              <p:cNvSpPr>
                <a:spLocks noChangeArrowheads="1"/>
              </p:cNvSpPr>
              <p:nvPr/>
            </p:nvSpPr>
            <p:spPr bwMode="auto">
              <a:xfrm>
                <a:off x="693857" y="1814232"/>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298" name="Rectangle 1691">
                <a:extLst>
                  <a:ext uri="{FF2B5EF4-FFF2-40B4-BE49-F238E27FC236}">
                    <a16:creationId xmlns:a16="http://schemas.microsoft.com/office/drawing/2014/main" id="{8928E5E9-6D2D-92B9-2A1E-D58D277B7D97}"/>
                  </a:ext>
                </a:extLst>
              </p:cNvPr>
              <p:cNvSpPr>
                <a:spLocks noChangeArrowheads="1"/>
              </p:cNvSpPr>
              <p:nvPr/>
            </p:nvSpPr>
            <p:spPr bwMode="auto">
              <a:xfrm>
                <a:off x="830272" y="1777441"/>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299" name="Rectangle 1692">
                <a:extLst>
                  <a:ext uri="{FF2B5EF4-FFF2-40B4-BE49-F238E27FC236}">
                    <a16:creationId xmlns:a16="http://schemas.microsoft.com/office/drawing/2014/main" id="{55737882-0AD5-0143-DDD9-6C254D6B4432}"/>
                  </a:ext>
                </a:extLst>
              </p:cNvPr>
              <p:cNvSpPr>
                <a:spLocks noChangeArrowheads="1"/>
              </p:cNvSpPr>
              <p:nvPr/>
            </p:nvSpPr>
            <p:spPr bwMode="auto">
              <a:xfrm>
                <a:off x="865307" y="1814232"/>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300" name="Rectangle 1693">
                <a:extLst>
                  <a:ext uri="{FF2B5EF4-FFF2-40B4-BE49-F238E27FC236}">
                    <a16:creationId xmlns:a16="http://schemas.microsoft.com/office/drawing/2014/main" id="{F2EB4498-5448-3E6B-CBF3-B0C15DE32831}"/>
                  </a:ext>
                </a:extLst>
              </p:cNvPr>
              <p:cNvSpPr>
                <a:spLocks noChangeArrowheads="1"/>
              </p:cNvSpPr>
              <p:nvPr/>
            </p:nvSpPr>
            <p:spPr bwMode="auto">
              <a:xfrm>
                <a:off x="957382" y="1814232"/>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301" name="Rectangle 1694">
                <a:extLst>
                  <a:ext uri="{FF2B5EF4-FFF2-40B4-BE49-F238E27FC236}">
                    <a16:creationId xmlns:a16="http://schemas.microsoft.com/office/drawing/2014/main" id="{EE42F950-648D-40D0-4515-1A0927447985}"/>
                  </a:ext>
                </a:extLst>
              </p:cNvPr>
              <p:cNvSpPr>
                <a:spLocks noChangeArrowheads="1"/>
              </p:cNvSpPr>
              <p:nvPr/>
            </p:nvSpPr>
            <p:spPr bwMode="auto">
              <a:xfrm>
                <a:off x="1093797" y="1777441"/>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302" name="Rectangle 1695">
                <a:extLst>
                  <a:ext uri="{FF2B5EF4-FFF2-40B4-BE49-F238E27FC236}">
                    <a16:creationId xmlns:a16="http://schemas.microsoft.com/office/drawing/2014/main" id="{FC59986B-DD3C-EBDC-C8FA-A6DAC6C0F10E}"/>
                  </a:ext>
                </a:extLst>
              </p:cNvPr>
              <p:cNvSpPr>
                <a:spLocks noChangeArrowheads="1"/>
              </p:cNvSpPr>
              <p:nvPr/>
            </p:nvSpPr>
            <p:spPr bwMode="auto">
              <a:xfrm>
                <a:off x="1128832" y="1814232"/>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303" name="Rectangle 1696">
                <a:extLst>
                  <a:ext uri="{FF2B5EF4-FFF2-40B4-BE49-F238E27FC236}">
                    <a16:creationId xmlns:a16="http://schemas.microsoft.com/office/drawing/2014/main" id="{D6EA4ACA-8B17-4F78-48FD-5E03997CC4B1}"/>
                  </a:ext>
                </a:extLst>
              </p:cNvPr>
              <p:cNvSpPr>
                <a:spLocks noChangeArrowheads="1"/>
              </p:cNvSpPr>
              <p:nvPr/>
            </p:nvSpPr>
            <p:spPr bwMode="auto">
              <a:xfrm>
                <a:off x="1220907" y="1814232"/>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304" name="Rectangle 1697">
                <a:extLst>
                  <a:ext uri="{FF2B5EF4-FFF2-40B4-BE49-F238E27FC236}">
                    <a16:creationId xmlns:a16="http://schemas.microsoft.com/office/drawing/2014/main" id="{5E79A0A4-23E9-91A6-C98C-4A423E5C682E}"/>
                  </a:ext>
                </a:extLst>
              </p:cNvPr>
              <p:cNvSpPr>
                <a:spLocks noChangeArrowheads="1"/>
              </p:cNvSpPr>
              <p:nvPr/>
            </p:nvSpPr>
            <p:spPr bwMode="auto">
              <a:xfrm>
                <a:off x="1357322" y="1777441"/>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305" name="Rectangle 1698">
                <a:extLst>
                  <a:ext uri="{FF2B5EF4-FFF2-40B4-BE49-F238E27FC236}">
                    <a16:creationId xmlns:a16="http://schemas.microsoft.com/office/drawing/2014/main" id="{C7D3BEA4-57D6-308A-7953-C64D548AC765}"/>
                  </a:ext>
                </a:extLst>
              </p:cNvPr>
              <p:cNvSpPr>
                <a:spLocks noChangeArrowheads="1"/>
              </p:cNvSpPr>
              <p:nvPr/>
            </p:nvSpPr>
            <p:spPr bwMode="auto">
              <a:xfrm>
                <a:off x="1392357" y="1814232"/>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306" name="Rectangle 1699">
                <a:extLst>
                  <a:ext uri="{FF2B5EF4-FFF2-40B4-BE49-F238E27FC236}">
                    <a16:creationId xmlns:a16="http://schemas.microsoft.com/office/drawing/2014/main" id="{ACB92370-567B-2E46-1696-C5F0E0C39193}"/>
                  </a:ext>
                </a:extLst>
              </p:cNvPr>
              <p:cNvSpPr>
                <a:spLocks noChangeArrowheads="1"/>
              </p:cNvSpPr>
              <p:nvPr/>
            </p:nvSpPr>
            <p:spPr bwMode="auto">
              <a:xfrm>
                <a:off x="1484432" y="1814232"/>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grpSp>
      </p:grpSp>
      <p:grpSp>
        <p:nvGrpSpPr>
          <p:cNvPr id="363" name="Group 1756">
            <a:extLst>
              <a:ext uri="{FF2B5EF4-FFF2-40B4-BE49-F238E27FC236}">
                <a16:creationId xmlns:a16="http://schemas.microsoft.com/office/drawing/2014/main" id="{DD008B57-5DA9-C360-5A33-0C46AFA38A29}"/>
              </a:ext>
            </a:extLst>
          </p:cNvPr>
          <p:cNvGrpSpPr/>
          <p:nvPr/>
        </p:nvGrpSpPr>
        <p:grpSpPr bwMode="auto">
          <a:xfrm>
            <a:off x="540454" y="4970381"/>
            <a:ext cx="3948112" cy="877888"/>
            <a:chOff x="458550" y="1323474"/>
            <a:chExt cx="3947680" cy="877859"/>
          </a:xfrm>
        </p:grpSpPr>
        <p:sp>
          <p:nvSpPr>
            <p:cNvPr id="364" name="Rectangle 1757">
              <a:extLst>
                <a:ext uri="{FF2B5EF4-FFF2-40B4-BE49-F238E27FC236}">
                  <a16:creationId xmlns:a16="http://schemas.microsoft.com/office/drawing/2014/main" id="{98042865-C093-8C75-C5D6-8477125A1BDF}"/>
                </a:ext>
              </a:extLst>
            </p:cNvPr>
            <p:cNvSpPr/>
            <p:nvPr/>
          </p:nvSpPr>
          <p:spPr bwMode="auto">
            <a:xfrm>
              <a:off x="458550" y="1323474"/>
              <a:ext cx="3939744" cy="877859"/>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anchor="ctr" anchorCtr="1"/>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algn="ctr">
                <a:spcBef>
                  <a:spcPct val="50000"/>
                </a:spcBef>
                <a:defRPr/>
              </a:pPr>
              <a:endParaRPr lang="en-US" altLang="zh-CN" sz="2400">
                <a:solidFill>
                  <a:srgbClr val="000000"/>
                </a:solidFill>
                <a:latin typeface="Trebuchet MS" panose="020B0603020202020204" pitchFamily="34" charset="0"/>
                <a:cs typeface="Arial" panose="020B0604020202020204" pitchFamily="34" charset="0"/>
              </a:endParaRPr>
            </a:p>
          </p:txBody>
        </p:sp>
        <p:grpSp>
          <p:nvGrpSpPr>
            <p:cNvPr id="365" name="Group 1486">
              <a:extLst>
                <a:ext uri="{FF2B5EF4-FFF2-40B4-BE49-F238E27FC236}">
                  <a16:creationId xmlns:a16="http://schemas.microsoft.com/office/drawing/2014/main" id="{D45BAAF7-501E-FE27-EFD7-A142BBA86955}"/>
                </a:ext>
              </a:extLst>
            </p:cNvPr>
            <p:cNvGrpSpPr/>
            <p:nvPr/>
          </p:nvGrpSpPr>
          <p:grpSpPr bwMode="auto">
            <a:xfrm>
              <a:off x="3943149" y="1394549"/>
              <a:ext cx="463081" cy="747517"/>
              <a:chOff x="3940698" y="1394549"/>
              <a:chExt cx="463081" cy="747517"/>
            </a:xfrm>
          </p:grpSpPr>
          <p:sp>
            <p:nvSpPr>
              <p:cNvPr id="450" name="Rectangle 1843">
                <a:extLst>
                  <a:ext uri="{FF2B5EF4-FFF2-40B4-BE49-F238E27FC236}">
                    <a16:creationId xmlns:a16="http://schemas.microsoft.com/office/drawing/2014/main" id="{9ACB1B34-01BE-B95A-258A-3E1C3A72F24E}"/>
                  </a:ext>
                </a:extLst>
              </p:cNvPr>
              <p:cNvSpPr>
                <a:spLocks noChangeArrowheads="1"/>
              </p:cNvSpPr>
              <p:nvPr/>
            </p:nvSpPr>
            <p:spPr bwMode="auto">
              <a:xfrm>
                <a:off x="4004141" y="1394549"/>
                <a:ext cx="336195" cy="747517"/>
              </a:xfrm>
              <a:prstGeom prst="rect">
                <a:avLst/>
              </a:prstGeom>
              <a:solidFill>
                <a:srgbClr val="8B9CC3"/>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2400">
                  <a:solidFill>
                    <a:srgbClr val="000000"/>
                  </a:solidFill>
                  <a:latin typeface="Trebuchet MS" panose="020B0603020202020204" pitchFamily="34" charset="0"/>
                  <a:ea typeface="MS PGothic" panose="020B0600070205080204" pitchFamily="34" charset="-128"/>
                </a:endParaRPr>
              </a:p>
            </p:txBody>
          </p:sp>
          <p:sp>
            <p:nvSpPr>
              <p:cNvPr id="451" name="TextBox 1844">
                <a:extLst>
                  <a:ext uri="{FF2B5EF4-FFF2-40B4-BE49-F238E27FC236}">
                    <a16:creationId xmlns:a16="http://schemas.microsoft.com/office/drawing/2014/main" id="{182B156D-ADF9-387E-3BA8-3D950DEB835A}"/>
                  </a:ext>
                </a:extLst>
              </p:cNvPr>
              <p:cNvSpPr txBox="1">
                <a:spLocks noChangeArrowheads="1"/>
              </p:cNvSpPr>
              <p:nvPr/>
            </p:nvSpPr>
            <p:spPr bwMode="auto">
              <a:xfrm>
                <a:off x="3940698" y="1622113"/>
                <a:ext cx="463081"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r>
                  <a:rPr lang="en-US" altLang="zh-CN" sz="1300">
                    <a:solidFill>
                      <a:srgbClr val="000000"/>
                    </a:solidFill>
                    <a:latin typeface="Myriad Pro Black" charset="0"/>
                    <a:ea typeface="MS PGothic" panose="020B0600070205080204" pitchFamily="34" charset="-128"/>
                  </a:rPr>
                  <a:t>Tex</a:t>
                </a:r>
              </a:p>
            </p:txBody>
          </p:sp>
        </p:grpSp>
        <p:grpSp>
          <p:nvGrpSpPr>
            <p:cNvPr id="366" name="Group 1428">
              <a:extLst>
                <a:ext uri="{FF2B5EF4-FFF2-40B4-BE49-F238E27FC236}">
                  <a16:creationId xmlns:a16="http://schemas.microsoft.com/office/drawing/2014/main" id="{6F0F945B-48E0-EA7E-8790-F89B834CFB38}"/>
                </a:ext>
              </a:extLst>
            </p:cNvPr>
            <p:cNvGrpSpPr/>
            <p:nvPr/>
          </p:nvGrpSpPr>
          <p:grpSpPr bwMode="auto">
            <a:xfrm>
              <a:off x="517764" y="1384300"/>
              <a:ext cx="1114185" cy="751417"/>
              <a:chOff x="517764" y="1384300"/>
              <a:chExt cx="1114185" cy="751417"/>
            </a:xfrm>
          </p:grpSpPr>
          <p:sp>
            <p:nvSpPr>
              <p:cNvPr id="423" name="Rectangle 1816">
                <a:extLst>
                  <a:ext uri="{FF2B5EF4-FFF2-40B4-BE49-F238E27FC236}">
                    <a16:creationId xmlns:a16="http://schemas.microsoft.com/office/drawing/2014/main" id="{DFC76D28-722C-BA49-8D40-9675C6942933}"/>
                  </a:ext>
                </a:extLst>
              </p:cNvPr>
              <p:cNvSpPr/>
              <p:nvPr/>
            </p:nvSpPr>
            <p:spPr bwMode="auto">
              <a:xfrm>
                <a:off x="517281" y="1383797"/>
                <a:ext cx="1114303" cy="752450"/>
              </a:xfrm>
              <a:prstGeom prst="rect">
                <a:avLst/>
              </a:prstGeom>
              <a:solidFill>
                <a:schemeClr val="bg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anchor="ctr" anchorCtr="1"/>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algn="ctr">
                  <a:spcBef>
                    <a:spcPct val="50000"/>
                  </a:spcBef>
                  <a:defRPr/>
                </a:pPr>
                <a:endParaRPr lang="en-US" altLang="zh-CN" sz="2400">
                  <a:solidFill>
                    <a:srgbClr val="000000"/>
                  </a:solidFill>
                  <a:latin typeface="Trebuchet MS" panose="020B0603020202020204" pitchFamily="34" charset="0"/>
                  <a:cs typeface="Arial" panose="020B0604020202020204" pitchFamily="34" charset="0"/>
                </a:endParaRPr>
              </a:p>
            </p:txBody>
          </p:sp>
          <p:sp>
            <p:nvSpPr>
              <p:cNvPr id="424" name="Rectangle 1817">
                <a:extLst>
                  <a:ext uri="{FF2B5EF4-FFF2-40B4-BE49-F238E27FC236}">
                    <a16:creationId xmlns:a16="http://schemas.microsoft.com/office/drawing/2014/main" id="{36B4B612-D73A-FC20-0744-C3131BBD97F2}"/>
                  </a:ext>
                </a:extLst>
              </p:cNvPr>
              <p:cNvSpPr>
                <a:spLocks noChangeArrowheads="1"/>
              </p:cNvSpPr>
              <p:nvPr/>
            </p:nvSpPr>
            <p:spPr bwMode="auto">
              <a:xfrm>
                <a:off x="725801" y="1433925"/>
                <a:ext cx="698111" cy="137160"/>
              </a:xfrm>
              <a:prstGeom prst="rect">
                <a:avLst/>
              </a:prstGeom>
              <a:solidFill>
                <a:srgbClr val="DA581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2400">
                  <a:solidFill>
                    <a:srgbClr val="000000"/>
                  </a:solidFill>
                  <a:latin typeface="Trebuchet MS" panose="020B0603020202020204" pitchFamily="34" charset="0"/>
                  <a:ea typeface="MS PGothic" panose="020B0600070205080204" pitchFamily="34" charset="-128"/>
                </a:endParaRPr>
              </a:p>
            </p:txBody>
          </p:sp>
          <p:sp>
            <p:nvSpPr>
              <p:cNvPr id="425" name="Rectangle 1818">
                <a:extLst>
                  <a:ext uri="{FF2B5EF4-FFF2-40B4-BE49-F238E27FC236}">
                    <a16:creationId xmlns:a16="http://schemas.microsoft.com/office/drawing/2014/main" id="{A745DB12-EB87-08C4-1578-28E55965FCE1}"/>
                  </a:ext>
                </a:extLst>
              </p:cNvPr>
              <p:cNvSpPr>
                <a:spLocks noChangeArrowheads="1"/>
              </p:cNvSpPr>
              <p:nvPr/>
            </p:nvSpPr>
            <p:spPr bwMode="auto">
              <a:xfrm>
                <a:off x="567050" y="1950358"/>
                <a:ext cx="1015612" cy="137160"/>
              </a:xfrm>
              <a:prstGeom prst="rect">
                <a:avLst/>
              </a:prstGeom>
              <a:solidFill>
                <a:srgbClr val="AEC3F5"/>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2400">
                  <a:solidFill>
                    <a:srgbClr val="000000"/>
                  </a:solidFill>
                  <a:latin typeface="Trebuchet MS" panose="020B0603020202020204" pitchFamily="34" charset="0"/>
                  <a:ea typeface="MS PGothic" panose="020B0600070205080204" pitchFamily="34" charset="-128"/>
                </a:endParaRPr>
              </a:p>
            </p:txBody>
          </p:sp>
          <p:sp>
            <p:nvSpPr>
              <p:cNvPr id="426" name="Rectangle 1819">
                <a:extLst>
                  <a:ext uri="{FF2B5EF4-FFF2-40B4-BE49-F238E27FC236}">
                    <a16:creationId xmlns:a16="http://schemas.microsoft.com/office/drawing/2014/main" id="{C6508F67-1507-9CA4-0921-EF6C9E4A466A}"/>
                  </a:ext>
                </a:extLst>
              </p:cNvPr>
              <p:cNvSpPr>
                <a:spLocks noChangeArrowheads="1"/>
              </p:cNvSpPr>
              <p:nvPr/>
            </p:nvSpPr>
            <p:spPr bwMode="auto">
              <a:xfrm>
                <a:off x="566747" y="1609166"/>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427" name="Rectangle 1820">
                <a:extLst>
                  <a:ext uri="{FF2B5EF4-FFF2-40B4-BE49-F238E27FC236}">
                    <a16:creationId xmlns:a16="http://schemas.microsoft.com/office/drawing/2014/main" id="{0BA6AD68-6115-5A01-A802-B5ACF8F6ED09}"/>
                  </a:ext>
                </a:extLst>
              </p:cNvPr>
              <p:cNvSpPr>
                <a:spLocks noChangeArrowheads="1"/>
              </p:cNvSpPr>
              <p:nvPr/>
            </p:nvSpPr>
            <p:spPr bwMode="auto">
              <a:xfrm>
                <a:off x="601782" y="1645957"/>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428" name="Rectangle 1821">
                <a:extLst>
                  <a:ext uri="{FF2B5EF4-FFF2-40B4-BE49-F238E27FC236}">
                    <a16:creationId xmlns:a16="http://schemas.microsoft.com/office/drawing/2014/main" id="{424039AB-54E7-DCBF-E859-20ABBE4D41B2}"/>
                  </a:ext>
                </a:extLst>
              </p:cNvPr>
              <p:cNvSpPr>
                <a:spLocks noChangeArrowheads="1"/>
              </p:cNvSpPr>
              <p:nvPr/>
            </p:nvSpPr>
            <p:spPr bwMode="auto">
              <a:xfrm>
                <a:off x="693857" y="1645957"/>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429" name="Rectangle 1822">
                <a:extLst>
                  <a:ext uri="{FF2B5EF4-FFF2-40B4-BE49-F238E27FC236}">
                    <a16:creationId xmlns:a16="http://schemas.microsoft.com/office/drawing/2014/main" id="{0B4CF3BB-AE84-CC3D-9E85-321A3693D381}"/>
                  </a:ext>
                </a:extLst>
              </p:cNvPr>
              <p:cNvSpPr>
                <a:spLocks noChangeArrowheads="1"/>
              </p:cNvSpPr>
              <p:nvPr/>
            </p:nvSpPr>
            <p:spPr bwMode="auto">
              <a:xfrm>
                <a:off x="830272" y="1609166"/>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430" name="Rectangle 1823">
                <a:extLst>
                  <a:ext uri="{FF2B5EF4-FFF2-40B4-BE49-F238E27FC236}">
                    <a16:creationId xmlns:a16="http://schemas.microsoft.com/office/drawing/2014/main" id="{EE9DF80A-C51B-330C-7C81-A2F5613599C5}"/>
                  </a:ext>
                </a:extLst>
              </p:cNvPr>
              <p:cNvSpPr>
                <a:spLocks noChangeArrowheads="1"/>
              </p:cNvSpPr>
              <p:nvPr/>
            </p:nvSpPr>
            <p:spPr bwMode="auto">
              <a:xfrm>
                <a:off x="865307" y="1645957"/>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431" name="Rectangle 1824">
                <a:extLst>
                  <a:ext uri="{FF2B5EF4-FFF2-40B4-BE49-F238E27FC236}">
                    <a16:creationId xmlns:a16="http://schemas.microsoft.com/office/drawing/2014/main" id="{E614A42A-AB30-00E6-BFF7-495FE3C71A51}"/>
                  </a:ext>
                </a:extLst>
              </p:cNvPr>
              <p:cNvSpPr>
                <a:spLocks noChangeArrowheads="1"/>
              </p:cNvSpPr>
              <p:nvPr/>
            </p:nvSpPr>
            <p:spPr bwMode="auto">
              <a:xfrm>
                <a:off x="957382" y="1645957"/>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432" name="Rectangle 1825">
                <a:extLst>
                  <a:ext uri="{FF2B5EF4-FFF2-40B4-BE49-F238E27FC236}">
                    <a16:creationId xmlns:a16="http://schemas.microsoft.com/office/drawing/2014/main" id="{9B7B8D94-D88F-E245-EC0B-11E699CBC7D4}"/>
                  </a:ext>
                </a:extLst>
              </p:cNvPr>
              <p:cNvSpPr>
                <a:spLocks noChangeArrowheads="1"/>
              </p:cNvSpPr>
              <p:nvPr/>
            </p:nvSpPr>
            <p:spPr bwMode="auto">
              <a:xfrm>
                <a:off x="1093797" y="1609166"/>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433" name="Rectangle 1826">
                <a:extLst>
                  <a:ext uri="{FF2B5EF4-FFF2-40B4-BE49-F238E27FC236}">
                    <a16:creationId xmlns:a16="http://schemas.microsoft.com/office/drawing/2014/main" id="{DDFAE7AE-4522-BC54-EEF7-514275107998}"/>
                  </a:ext>
                </a:extLst>
              </p:cNvPr>
              <p:cNvSpPr>
                <a:spLocks noChangeArrowheads="1"/>
              </p:cNvSpPr>
              <p:nvPr/>
            </p:nvSpPr>
            <p:spPr bwMode="auto">
              <a:xfrm>
                <a:off x="1128832" y="1645957"/>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434" name="Rectangle 1827">
                <a:extLst>
                  <a:ext uri="{FF2B5EF4-FFF2-40B4-BE49-F238E27FC236}">
                    <a16:creationId xmlns:a16="http://schemas.microsoft.com/office/drawing/2014/main" id="{45619BAD-F5C0-5740-9613-4868094A8513}"/>
                  </a:ext>
                </a:extLst>
              </p:cNvPr>
              <p:cNvSpPr>
                <a:spLocks noChangeArrowheads="1"/>
              </p:cNvSpPr>
              <p:nvPr/>
            </p:nvSpPr>
            <p:spPr bwMode="auto">
              <a:xfrm>
                <a:off x="1220907" y="1645957"/>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435" name="Rectangle 1828">
                <a:extLst>
                  <a:ext uri="{FF2B5EF4-FFF2-40B4-BE49-F238E27FC236}">
                    <a16:creationId xmlns:a16="http://schemas.microsoft.com/office/drawing/2014/main" id="{6A6DB4FC-1EF1-AA66-C94B-FCFE0A0637B7}"/>
                  </a:ext>
                </a:extLst>
              </p:cNvPr>
              <p:cNvSpPr>
                <a:spLocks noChangeArrowheads="1"/>
              </p:cNvSpPr>
              <p:nvPr/>
            </p:nvSpPr>
            <p:spPr bwMode="auto">
              <a:xfrm>
                <a:off x="1357322" y="1609166"/>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436" name="Rectangle 1829">
                <a:extLst>
                  <a:ext uri="{FF2B5EF4-FFF2-40B4-BE49-F238E27FC236}">
                    <a16:creationId xmlns:a16="http://schemas.microsoft.com/office/drawing/2014/main" id="{9496C026-440D-7579-9F17-DA46A885FE8C}"/>
                  </a:ext>
                </a:extLst>
              </p:cNvPr>
              <p:cNvSpPr>
                <a:spLocks noChangeArrowheads="1"/>
              </p:cNvSpPr>
              <p:nvPr/>
            </p:nvSpPr>
            <p:spPr bwMode="auto">
              <a:xfrm>
                <a:off x="1392357" y="1645957"/>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437" name="Rectangle 1830">
                <a:extLst>
                  <a:ext uri="{FF2B5EF4-FFF2-40B4-BE49-F238E27FC236}">
                    <a16:creationId xmlns:a16="http://schemas.microsoft.com/office/drawing/2014/main" id="{95480262-B055-FA4D-D4B5-B408FC3A2EAA}"/>
                  </a:ext>
                </a:extLst>
              </p:cNvPr>
              <p:cNvSpPr>
                <a:spLocks noChangeArrowheads="1"/>
              </p:cNvSpPr>
              <p:nvPr/>
            </p:nvSpPr>
            <p:spPr bwMode="auto">
              <a:xfrm>
                <a:off x="1484432" y="1645957"/>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438" name="Rectangle 1831">
                <a:extLst>
                  <a:ext uri="{FF2B5EF4-FFF2-40B4-BE49-F238E27FC236}">
                    <a16:creationId xmlns:a16="http://schemas.microsoft.com/office/drawing/2014/main" id="{C250BAE8-B2E2-5020-88D1-50035FCDD99D}"/>
                  </a:ext>
                </a:extLst>
              </p:cNvPr>
              <p:cNvSpPr>
                <a:spLocks noChangeArrowheads="1"/>
              </p:cNvSpPr>
              <p:nvPr/>
            </p:nvSpPr>
            <p:spPr bwMode="auto">
              <a:xfrm>
                <a:off x="566747" y="1777441"/>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439" name="Rectangle 1832">
                <a:extLst>
                  <a:ext uri="{FF2B5EF4-FFF2-40B4-BE49-F238E27FC236}">
                    <a16:creationId xmlns:a16="http://schemas.microsoft.com/office/drawing/2014/main" id="{227B668D-5AAC-8892-4DE9-5FCCF146E54F}"/>
                  </a:ext>
                </a:extLst>
              </p:cNvPr>
              <p:cNvSpPr>
                <a:spLocks noChangeArrowheads="1"/>
              </p:cNvSpPr>
              <p:nvPr/>
            </p:nvSpPr>
            <p:spPr bwMode="auto">
              <a:xfrm>
                <a:off x="601782" y="1814232"/>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440" name="Rectangle 1833">
                <a:extLst>
                  <a:ext uri="{FF2B5EF4-FFF2-40B4-BE49-F238E27FC236}">
                    <a16:creationId xmlns:a16="http://schemas.microsoft.com/office/drawing/2014/main" id="{A2899389-7E1D-8876-2DBF-F8FC33A06613}"/>
                  </a:ext>
                </a:extLst>
              </p:cNvPr>
              <p:cNvSpPr>
                <a:spLocks noChangeArrowheads="1"/>
              </p:cNvSpPr>
              <p:nvPr/>
            </p:nvSpPr>
            <p:spPr bwMode="auto">
              <a:xfrm>
                <a:off x="693857" y="1814232"/>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441" name="Rectangle 1834">
                <a:extLst>
                  <a:ext uri="{FF2B5EF4-FFF2-40B4-BE49-F238E27FC236}">
                    <a16:creationId xmlns:a16="http://schemas.microsoft.com/office/drawing/2014/main" id="{D4DE713B-AB9E-346B-4F3D-0E48976B2D9F}"/>
                  </a:ext>
                </a:extLst>
              </p:cNvPr>
              <p:cNvSpPr>
                <a:spLocks noChangeArrowheads="1"/>
              </p:cNvSpPr>
              <p:nvPr/>
            </p:nvSpPr>
            <p:spPr bwMode="auto">
              <a:xfrm>
                <a:off x="830272" y="1777441"/>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442" name="Rectangle 1835">
                <a:extLst>
                  <a:ext uri="{FF2B5EF4-FFF2-40B4-BE49-F238E27FC236}">
                    <a16:creationId xmlns:a16="http://schemas.microsoft.com/office/drawing/2014/main" id="{17DA033D-E399-2397-6696-6FEC05D0F217}"/>
                  </a:ext>
                </a:extLst>
              </p:cNvPr>
              <p:cNvSpPr>
                <a:spLocks noChangeArrowheads="1"/>
              </p:cNvSpPr>
              <p:nvPr/>
            </p:nvSpPr>
            <p:spPr bwMode="auto">
              <a:xfrm>
                <a:off x="865307" y="1814232"/>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443" name="Rectangle 1836">
                <a:extLst>
                  <a:ext uri="{FF2B5EF4-FFF2-40B4-BE49-F238E27FC236}">
                    <a16:creationId xmlns:a16="http://schemas.microsoft.com/office/drawing/2014/main" id="{D0363374-1114-742B-C480-C22108E8ECED}"/>
                  </a:ext>
                </a:extLst>
              </p:cNvPr>
              <p:cNvSpPr>
                <a:spLocks noChangeArrowheads="1"/>
              </p:cNvSpPr>
              <p:nvPr/>
            </p:nvSpPr>
            <p:spPr bwMode="auto">
              <a:xfrm>
                <a:off x="957382" y="1814232"/>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444" name="Rectangle 1837">
                <a:extLst>
                  <a:ext uri="{FF2B5EF4-FFF2-40B4-BE49-F238E27FC236}">
                    <a16:creationId xmlns:a16="http://schemas.microsoft.com/office/drawing/2014/main" id="{68751F84-1FFD-419C-D822-21BCE6B183A6}"/>
                  </a:ext>
                </a:extLst>
              </p:cNvPr>
              <p:cNvSpPr>
                <a:spLocks noChangeArrowheads="1"/>
              </p:cNvSpPr>
              <p:nvPr/>
            </p:nvSpPr>
            <p:spPr bwMode="auto">
              <a:xfrm>
                <a:off x="1093797" y="1777441"/>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445" name="Rectangle 1838">
                <a:extLst>
                  <a:ext uri="{FF2B5EF4-FFF2-40B4-BE49-F238E27FC236}">
                    <a16:creationId xmlns:a16="http://schemas.microsoft.com/office/drawing/2014/main" id="{0CC9F2E2-AF2D-F3C3-9B42-92113D214647}"/>
                  </a:ext>
                </a:extLst>
              </p:cNvPr>
              <p:cNvSpPr>
                <a:spLocks noChangeArrowheads="1"/>
              </p:cNvSpPr>
              <p:nvPr/>
            </p:nvSpPr>
            <p:spPr bwMode="auto">
              <a:xfrm>
                <a:off x="1128832" y="1814232"/>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446" name="Rectangle 1839">
                <a:extLst>
                  <a:ext uri="{FF2B5EF4-FFF2-40B4-BE49-F238E27FC236}">
                    <a16:creationId xmlns:a16="http://schemas.microsoft.com/office/drawing/2014/main" id="{8EAE1E92-7EB5-4B91-941B-9D250202F55D}"/>
                  </a:ext>
                </a:extLst>
              </p:cNvPr>
              <p:cNvSpPr>
                <a:spLocks noChangeArrowheads="1"/>
              </p:cNvSpPr>
              <p:nvPr/>
            </p:nvSpPr>
            <p:spPr bwMode="auto">
              <a:xfrm>
                <a:off x="1220907" y="1814232"/>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447" name="Rectangle 1840">
                <a:extLst>
                  <a:ext uri="{FF2B5EF4-FFF2-40B4-BE49-F238E27FC236}">
                    <a16:creationId xmlns:a16="http://schemas.microsoft.com/office/drawing/2014/main" id="{794B17A1-2662-9255-BDB8-721D624DB7D0}"/>
                  </a:ext>
                </a:extLst>
              </p:cNvPr>
              <p:cNvSpPr>
                <a:spLocks noChangeArrowheads="1"/>
              </p:cNvSpPr>
              <p:nvPr/>
            </p:nvSpPr>
            <p:spPr bwMode="auto">
              <a:xfrm>
                <a:off x="1357322" y="1777441"/>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448" name="Rectangle 1841">
                <a:extLst>
                  <a:ext uri="{FF2B5EF4-FFF2-40B4-BE49-F238E27FC236}">
                    <a16:creationId xmlns:a16="http://schemas.microsoft.com/office/drawing/2014/main" id="{BE8B5CD8-40CD-F861-605D-9C36D7A62C16}"/>
                  </a:ext>
                </a:extLst>
              </p:cNvPr>
              <p:cNvSpPr>
                <a:spLocks noChangeArrowheads="1"/>
              </p:cNvSpPr>
              <p:nvPr/>
            </p:nvSpPr>
            <p:spPr bwMode="auto">
              <a:xfrm>
                <a:off x="1392357" y="1814232"/>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449" name="Rectangle 1842">
                <a:extLst>
                  <a:ext uri="{FF2B5EF4-FFF2-40B4-BE49-F238E27FC236}">
                    <a16:creationId xmlns:a16="http://schemas.microsoft.com/office/drawing/2014/main" id="{8822BC57-CF89-E62A-6EA1-3857FBCF087B}"/>
                  </a:ext>
                </a:extLst>
              </p:cNvPr>
              <p:cNvSpPr>
                <a:spLocks noChangeArrowheads="1"/>
              </p:cNvSpPr>
              <p:nvPr/>
            </p:nvSpPr>
            <p:spPr bwMode="auto">
              <a:xfrm>
                <a:off x="1484432" y="1814232"/>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grpSp>
        <p:grpSp>
          <p:nvGrpSpPr>
            <p:cNvPr id="367" name="Group 1429">
              <a:extLst>
                <a:ext uri="{FF2B5EF4-FFF2-40B4-BE49-F238E27FC236}">
                  <a16:creationId xmlns:a16="http://schemas.microsoft.com/office/drawing/2014/main" id="{2DD6B92E-E208-2550-077F-0DF68B9E0BFF}"/>
                </a:ext>
              </a:extLst>
            </p:cNvPr>
            <p:cNvGrpSpPr/>
            <p:nvPr/>
          </p:nvGrpSpPr>
          <p:grpSpPr bwMode="auto">
            <a:xfrm>
              <a:off x="1686164" y="1389648"/>
              <a:ext cx="1114185" cy="751417"/>
              <a:chOff x="517764" y="1384300"/>
              <a:chExt cx="1114185" cy="751417"/>
            </a:xfrm>
          </p:grpSpPr>
          <p:sp>
            <p:nvSpPr>
              <p:cNvPr id="396" name="Rectangle 1789">
                <a:extLst>
                  <a:ext uri="{FF2B5EF4-FFF2-40B4-BE49-F238E27FC236}">
                    <a16:creationId xmlns:a16="http://schemas.microsoft.com/office/drawing/2014/main" id="{936AB551-3C7A-8120-49C5-1C9B4E318942}"/>
                  </a:ext>
                </a:extLst>
              </p:cNvPr>
              <p:cNvSpPr/>
              <p:nvPr/>
            </p:nvSpPr>
            <p:spPr bwMode="auto">
              <a:xfrm>
                <a:off x="517153" y="1384799"/>
                <a:ext cx="1114303" cy="750863"/>
              </a:xfrm>
              <a:prstGeom prst="rect">
                <a:avLst/>
              </a:prstGeom>
              <a:solidFill>
                <a:schemeClr val="bg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anchor="ctr" anchorCtr="1"/>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algn="ctr">
                  <a:spcBef>
                    <a:spcPct val="50000"/>
                  </a:spcBef>
                  <a:defRPr/>
                </a:pPr>
                <a:endParaRPr lang="en-US" altLang="zh-CN" sz="2400">
                  <a:solidFill>
                    <a:srgbClr val="000000"/>
                  </a:solidFill>
                  <a:latin typeface="Trebuchet MS" panose="020B0603020202020204" pitchFamily="34" charset="0"/>
                  <a:cs typeface="Arial" panose="020B0604020202020204" pitchFamily="34" charset="0"/>
                </a:endParaRPr>
              </a:p>
            </p:txBody>
          </p:sp>
          <p:sp>
            <p:nvSpPr>
              <p:cNvPr id="397" name="Rectangle 1790">
                <a:extLst>
                  <a:ext uri="{FF2B5EF4-FFF2-40B4-BE49-F238E27FC236}">
                    <a16:creationId xmlns:a16="http://schemas.microsoft.com/office/drawing/2014/main" id="{609BEEAA-B35B-0C45-0F6A-52573D94E524}"/>
                  </a:ext>
                </a:extLst>
              </p:cNvPr>
              <p:cNvSpPr>
                <a:spLocks noChangeArrowheads="1"/>
              </p:cNvSpPr>
              <p:nvPr/>
            </p:nvSpPr>
            <p:spPr bwMode="auto">
              <a:xfrm>
                <a:off x="725801" y="1433925"/>
                <a:ext cx="698111" cy="137160"/>
              </a:xfrm>
              <a:prstGeom prst="rect">
                <a:avLst/>
              </a:prstGeom>
              <a:solidFill>
                <a:srgbClr val="DA581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2400">
                  <a:solidFill>
                    <a:srgbClr val="000000"/>
                  </a:solidFill>
                  <a:latin typeface="Trebuchet MS" panose="020B0603020202020204" pitchFamily="34" charset="0"/>
                  <a:ea typeface="MS PGothic" panose="020B0600070205080204" pitchFamily="34" charset="-128"/>
                </a:endParaRPr>
              </a:p>
            </p:txBody>
          </p:sp>
          <p:sp>
            <p:nvSpPr>
              <p:cNvPr id="398" name="Rectangle 1791">
                <a:extLst>
                  <a:ext uri="{FF2B5EF4-FFF2-40B4-BE49-F238E27FC236}">
                    <a16:creationId xmlns:a16="http://schemas.microsoft.com/office/drawing/2014/main" id="{09D98BB1-4616-6331-6EB3-CDCCF1D86013}"/>
                  </a:ext>
                </a:extLst>
              </p:cNvPr>
              <p:cNvSpPr>
                <a:spLocks noChangeArrowheads="1"/>
              </p:cNvSpPr>
              <p:nvPr/>
            </p:nvSpPr>
            <p:spPr bwMode="auto">
              <a:xfrm>
                <a:off x="567050" y="1950358"/>
                <a:ext cx="1015612" cy="137160"/>
              </a:xfrm>
              <a:prstGeom prst="rect">
                <a:avLst/>
              </a:prstGeom>
              <a:solidFill>
                <a:srgbClr val="AEC3F5"/>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2400">
                  <a:solidFill>
                    <a:srgbClr val="000000"/>
                  </a:solidFill>
                  <a:latin typeface="Trebuchet MS" panose="020B0603020202020204" pitchFamily="34" charset="0"/>
                  <a:ea typeface="MS PGothic" panose="020B0600070205080204" pitchFamily="34" charset="-128"/>
                </a:endParaRPr>
              </a:p>
            </p:txBody>
          </p:sp>
          <p:sp>
            <p:nvSpPr>
              <p:cNvPr id="399" name="Rectangle 1792">
                <a:extLst>
                  <a:ext uri="{FF2B5EF4-FFF2-40B4-BE49-F238E27FC236}">
                    <a16:creationId xmlns:a16="http://schemas.microsoft.com/office/drawing/2014/main" id="{7B0EA7A5-FF07-4D78-F266-BF395BE5D719}"/>
                  </a:ext>
                </a:extLst>
              </p:cNvPr>
              <p:cNvSpPr>
                <a:spLocks noChangeArrowheads="1"/>
              </p:cNvSpPr>
              <p:nvPr/>
            </p:nvSpPr>
            <p:spPr bwMode="auto">
              <a:xfrm>
                <a:off x="566747" y="1609166"/>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400" name="Rectangle 1793">
                <a:extLst>
                  <a:ext uri="{FF2B5EF4-FFF2-40B4-BE49-F238E27FC236}">
                    <a16:creationId xmlns:a16="http://schemas.microsoft.com/office/drawing/2014/main" id="{79C89424-7009-5081-949B-BF7CB7BC80A4}"/>
                  </a:ext>
                </a:extLst>
              </p:cNvPr>
              <p:cNvSpPr>
                <a:spLocks noChangeArrowheads="1"/>
              </p:cNvSpPr>
              <p:nvPr/>
            </p:nvSpPr>
            <p:spPr bwMode="auto">
              <a:xfrm>
                <a:off x="601782" y="1645957"/>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401" name="Rectangle 1794">
                <a:extLst>
                  <a:ext uri="{FF2B5EF4-FFF2-40B4-BE49-F238E27FC236}">
                    <a16:creationId xmlns:a16="http://schemas.microsoft.com/office/drawing/2014/main" id="{043ABD08-5D1B-C672-A144-D5AC4344B100}"/>
                  </a:ext>
                </a:extLst>
              </p:cNvPr>
              <p:cNvSpPr>
                <a:spLocks noChangeArrowheads="1"/>
              </p:cNvSpPr>
              <p:nvPr/>
            </p:nvSpPr>
            <p:spPr bwMode="auto">
              <a:xfrm>
                <a:off x="693857" y="1645957"/>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402" name="Rectangle 1795">
                <a:extLst>
                  <a:ext uri="{FF2B5EF4-FFF2-40B4-BE49-F238E27FC236}">
                    <a16:creationId xmlns:a16="http://schemas.microsoft.com/office/drawing/2014/main" id="{2E8D8C10-976C-3204-0340-82FA714AE642}"/>
                  </a:ext>
                </a:extLst>
              </p:cNvPr>
              <p:cNvSpPr>
                <a:spLocks noChangeArrowheads="1"/>
              </p:cNvSpPr>
              <p:nvPr/>
            </p:nvSpPr>
            <p:spPr bwMode="auto">
              <a:xfrm>
                <a:off x="830272" y="1609166"/>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403" name="Rectangle 1796">
                <a:extLst>
                  <a:ext uri="{FF2B5EF4-FFF2-40B4-BE49-F238E27FC236}">
                    <a16:creationId xmlns:a16="http://schemas.microsoft.com/office/drawing/2014/main" id="{6BC6C52D-16BD-3D6C-EF4B-E8B7933F5317}"/>
                  </a:ext>
                </a:extLst>
              </p:cNvPr>
              <p:cNvSpPr>
                <a:spLocks noChangeArrowheads="1"/>
              </p:cNvSpPr>
              <p:nvPr/>
            </p:nvSpPr>
            <p:spPr bwMode="auto">
              <a:xfrm>
                <a:off x="865307" y="1645957"/>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404" name="Rectangle 1797">
                <a:extLst>
                  <a:ext uri="{FF2B5EF4-FFF2-40B4-BE49-F238E27FC236}">
                    <a16:creationId xmlns:a16="http://schemas.microsoft.com/office/drawing/2014/main" id="{604B27F2-B5C4-D072-7A05-3C1A4E2917B6}"/>
                  </a:ext>
                </a:extLst>
              </p:cNvPr>
              <p:cNvSpPr>
                <a:spLocks noChangeArrowheads="1"/>
              </p:cNvSpPr>
              <p:nvPr/>
            </p:nvSpPr>
            <p:spPr bwMode="auto">
              <a:xfrm>
                <a:off x="957382" y="1645957"/>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405" name="Rectangle 1798">
                <a:extLst>
                  <a:ext uri="{FF2B5EF4-FFF2-40B4-BE49-F238E27FC236}">
                    <a16:creationId xmlns:a16="http://schemas.microsoft.com/office/drawing/2014/main" id="{950EF5DB-0464-EDDE-FDD7-A35C77979C85}"/>
                  </a:ext>
                </a:extLst>
              </p:cNvPr>
              <p:cNvSpPr>
                <a:spLocks noChangeArrowheads="1"/>
              </p:cNvSpPr>
              <p:nvPr/>
            </p:nvSpPr>
            <p:spPr bwMode="auto">
              <a:xfrm>
                <a:off x="1093797" y="1609166"/>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406" name="Rectangle 1799">
                <a:extLst>
                  <a:ext uri="{FF2B5EF4-FFF2-40B4-BE49-F238E27FC236}">
                    <a16:creationId xmlns:a16="http://schemas.microsoft.com/office/drawing/2014/main" id="{A2E828C0-4619-8CD6-BADA-F2EEEF64AF2F}"/>
                  </a:ext>
                </a:extLst>
              </p:cNvPr>
              <p:cNvSpPr>
                <a:spLocks noChangeArrowheads="1"/>
              </p:cNvSpPr>
              <p:nvPr/>
            </p:nvSpPr>
            <p:spPr bwMode="auto">
              <a:xfrm>
                <a:off x="1128832" y="1645957"/>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407" name="Rectangle 1800">
                <a:extLst>
                  <a:ext uri="{FF2B5EF4-FFF2-40B4-BE49-F238E27FC236}">
                    <a16:creationId xmlns:a16="http://schemas.microsoft.com/office/drawing/2014/main" id="{549DC150-4783-16A6-FEF8-A1DEDF36E729}"/>
                  </a:ext>
                </a:extLst>
              </p:cNvPr>
              <p:cNvSpPr>
                <a:spLocks noChangeArrowheads="1"/>
              </p:cNvSpPr>
              <p:nvPr/>
            </p:nvSpPr>
            <p:spPr bwMode="auto">
              <a:xfrm>
                <a:off x="1220907" y="1645957"/>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408" name="Rectangle 1801">
                <a:extLst>
                  <a:ext uri="{FF2B5EF4-FFF2-40B4-BE49-F238E27FC236}">
                    <a16:creationId xmlns:a16="http://schemas.microsoft.com/office/drawing/2014/main" id="{3ABE4C83-D99E-56AC-C96F-DB33EA8C33C6}"/>
                  </a:ext>
                </a:extLst>
              </p:cNvPr>
              <p:cNvSpPr>
                <a:spLocks noChangeArrowheads="1"/>
              </p:cNvSpPr>
              <p:nvPr/>
            </p:nvSpPr>
            <p:spPr bwMode="auto">
              <a:xfrm>
                <a:off x="1357322" y="1609166"/>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409" name="Rectangle 1802">
                <a:extLst>
                  <a:ext uri="{FF2B5EF4-FFF2-40B4-BE49-F238E27FC236}">
                    <a16:creationId xmlns:a16="http://schemas.microsoft.com/office/drawing/2014/main" id="{8134303A-8666-9A45-D68B-37085F43AD32}"/>
                  </a:ext>
                </a:extLst>
              </p:cNvPr>
              <p:cNvSpPr>
                <a:spLocks noChangeArrowheads="1"/>
              </p:cNvSpPr>
              <p:nvPr/>
            </p:nvSpPr>
            <p:spPr bwMode="auto">
              <a:xfrm>
                <a:off x="1392357" y="1645957"/>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410" name="Rectangle 1803">
                <a:extLst>
                  <a:ext uri="{FF2B5EF4-FFF2-40B4-BE49-F238E27FC236}">
                    <a16:creationId xmlns:a16="http://schemas.microsoft.com/office/drawing/2014/main" id="{BF32288A-9655-044A-A610-84D73802DA09}"/>
                  </a:ext>
                </a:extLst>
              </p:cNvPr>
              <p:cNvSpPr>
                <a:spLocks noChangeArrowheads="1"/>
              </p:cNvSpPr>
              <p:nvPr/>
            </p:nvSpPr>
            <p:spPr bwMode="auto">
              <a:xfrm>
                <a:off x="1484432" y="1645957"/>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411" name="Rectangle 1804">
                <a:extLst>
                  <a:ext uri="{FF2B5EF4-FFF2-40B4-BE49-F238E27FC236}">
                    <a16:creationId xmlns:a16="http://schemas.microsoft.com/office/drawing/2014/main" id="{7471F429-6669-5A3A-F1EF-386FBAC44663}"/>
                  </a:ext>
                </a:extLst>
              </p:cNvPr>
              <p:cNvSpPr>
                <a:spLocks noChangeArrowheads="1"/>
              </p:cNvSpPr>
              <p:nvPr/>
            </p:nvSpPr>
            <p:spPr bwMode="auto">
              <a:xfrm>
                <a:off x="566747" y="1777441"/>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412" name="Rectangle 1805">
                <a:extLst>
                  <a:ext uri="{FF2B5EF4-FFF2-40B4-BE49-F238E27FC236}">
                    <a16:creationId xmlns:a16="http://schemas.microsoft.com/office/drawing/2014/main" id="{A5352CC5-5E4C-5C65-3931-5913E6D040CD}"/>
                  </a:ext>
                </a:extLst>
              </p:cNvPr>
              <p:cNvSpPr>
                <a:spLocks noChangeArrowheads="1"/>
              </p:cNvSpPr>
              <p:nvPr/>
            </p:nvSpPr>
            <p:spPr bwMode="auto">
              <a:xfrm>
                <a:off x="601782" y="1814232"/>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413" name="Rectangle 1806">
                <a:extLst>
                  <a:ext uri="{FF2B5EF4-FFF2-40B4-BE49-F238E27FC236}">
                    <a16:creationId xmlns:a16="http://schemas.microsoft.com/office/drawing/2014/main" id="{71A7F8E7-3E9D-72C0-FA7A-73C6C4E4BE87}"/>
                  </a:ext>
                </a:extLst>
              </p:cNvPr>
              <p:cNvSpPr>
                <a:spLocks noChangeArrowheads="1"/>
              </p:cNvSpPr>
              <p:nvPr/>
            </p:nvSpPr>
            <p:spPr bwMode="auto">
              <a:xfrm>
                <a:off x="693857" y="1814232"/>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414" name="Rectangle 1807">
                <a:extLst>
                  <a:ext uri="{FF2B5EF4-FFF2-40B4-BE49-F238E27FC236}">
                    <a16:creationId xmlns:a16="http://schemas.microsoft.com/office/drawing/2014/main" id="{3200D41D-35B9-8A88-75E6-2FAAB6937C97}"/>
                  </a:ext>
                </a:extLst>
              </p:cNvPr>
              <p:cNvSpPr>
                <a:spLocks noChangeArrowheads="1"/>
              </p:cNvSpPr>
              <p:nvPr/>
            </p:nvSpPr>
            <p:spPr bwMode="auto">
              <a:xfrm>
                <a:off x="830272" y="1777441"/>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415" name="Rectangle 1808">
                <a:extLst>
                  <a:ext uri="{FF2B5EF4-FFF2-40B4-BE49-F238E27FC236}">
                    <a16:creationId xmlns:a16="http://schemas.microsoft.com/office/drawing/2014/main" id="{D18F7F43-5E0C-CAC3-C441-D69A5F09DC08}"/>
                  </a:ext>
                </a:extLst>
              </p:cNvPr>
              <p:cNvSpPr>
                <a:spLocks noChangeArrowheads="1"/>
              </p:cNvSpPr>
              <p:nvPr/>
            </p:nvSpPr>
            <p:spPr bwMode="auto">
              <a:xfrm>
                <a:off x="865307" y="1814232"/>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416" name="Rectangle 1809">
                <a:extLst>
                  <a:ext uri="{FF2B5EF4-FFF2-40B4-BE49-F238E27FC236}">
                    <a16:creationId xmlns:a16="http://schemas.microsoft.com/office/drawing/2014/main" id="{65B6319D-934A-8EFA-D657-9E3054920891}"/>
                  </a:ext>
                </a:extLst>
              </p:cNvPr>
              <p:cNvSpPr>
                <a:spLocks noChangeArrowheads="1"/>
              </p:cNvSpPr>
              <p:nvPr/>
            </p:nvSpPr>
            <p:spPr bwMode="auto">
              <a:xfrm>
                <a:off x="957382" y="1814232"/>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417" name="Rectangle 1810">
                <a:extLst>
                  <a:ext uri="{FF2B5EF4-FFF2-40B4-BE49-F238E27FC236}">
                    <a16:creationId xmlns:a16="http://schemas.microsoft.com/office/drawing/2014/main" id="{D4CCFFBE-DEC9-8AD7-3504-5CBD4DC9805A}"/>
                  </a:ext>
                </a:extLst>
              </p:cNvPr>
              <p:cNvSpPr>
                <a:spLocks noChangeArrowheads="1"/>
              </p:cNvSpPr>
              <p:nvPr/>
            </p:nvSpPr>
            <p:spPr bwMode="auto">
              <a:xfrm>
                <a:off x="1093797" y="1777441"/>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418" name="Rectangle 1811">
                <a:extLst>
                  <a:ext uri="{FF2B5EF4-FFF2-40B4-BE49-F238E27FC236}">
                    <a16:creationId xmlns:a16="http://schemas.microsoft.com/office/drawing/2014/main" id="{5026369E-FE11-9777-624D-18DA1A78DAEA}"/>
                  </a:ext>
                </a:extLst>
              </p:cNvPr>
              <p:cNvSpPr>
                <a:spLocks noChangeArrowheads="1"/>
              </p:cNvSpPr>
              <p:nvPr/>
            </p:nvSpPr>
            <p:spPr bwMode="auto">
              <a:xfrm>
                <a:off x="1128832" y="1814232"/>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419" name="Rectangle 1812">
                <a:extLst>
                  <a:ext uri="{FF2B5EF4-FFF2-40B4-BE49-F238E27FC236}">
                    <a16:creationId xmlns:a16="http://schemas.microsoft.com/office/drawing/2014/main" id="{87A19E8E-3B81-BBCA-C619-A1F81A907B7C}"/>
                  </a:ext>
                </a:extLst>
              </p:cNvPr>
              <p:cNvSpPr>
                <a:spLocks noChangeArrowheads="1"/>
              </p:cNvSpPr>
              <p:nvPr/>
            </p:nvSpPr>
            <p:spPr bwMode="auto">
              <a:xfrm>
                <a:off x="1220907" y="1814232"/>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420" name="Rectangle 1813">
                <a:extLst>
                  <a:ext uri="{FF2B5EF4-FFF2-40B4-BE49-F238E27FC236}">
                    <a16:creationId xmlns:a16="http://schemas.microsoft.com/office/drawing/2014/main" id="{85E777E5-91E7-B31D-583B-A4DD04353502}"/>
                  </a:ext>
                </a:extLst>
              </p:cNvPr>
              <p:cNvSpPr>
                <a:spLocks noChangeArrowheads="1"/>
              </p:cNvSpPr>
              <p:nvPr/>
            </p:nvSpPr>
            <p:spPr bwMode="auto">
              <a:xfrm>
                <a:off x="1357322" y="1777441"/>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421" name="Rectangle 1814">
                <a:extLst>
                  <a:ext uri="{FF2B5EF4-FFF2-40B4-BE49-F238E27FC236}">
                    <a16:creationId xmlns:a16="http://schemas.microsoft.com/office/drawing/2014/main" id="{BB127838-6EC3-9643-15C2-2471D6DFA79C}"/>
                  </a:ext>
                </a:extLst>
              </p:cNvPr>
              <p:cNvSpPr>
                <a:spLocks noChangeArrowheads="1"/>
              </p:cNvSpPr>
              <p:nvPr/>
            </p:nvSpPr>
            <p:spPr bwMode="auto">
              <a:xfrm>
                <a:off x="1392357" y="1814232"/>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422" name="Rectangle 1815">
                <a:extLst>
                  <a:ext uri="{FF2B5EF4-FFF2-40B4-BE49-F238E27FC236}">
                    <a16:creationId xmlns:a16="http://schemas.microsoft.com/office/drawing/2014/main" id="{638335CC-1BCF-27C4-793C-8B8F2839FF3D}"/>
                  </a:ext>
                </a:extLst>
              </p:cNvPr>
              <p:cNvSpPr>
                <a:spLocks noChangeArrowheads="1"/>
              </p:cNvSpPr>
              <p:nvPr/>
            </p:nvSpPr>
            <p:spPr bwMode="auto">
              <a:xfrm>
                <a:off x="1484432" y="1814232"/>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grpSp>
        <p:grpSp>
          <p:nvGrpSpPr>
            <p:cNvPr id="368" name="Group 1457">
              <a:extLst>
                <a:ext uri="{FF2B5EF4-FFF2-40B4-BE49-F238E27FC236}">
                  <a16:creationId xmlns:a16="http://schemas.microsoft.com/office/drawing/2014/main" id="{D9042053-C359-71F4-E4BE-466638C6C7C4}"/>
                </a:ext>
              </a:extLst>
            </p:cNvPr>
            <p:cNvGrpSpPr/>
            <p:nvPr/>
          </p:nvGrpSpPr>
          <p:grpSpPr bwMode="auto">
            <a:xfrm>
              <a:off x="2849216" y="1389648"/>
              <a:ext cx="1114185" cy="751417"/>
              <a:chOff x="517764" y="1384300"/>
              <a:chExt cx="1114185" cy="751417"/>
            </a:xfrm>
          </p:grpSpPr>
          <p:sp>
            <p:nvSpPr>
              <p:cNvPr id="369" name="Rectangle 1762">
                <a:extLst>
                  <a:ext uri="{FF2B5EF4-FFF2-40B4-BE49-F238E27FC236}">
                    <a16:creationId xmlns:a16="http://schemas.microsoft.com/office/drawing/2014/main" id="{1B975297-487D-868C-5C1F-C19C1B487B71}"/>
                  </a:ext>
                </a:extLst>
              </p:cNvPr>
              <p:cNvSpPr/>
              <p:nvPr/>
            </p:nvSpPr>
            <p:spPr bwMode="auto">
              <a:xfrm>
                <a:off x="517611" y="1384799"/>
                <a:ext cx="1114303" cy="750863"/>
              </a:xfrm>
              <a:prstGeom prst="rect">
                <a:avLst/>
              </a:prstGeom>
              <a:solidFill>
                <a:schemeClr val="bg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anchor="ctr" anchorCtr="1"/>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algn="ctr">
                  <a:spcBef>
                    <a:spcPct val="50000"/>
                  </a:spcBef>
                  <a:defRPr/>
                </a:pPr>
                <a:endParaRPr lang="en-US" altLang="zh-CN" sz="2400">
                  <a:solidFill>
                    <a:srgbClr val="000000"/>
                  </a:solidFill>
                  <a:latin typeface="Trebuchet MS" panose="020B0603020202020204" pitchFamily="34" charset="0"/>
                  <a:cs typeface="Arial" panose="020B0604020202020204" pitchFamily="34" charset="0"/>
                </a:endParaRPr>
              </a:p>
            </p:txBody>
          </p:sp>
          <p:sp>
            <p:nvSpPr>
              <p:cNvPr id="370" name="Rectangle 1763">
                <a:extLst>
                  <a:ext uri="{FF2B5EF4-FFF2-40B4-BE49-F238E27FC236}">
                    <a16:creationId xmlns:a16="http://schemas.microsoft.com/office/drawing/2014/main" id="{DF72477A-126D-2B05-A65A-A3B880136136}"/>
                  </a:ext>
                </a:extLst>
              </p:cNvPr>
              <p:cNvSpPr>
                <a:spLocks noChangeArrowheads="1"/>
              </p:cNvSpPr>
              <p:nvPr/>
            </p:nvSpPr>
            <p:spPr bwMode="auto">
              <a:xfrm>
                <a:off x="725801" y="1433925"/>
                <a:ext cx="698111" cy="137160"/>
              </a:xfrm>
              <a:prstGeom prst="rect">
                <a:avLst/>
              </a:prstGeom>
              <a:solidFill>
                <a:srgbClr val="DA581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2400">
                  <a:solidFill>
                    <a:srgbClr val="000000"/>
                  </a:solidFill>
                  <a:latin typeface="Trebuchet MS" panose="020B0603020202020204" pitchFamily="34" charset="0"/>
                  <a:ea typeface="MS PGothic" panose="020B0600070205080204" pitchFamily="34" charset="-128"/>
                </a:endParaRPr>
              </a:p>
            </p:txBody>
          </p:sp>
          <p:sp>
            <p:nvSpPr>
              <p:cNvPr id="371" name="Rectangle 1764">
                <a:extLst>
                  <a:ext uri="{FF2B5EF4-FFF2-40B4-BE49-F238E27FC236}">
                    <a16:creationId xmlns:a16="http://schemas.microsoft.com/office/drawing/2014/main" id="{598060CA-1759-4EA7-2F5E-11A3E56DE7E4}"/>
                  </a:ext>
                </a:extLst>
              </p:cNvPr>
              <p:cNvSpPr>
                <a:spLocks noChangeArrowheads="1"/>
              </p:cNvSpPr>
              <p:nvPr/>
            </p:nvSpPr>
            <p:spPr bwMode="auto">
              <a:xfrm>
                <a:off x="567050" y="1950358"/>
                <a:ext cx="1015612" cy="137160"/>
              </a:xfrm>
              <a:prstGeom prst="rect">
                <a:avLst/>
              </a:prstGeom>
              <a:solidFill>
                <a:srgbClr val="AEC3F5"/>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2400">
                  <a:solidFill>
                    <a:srgbClr val="000000"/>
                  </a:solidFill>
                  <a:latin typeface="Trebuchet MS" panose="020B0603020202020204" pitchFamily="34" charset="0"/>
                  <a:ea typeface="MS PGothic" panose="020B0600070205080204" pitchFamily="34" charset="-128"/>
                </a:endParaRPr>
              </a:p>
            </p:txBody>
          </p:sp>
          <p:sp>
            <p:nvSpPr>
              <p:cNvPr id="372" name="Rectangle 1765">
                <a:extLst>
                  <a:ext uri="{FF2B5EF4-FFF2-40B4-BE49-F238E27FC236}">
                    <a16:creationId xmlns:a16="http://schemas.microsoft.com/office/drawing/2014/main" id="{8996C78D-E219-F675-0F17-70C8073EDFF6}"/>
                  </a:ext>
                </a:extLst>
              </p:cNvPr>
              <p:cNvSpPr>
                <a:spLocks noChangeArrowheads="1"/>
              </p:cNvSpPr>
              <p:nvPr/>
            </p:nvSpPr>
            <p:spPr bwMode="auto">
              <a:xfrm>
                <a:off x="566747" y="1609166"/>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373" name="Rectangle 1766">
                <a:extLst>
                  <a:ext uri="{FF2B5EF4-FFF2-40B4-BE49-F238E27FC236}">
                    <a16:creationId xmlns:a16="http://schemas.microsoft.com/office/drawing/2014/main" id="{B9BB6944-2EE3-39D9-EA07-BDFAD939D03C}"/>
                  </a:ext>
                </a:extLst>
              </p:cNvPr>
              <p:cNvSpPr>
                <a:spLocks noChangeArrowheads="1"/>
              </p:cNvSpPr>
              <p:nvPr/>
            </p:nvSpPr>
            <p:spPr bwMode="auto">
              <a:xfrm>
                <a:off x="601782" y="1645957"/>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374" name="Rectangle 1767">
                <a:extLst>
                  <a:ext uri="{FF2B5EF4-FFF2-40B4-BE49-F238E27FC236}">
                    <a16:creationId xmlns:a16="http://schemas.microsoft.com/office/drawing/2014/main" id="{65D94745-347A-91F3-2ACB-78736420525D}"/>
                  </a:ext>
                </a:extLst>
              </p:cNvPr>
              <p:cNvSpPr>
                <a:spLocks noChangeArrowheads="1"/>
              </p:cNvSpPr>
              <p:nvPr/>
            </p:nvSpPr>
            <p:spPr bwMode="auto">
              <a:xfrm>
                <a:off x="693857" y="1645957"/>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375" name="Rectangle 1768">
                <a:extLst>
                  <a:ext uri="{FF2B5EF4-FFF2-40B4-BE49-F238E27FC236}">
                    <a16:creationId xmlns:a16="http://schemas.microsoft.com/office/drawing/2014/main" id="{BCA70228-19A1-5194-750C-B403B2A7F30F}"/>
                  </a:ext>
                </a:extLst>
              </p:cNvPr>
              <p:cNvSpPr>
                <a:spLocks noChangeArrowheads="1"/>
              </p:cNvSpPr>
              <p:nvPr/>
            </p:nvSpPr>
            <p:spPr bwMode="auto">
              <a:xfrm>
                <a:off x="830272" y="1609166"/>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376" name="Rectangle 1769">
                <a:extLst>
                  <a:ext uri="{FF2B5EF4-FFF2-40B4-BE49-F238E27FC236}">
                    <a16:creationId xmlns:a16="http://schemas.microsoft.com/office/drawing/2014/main" id="{4E503B03-B867-870B-B2FA-18E8B65B0F10}"/>
                  </a:ext>
                </a:extLst>
              </p:cNvPr>
              <p:cNvSpPr>
                <a:spLocks noChangeArrowheads="1"/>
              </p:cNvSpPr>
              <p:nvPr/>
            </p:nvSpPr>
            <p:spPr bwMode="auto">
              <a:xfrm>
                <a:off x="865307" y="1645957"/>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377" name="Rectangle 1770">
                <a:extLst>
                  <a:ext uri="{FF2B5EF4-FFF2-40B4-BE49-F238E27FC236}">
                    <a16:creationId xmlns:a16="http://schemas.microsoft.com/office/drawing/2014/main" id="{DCF55D4D-0F57-C919-B63E-7EB302188F1F}"/>
                  </a:ext>
                </a:extLst>
              </p:cNvPr>
              <p:cNvSpPr>
                <a:spLocks noChangeArrowheads="1"/>
              </p:cNvSpPr>
              <p:nvPr/>
            </p:nvSpPr>
            <p:spPr bwMode="auto">
              <a:xfrm>
                <a:off x="957382" y="1645957"/>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378" name="Rectangle 1771">
                <a:extLst>
                  <a:ext uri="{FF2B5EF4-FFF2-40B4-BE49-F238E27FC236}">
                    <a16:creationId xmlns:a16="http://schemas.microsoft.com/office/drawing/2014/main" id="{04B2682C-06F2-4565-B94F-B5D56AF9CD37}"/>
                  </a:ext>
                </a:extLst>
              </p:cNvPr>
              <p:cNvSpPr>
                <a:spLocks noChangeArrowheads="1"/>
              </p:cNvSpPr>
              <p:nvPr/>
            </p:nvSpPr>
            <p:spPr bwMode="auto">
              <a:xfrm>
                <a:off x="1093797" y="1609166"/>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379" name="Rectangle 1772">
                <a:extLst>
                  <a:ext uri="{FF2B5EF4-FFF2-40B4-BE49-F238E27FC236}">
                    <a16:creationId xmlns:a16="http://schemas.microsoft.com/office/drawing/2014/main" id="{CDBBF945-B0DD-E848-631D-1A3AF17AD695}"/>
                  </a:ext>
                </a:extLst>
              </p:cNvPr>
              <p:cNvSpPr>
                <a:spLocks noChangeArrowheads="1"/>
              </p:cNvSpPr>
              <p:nvPr/>
            </p:nvSpPr>
            <p:spPr bwMode="auto">
              <a:xfrm>
                <a:off x="1128832" y="1645957"/>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380" name="Rectangle 1773">
                <a:extLst>
                  <a:ext uri="{FF2B5EF4-FFF2-40B4-BE49-F238E27FC236}">
                    <a16:creationId xmlns:a16="http://schemas.microsoft.com/office/drawing/2014/main" id="{355029E1-EB62-69AC-77B3-C96ABBCE77E9}"/>
                  </a:ext>
                </a:extLst>
              </p:cNvPr>
              <p:cNvSpPr>
                <a:spLocks noChangeArrowheads="1"/>
              </p:cNvSpPr>
              <p:nvPr/>
            </p:nvSpPr>
            <p:spPr bwMode="auto">
              <a:xfrm>
                <a:off x="1220907" y="1645957"/>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381" name="Rectangle 1774">
                <a:extLst>
                  <a:ext uri="{FF2B5EF4-FFF2-40B4-BE49-F238E27FC236}">
                    <a16:creationId xmlns:a16="http://schemas.microsoft.com/office/drawing/2014/main" id="{3281C279-8220-A434-2101-45EDDE57E4AA}"/>
                  </a:ext>
                </a:extLst>
              </p:cNvPr>
              <p:cNvSpPr>
                <a:spLocks noChangeArrowheads="1"/>
              </p:cNvSpPr>
              <p:nvPr/>
            </p:nvSpPr>
            <p:spPr bwMode="auto">
              <a:xfrm>
                <a:off x="1357322" y="1609166"/>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382" name="Rectangle 1775">
                <a:extLst>
                  <a:ext uri="{FF2B5EF4-FFF2-40B4-BE49-F238E27FC236}">
                    <a16:creationId xmlns:a16="http://schemas.microsoft.com/office/drawing/2014/main" id="{78F5FECC-892D-4723-9C0A-E82181DD871B}"/>
                  </a:ext>
                </a:extLst>
              </p:cNvPr>
              <p:cNvSpPr>
                <a:spLocks noChangeArrowheads="1"/>
              </p:cNvSpPr>
              <p:nvPr/>
            </p:nvSpPr>
            <p:spPr bwMode="auto">
              <a:xfrm>
                <a:off x="1392357" y="1645957"/>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383" name="Rectangle 1776">
                <a:extLst>
                  <a:ext uri="{FF2B5EF4-FFF2-40B4-BE49-F238E27FC236}">
                    <a16:creationId xmlns:a16="http://schemas.microsoft.com/office/drawing/2014/main" id="{6814AFF3-A570-3C43-D0C1-4770CACD16E2}"/>
                  </a:ext>
                </a:extLst>
              </p:cNvPr>
              <p:cNvSpPr>
                <a:spLocks noChangeArrowheads="1"/>
              </p:cNvSpPr>
              <p:nvPr/>
            </p:nvSpPr>
            <p:spPr bwMode="auto">
              <a:xfrm>
                <a:off x="1484432" y="1645957"/>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384" name="Rectangle 1777">
                <a:extLst>
                  <a:ext uri="{FF2B5EF4-FFF2-40B4-BE49-F238E27FC236}">
                    <a16:creationId xmlns:a16="http://schemas.microsoft.com/office/drawing/2014/main" id="{399C1E8C-A2C5-62CA-8E7E-8D9D6AD3A21F}"/>
                  </a:ext>
                </a:extLst>
              </p:cNvPr>
              <p:cNvSpPr>
                <a:spLocks noChangeArrowheads="1"/>
              </p:cNvSpPr>
              <p:nvPr/>
            </p:nvSpPr>
            <p:spPr bwMode="auto">
              <a:xfrm>
                <a:off x="566747" y="1777441"/>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385" name="Rectangle 1778">
                <a:extLst>
                  <a:ext uri="{FF2B5EF4-FFF2-40B4-BE49-F238E27FC236}">
                    <a16:creationId xmlns:a16="http://schemas.microsoft.com/office/drawing/2014/main" id="{7245293E-B5A0-06A0-C7A9-67A8E7EF7B67}"/>
                  </a:ext>
                </a:extLst>
              </p:cNvPr>
              <p:cNvSpPr>
                <a:spLocks noChangeArrowheads="1"/>
              </p:cNvSpPr>
              <p:nvPr/>
            </p:nvSpPr>
            <p:spPr bwMode="auto">
              <a:xfrm>
                <a:off x="601782" y="1814232"/>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386" name="Rectangle 1779">
                <a:extLst>
                  <a:ext uri="{FF2B5EF4-FFF2-40B4-BE49-F238E27FC236}">
                    <a16:creationId xmlns:a16="http://schemas.microsoft.com/office/drawing/2014/main" id="{3BABE266-E7B4-102A-A3A9-7406634FC26A}"/>
                  </a:ext>
                </a:extLst>
              </p:cNvPr>
              <p:cNvSpPr>
                <a:spLocks noChangeArrowheads="1"/>
              </p:cNvSpPr>
              <p:nvPr/>
            </p:nvSpPr>
            <p:spPr bwMode="auto">
              <a:xfrm>
                <a:off x="693857" y="1814232"/>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387" name="Rectangle 1780">
                <a:extLst>
                  <a:ext uri="{FF2B5EF4-FFF2-40B4-BE49-F238E27FC236}">
                    <a16:creationId xmlns:a16="http://schemas.microsoft.com/office/drawing/2014/main" id="{762B6434-36DC-0DCA-F6DE-95CB9A316BD2}"/>
                  </a:ext>
                </a:extLst>
              </p:cNvPr>
              <p:cNvSpPr>
                <a:spLocks noChangeArrowheads="1"/>
              </p:cNvSpPr>
              <p:nvPr/>
            </p:nvSpPr>
            <p:spPr bwMode="auto">
              <a:xfrm>
                <a:off x="830272" y="1777441"/>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388" name="Rectangle 1781">
                <a:extLst>
                  <a:ext uri="{FF2B5EF4-FFF2-40B4-BE49-F238E27FC236}">
                    <a16:creationId xmlns:a16="http://schemas.microsoft.com/office/drawing/2014/main" id="{6B8BC26D-1C70-842E-57E1-4A33DC7AB6F7}"/>
                  </a:ext>
                </a:extLst>
              </p:cNvPr>
              <p:cNvSpPr>
                <a:spLocks noChangeArrowheads="1"/>
              </p:cNvSpPr>
              <p:nvPr/>
            </p:nvSpPr>
            <p:spPr bwMode="auto">
              <a:xfrm>
                <a:off x="865307" y="1814232"/>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389" name="Rectangle 1782">
                <a:extLst>
                  <a:ext uri="{FF2B5EF4-FFF2-40B4-BE49-F238E27FC236}">
                    <a16:creationId xmlns:a16="http://schemas.microsoft.com/office/drawing/2014/main" id="{11873AF1-5142-0DC7-74DC-2533F9B390E0}"/>
                  </a:ext>
                </a:extLst>
              </p:cNvPr>
              <p:cNvSpPr>
                <a:spLocks noChangeArrowheads="1"/>
              </p:cNvSpPr>
              <p:nvPr/>
            </p:nvSpPr>
            <p:spPr bwMode="auto">
              <a:xfrm>
                <a:off x="957382" y="1814232"/>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390" name="Rectangle 1783">
                <a:extLst>
                  <a:ext uri="{FF2B5EF4-FFF2-40B4-BE49-F238E27FC236}">
                    <a16:creationId xmlns:a16="http://schemas.microsoft.com/office/drawing/2014/main" id="{142A6ADF-3116-7D8E-8949-C9AB99541CCB}"/>
                  </a:ext>
                </a:extLst>
              </p:cNvPr>
              <p:cNvSpPr>
                <a:spLocks noChangeArrowheads="1"/>
              </p:cNvSpPr>
              <p:nvPr/>
            </p:nvSpPr>
            <p:spPr bwMode="auto">
              <a:xfrm>
                <a:off x="1093797" y="1777441"/>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391" name="Rectangle 1784">
                <a:extLst>
                  <a:ext uri="{FF2B5EF4-FFF2-40B4-BE49-F238E27FC236}">
                    <a16:creationId xmlns:a16="http://schemas.microsoft.com/office/drawing/2014/main" id="{5DA3CA35-85AF-8813-96DB-E934E02404C9}"/>
                  </a:ext>
                </a:extLst>
              </p:cNvPr>
              <p:cNvSpPr>
                <a:spLocks noChangeArrowheads="1"/>
              </p:cNvSpPr>
              <p:nvPr/>
            </p:nvSpPr>
            <p:spPr bwMode="auto">
              <a:xfrm>
                <a:off x="1128832" y="1814232"/>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392" name="Rectangle 1785">
                <a:extLst>
                  <a:ext uri="{FF2B5EF4-FFF2-40B4-BE49-F238E27FC236}">
                    <a16:creationId xmlns:a16="http://schemas.microsoft.com/office/drawing/2014/main" id="{E4D4A280-204D-72E6-1606-41403C6DC823}"/>
                  </a:ext>
                </a:extLst>
              </p:cNvPr>
              <p:cNvSpPr>
                <a:spLocks noChangeArrowheads="1"/>
              </p:cNvSpPr>
              <p:nvPr/>
            </p:nvSpPr>
            <p:spPr bwMode="auto">
              <a:xfrm>
                <a:off x="1220907" y="1814232"/>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393" name="Rectangle 1786">
                <a:extLst>
                  <a:ext uri="{FF2B5EF4-FFF2-40B4-BE49-F238E27FC236}">
                    <a16:creationId xmlns:a16="http://schemas.microsoft.com/office/drawing/2014/main" id="{644FA9AB-B8E7-3904-6532-537B32FBCE83}"/>
                  </a:ext>
                </a:extLst>
              </p:cNvPr>
              <p:cNvSpPr>
                <a:spLocks noChangeArrowheads="1"/>
              </p:cNvSpPr>
              <p:nvPr/>
            </p:nvSpPr>
            <p:spPr bwMode="auto">
              <a:xfrm>
                <a:off x="1357322" y="1777441"/>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394" name="Rectangle 1787">
                <a:extLst>
                  <a:ext uri="{FF2B5EF4-FFF2-40B4-BE49-F238E27FC236}">
                    <a16:creationId xmlns:a16="http://schemas.microsoft.com/office/drawing/2014/main" id="{DF1B059E-E157-06F8-3C0F-A85599D5A930}"/>
                  </a:ext>
                </a:extLst>
              </p:cNvPr>
              <p:cNvSpPr>
                <a:spLocks noChangeArrowheads="1"/>
              </p:cNvSpPr>
              <p:nvPr/>
            </p:nvSpPr>
            <p:spPr bwMode="auto">
              <a:xfrm>
                <a:off x="1392357" y="1814232"/>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395" name="Rectangle 1788">
                <a:extLst>
                  <a:ext uri="{FF2B5EF4-FFF2-40B4-BE49-F238E27FC236}">
                    <a16:creationId xmlns:a16="http://schemas.microsoft.com/office/drawing/2014/main" id="{9B7E30BB-2AA4-72A2-0AA5-D7D987CF3A97}"/>
                  </a:ext>
                </a:extLst>
              </p:cNvPr>
              <p:cNvSpPr>
                <a:spLocks noChangeArrowheads="1"/>
              </p:cNvSpPr>
              <p:nvPr/>
            </p:nvSpPr>
            <p:spPr bwMode="auto">
              <a:xfrm>
                <a:off x="1484432" y="1814232"/>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grpSp>
      </p:grpSp>
      <p:grpSp>
        <p:nvGrpSpPr>
          <p:cNvPr id="452" name="Group 1934">
            <a:extLst>
              <a:ext uri="{FF2B5EF4-FFF2-40B4-BE49-F238E27FC236}">
                <a16:creationId xmlns:a16="http://schemas.microsoft.com/office/drawing/2014/main" id="{ACBA58FE-9C21-E7BE-645B-12E87BE395A6}"/>
              </a:ext>
            </a:extLst>
          </p:cNvPr>
          <p:cNvGrpSpPr/>
          <p:nvPr/>
        </p:nvGrpSpPr>
        <p:grpSpPr bwMode="auto">
          <a:xfrm>
            <a:off x="4826866" y="1465771"/>
            <a:ext cx="3954463" cy="877888"/>
            <a:chOff x="4545730" y="1328822"/>
            <a:chExt cx="3954134" cy="877859"/>
          </a:xfrm>
        </p:grpSpPr>
        <p:sp>
          <p:nvSpPr>
            <p:cNvPr id="453" name="Rectangle 1846">
              <a:extLst>
                <a:ext uri="{FF2B5EF4-FFF2-40B4-BE49-F238E27FC236}">
                  <a16:creationId xmlns:a16="http://schemas.microsoft.com/office/drawing/2014/main" id="{C716044E-7B0B-E6A6-71D9-741E5F52BE86}"/>
                </a:ext>
              </a:extLst>
            </p:cNvPr>
            <p:cNvSpPr/>
            <p:nvPr/>
          </p:nvSpPr>
          <p:spPr bwMode="auto">
            <a:xfrm>
              <a:off x="4560017" y="1328822"/>
              <a:ext cx="3939847" cy="877859"/>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anchor="ctr" anchorCtr="1"/>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algn="ctr">
                <a:spcBef>
                  <a:spcPct val="50000"/>
                </a:spcBef>
                <a:defRPr/>
              </a:pPr>
              <a:endParaRPr lang="en-US" altLang="zh-CN" sz="2400">
                <a:solidFill>
                  <a:srgbClr val="000000"/>
                </a:solidFill>
                <a:latin typeface="Trebuchet MS" panose="020B0603020202020204" pitchFamily="34" charset="0"/>
                <a:cs typeface="Arial" panose="020B0604020202020204" pitchFamily="34" charset="0"/>
              </a:endParaRPr>
            </a:p>
          </p:txBody>
        </p:sp>
        <p:grpSp>
          <p:nvGrpSpPr>
            <p:cNvPr id="454" name="Group 1486">
              <a:extLst>
                <a:ext uri="{FF2B5EF4-FFF2-40B4-BE49-F238E27FC236}">
                  <a16:creationId xmlns:a16="http://schemas.microsoft.com/office/drawing/2014/main" id="{37F8BFC8-D114-27FE-439C-AF56A8563A51}"/>
                </a:ext>
              </a:extLst>
            </p:cNvPr>
            <p:cNvGrpSpPr/>
            <p:nvPr/>
          </p:nvGrpSpPr>
          <p:grpSpPr bwMode="auto">
            <a:xfrm>
              <a:off x="4545730" y="1393547"/>
              <a:ext cx="463081" cy="747517"/>
              <a:chOff x="3940698" y="1394549"/>
              <a:chExt cx="463081" cy="747517"/>
            </a:xfrm>
          </p:grpSpPr>
          <p:sp>
            <p:nvSpPr>
              <p:cNvPr id="539" name="Rectangle 1932">
                <a:extLst>
                  <a:ext uri="{FF2B5EF4-FFF2-40B4-BE49-F238E27FC236}">
                    <a16:creationId xmlns:a16="http://schemas.microsoft.com/office/drawing/2014/main" id="{5687B2EB-7483-6A73-B323-47E93E14C119}"/>
                  </a:ext>
                </a:extLst>
              </p:cNvPr>
              <p:cNvSpPr>
                <a:spLocks noChangeArrowheads="1"/>
              </p:cNvSpPr>
              <p:nvPr/>
            </p:nvSpPr>
            <p:spPr bwMode="auto">
              <a:xfrm>
                <a:off x="4004141" y="1394549"/>
                <a:ext cx="336195" cy="747517"/>
              </a:xfrm>
              <a:prstGeom prst="rect">
                <a:avLst/>
              </a:prstGeom>
              <a:solidFill>
                <a:srgbClr val="8B9CC3"/>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2400">
                  <a:solidFill>
                    <a:srgbClr val="000000"/>
                  </a:solidFill>
                  <a:latin typeface="Trebuchet MS" panose="020B0603020202020204" pitchFamily="34" charset="0"/>
                  <a:ea typeface="MS PGothic" panose="020B0600070205080204" pitchFamily="34" charset="-128"/>
                </a:endParaRPr>
              </a:p>
            </p:txBody>
          </p:sp>
          <p:sp>
            <p:nvSpPr>
              <p:cNvPr id="540" name="TextBox 1933">
                <a:extLst>
                  <a:ext uri="{FF2B5EF4-FFF2-40B4-BE49-F238E27FC236}">
                    <a16:creationId xmlns:a16="http://schemas.microsoft.com/office/drawing/2014/main" id="{5A61F9B3-56D3-F9B4-D14C-EF24980BB56C}"/>
                  </a:ext>
                </a:extLst>
              </p:cNvPr>
              <p:cNvSpPr txBox="1">
                <a:spLocks noChangeArrowheads="1"/>
              </p:cNvSpPr>
              <p:nvPr/>
            </p:nvSpPr>
            <p:spPr bwMode="auto">
              <a:xfrm>
                <a:off x="3940698" y="1622113"/>
                <a:ext cx="463081"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r>
                  <a:rPr lang="en-US" altLang="zh-CN" sz="1300">
                    <a:solidFill>
                      <a:srgbClr val="000000"/>
                    </a:solidFill>
                    <a:latin typeface="Myriad Pro Black" charset="0"/>
                    <a:ea typeface="MS PGothic" panose="020B0600070205080204" pitchFamily="34" charset="-128"/>
                  </a:rPr>
                  <a:t>Tex</a:t>
                </a:r>
              </a:p>
            </p:txBody>
          </p:sp>
        </p:grpSp>
        <p:grpSp>
          <p:nvGrpSpPr>
            <p:cNvPr id="455" name="Group 1428">
              <a:extLst>
                <a:ext uri="{FF2B5EF4-FFF2-40B4-BE49-F238E27FC236}">
                  <a16:creationId xmlns:a16="http://schemas.microsoft.com/office/drawing/2014/main" id="{126BAB94-04CB-E846-D5A2-81B303EA9567}"/>
                </a:ext>
              </a:extLst>
            </p:cNvPr>
            <p:cNvGrpSpPr/>
            <p:nvPr/>
          </p:nvGrpSpPr>
          <p:grpSpPr bwMode="auto">
            <a:xfrm>
              <a:off x="4993845" y="1389648"/>
              <a:ext cx="1114185" cy="751417"/>
              <a:chOff x="517764" y="1384300"/>
              <a:chExt cx="1114185" cy="751417"/>
            </a:xfrm>
          </p:grpSpPr>
          <p:sp>
            <p:nvSpPr>
              <p:cNvPr id="512" name="Rectangle 1905">
                <a:extLst>
                  <a:ext uri="{FF2B5EF4-FFF2-40B4-BE49-F238E27FC236}">
                    <a16:creationId xmlns:a16="http://schemas.microsoft.com/office/drawing/2014/main" id="{AF14C821-9FAF-5856-220F-CA07A851BE0C}"/>
                  </a:ext>
                </a:extLst>
              </p:cNvPr>
              <p:cNvSpPr/>
              <p:nvPr/>
            </p:nvSpPr>
            <p:spPr bwMode="auto">
              <a:xfrm>
                <a:off x="517287" y="1383797"/>
                <a:ext cx="1114332" cy="752450"/>
              </a:xfrm>
              <a:prstGeom prst="rect">
                <a:avLst/>
              </a:prstGeom>
              <a:solidFill>
                <a:schemeClr val="bg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anchor="ctr" anchorCtr="1"/>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algn="ctr">
                  <a:spcBef>
                    <a:spcPct val="50000"/>
                  </a:spcBef>
                  <a:defRPr/>
                </a:pPr>
                <a:endParaRPr lang="en-US" altLang="zh-CN" sz="2400">
                  <a:solidFill>
                    <a:srgbClr val="000000"/>
                  </a:solidFill>
                  <a:latin typeface="Trebuchet MS" panose="020B0603020202020204" pitchFamily="34" charset="0"/>
                  <a:cs typeface="Arial" panose="020B0604020202020204" pitchFamily="34" charset="0"/>
                </a:endParaRPr>
              </a:p>
            </p:txBody>
          </p:sp>
          <p:sp>
            <p:nvSpPr>
              <p:cNvPr id="513" name="Rectangle 1906">
                <a:extLst>
                  <a:ext uri="{FF2B5EF4-FFF2-40B4-BE49-F238E27FC236}">
                    <a16:creationId xmlns:a16="http://schemas.microsoft.com/office/drawing/2014/main" id="{11B824ED-40CE-E020-2E6A-10B87C22A26F}"/>
                  </a:ext>
                </a:extLst>
              </p:cNvPr>
              <p:cNvSpPr>
                <a:spLocks noChangeArrowheads="1"/>
              </p:cNvSpPr>
              <p:nvPr/>
            </p:nvSpPr>
            <p:spPr bwMode="auto">
              <a:xfrm>
                <a:off x="725801" y="1433925"/>
                <a:ext cx="698111" cy="137160"/>
              </a:xfrm>
              <a:prstGeom prst="rect">
                <a:avLst/>
              </a:prstGeom>
              <a:solidFill>
                <a:srgbClr val="DA581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2400">
                  <a:solidFill>
                    <a:srgbClr val="000000"/>
                  </a:solidFill>
                  <a:latin typeface="Trebuchet MS" panose="020B0603020202020204" pitchFamily="34" charset="0"/>
                  <a:ea typeface="MS PGothic" panose="020B0600070205080204" pitchFamily="34" charset="-128"/>
                </a:endParaRPr>
              </a:p>
            </p:txBody>
          </p:sp>
          <p:sp>
            <p:nvSpPr>
              <p:cNvPr id="514" name="Rectangle 1907">
                <a:extLst>
                  <a:ext uri="{FF2B5EF4-FFF2-40B4-BE49-F238E27FC236}">
                    <a16:creationId xmlns:a16="http://schemas.microsoft.com/office/drawing/2014/main" id="{3336954A-9CA2-7452-4DDA-7A33200CAFFB}"/>
                  </a:ext>
                </a:extLst>
              </p:cNvPr>
              <p:cNvSpPr>
                <a:spLocks noChangeArrowheads="1"/>
              </p:cNvSpPr>
              <p:nvPr/>
            </p:nvSpPr>
            <p:spPr bwMode="auto">
              <a:xfrm>
                <a:off x="567050" y="1950358"/>
                <a:ext cx="1015612" cy="137160"/>
              </a:xfrm>
              <a:prstGeom prst="rect">
                <a:avLst/>
              </a:prstGeom>
              <a:solidFill>
                <a:srgbClr val="AEC3F5"/>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2400">
                  <a:solidFill>
                    <a:srgbClr val="000000"/>
                  </a:solidFill>
                  <a:latin typeface="Trebuchet MS" panose="020B0603020202020204" pitchFamily="34" charset="0"/>
                  <a:ea typeface="MS PGothic" panose="020B0600070205080204" pitchFamily="34" charset="-128"/>
                </a:endParaRPr>
              </a:p>
            </p:txBody>
          </p:sp>
          <p:sp>
            <p:nvSpPr>
              <p:cNvPr id="515" name="Rectangle 1908">
                <a:extLst>
                  <a:ext uri="{FF2B5EF4-FFF2-40B4-BE49-F238E27FC236}">
                    <a16:creationId xmlns:a16="http://schemas.microsoft.com/office/drawing/2014/main" id="{6D35B1ED-5D57-8243-B384-DF13E4AF95E4}"/>
                  </a:ext>
                </a:extLst>
              </p:cNvPr>
              <p:cNvSpPr>
                <a:spLocks noChangeArrowheads="1"/>
              </p:cNvSpPr>
              <p:nvPr/>
            </p:nvSpPr>
            <p:spPr bwMode="auto">
              <a:xfrm>
                <a:off x="566747" y="1609166"/>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516" name="Rectangle 1909">
                <a:extLst>
                  <a:ext uri="{FF2B5EF4-FFF2-40B4-BE49-F238E27FC236}">
                    <a16:creationId xmlns:a16="http://schemas.microsoft.com/office/drawing/2014/main" id="{E57FE8BF-6C28-E425-6B57-D3102D6C5213}"/>
                  </a:ext>
                </a:extLst>
              </p:cNvPr>
              <p:cNvSpPr>
                <a:spLocks noChangeArrowheads="1"/>
              </p:cNvSpPr>
              <p:nvPr/>
            </p:nvSpPr>
            <p:spPr bwMode="auto">
              <a:xfrm>
                <a:off x="601782" y="1645957"/>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517" name="Rectangle 1910">
                <a:extLst>
                  <a:ext uri="{FF2B5EF4-FFF2-40B4-BE49-F238E27FC236}">
                    <a16:creationId xmlns:a16="http://schemas.microsoft.com/office/drawing/2014/main" id="{65C513D8-B0C5-F739-7548-8D6328B72C9D}"/>
                  </a:ext>
                </a:extLst>
              </p:cNvPr>
              <p:cNvSpPr>
                <a:spLocks noChangeArrowheads="1"/>
              </p:cNvSpPr>
              <p:nvPr/>
            </p:nvSpPr>
            <p:spPr bwMode="auto">
              <a:xfrm>
                <a:off x="693857" y="1645957"/>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518" name="Rectangle 1911">
                <a:extLst>
                  <a:ext uri="{FF2B5EF4-FFF2-40B4-BE49-F238E27FC236}">
                    <a16:creationId xmlns:a16="http://schemas.microsoft.com/office/drawing/2014/main" id="{268DF39D-054B-F09F-53BB-EB8B11687C7F}"/>
                  </a:ext>
                </a:extLst>
              </p:cNvPr>
              <p:cNvSpPr>
                <a:spLocks noChangeArrowheads="1"/>
              </p:cNvSpPr>
              <p:nvPr/>
            </p:nvSpPr>
            <p:spPr bwMode="auto">
              <a:xfrm>
                <a:off x="830272" y="1609166"/>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519" name="Rectangle 1912">
                <a:extLst>
                  <a:ext uri="{FF2B5EF4-FFF2-40B4-BE49-F238E27FC236}">
                    <a16:creationId xmlns:a16="http://schemas.microsoft.com/office/drawing/2014/main" id="{6373BE95-FC16-1243-00B8-AC2B3CD16136}"/>
                  </a:ext>
                </a:extLst>
              </p:cNvPr>
              <p:cNvSpPr>
                <a:spLocks noChangeArrowheads="1"/>
              </p:cNvSpPr>
              <p:nvPr/>
            </p:nvSpPr>
            <p:spPr bwMode="auto">
              <a:xfrm>
                <a:off x="865307" y="1645957"/>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520" name="Rectangle 1913">
                <a:extLst>
                  <a:ext uri="{FF2B5EF4-FFF2-40B4-BE49-F238E27FC236}">
                    <a16:creationId xmlns:a16="http://schemas.microsoft.com/office/drawing/2014/main" id="{6429D2CE-3A17-C25E-F86C-6622F1E52F56}"/>
                  </a:ext>
                </a:extLst>
              </p:cNvPr>
              <p:cNvSpPr>
                <a:spLocks noChangeArrowheads="1"/>
              </p:cNvSpPr>
              <p:nvPr/>
            </p:nvSpPr>
            <p:spPr bwMode="auto">
              <a:xfrm>
                <a:off x="957382" y="1645957"/>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521" name="Rectangle 1914">
                <a:extLst>
                  <a:ext uri="{FF2B5EF4-FFF2-40B4-BE49-F238E27FC236}">
                    <a16:creationId xmlns:a16="http://schemas.microsoft.com/office/drawing/2014/main" id="{424E44BC-6938-D7BE-083E-421E6AA10B4B}"/>
                  </a:ext>
                </a:extLst>
              </p:cNvPr>
              <p:cNvSpPr>
                <a:spLocks noChangeArrowheads="1"/>
              </p:cNvSpPr>
              <p:nvPr/>
            </p:nvSpPr>
            <p:spPr bwMode="auto">
              <a:xfrm>
                <a:off x="1093797" y="1609166"/>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522" name="Rectangle 1915">
                <a:extLst>
                  <a:ext uri="{FF2B5EF4-FFF2-40B4-BE49-F238E27FC236}">
                    <a16:creationId xmlns:a16="http://schemas.microsoft.com/office/drawing/2014/main" id="{35B55723-D6AC-891A-48E2-270685FDF3AF}"/>
                  </a:ext>
                </a:extLst>
              </p:cNvPr>
              <p:cNvSpPr>
                <a:spLocks noChangeArrowheads="1"/>
              </p:cNvSpPr>
              <p:nvPr/>
            </p:nvSpPr>
            <p:spPr bwMode="auto">
              <a:xfrm>
                <a:off x="1128832" y="1645957"/>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523" name="Rectangle 1916">
                <a:extLst>
                  <a:ext uri="{FF2B5EF4-FFF2-40B4-BE49-F238E27FC236}">
                    <a16:creationId xmlns:a16="http://schemas.microsoft.com/office/drawing/2014/main" id="{66C83112-5AEB-D9D6-2D8A-04B8703DA6B7}"/>
                  </a:ext>
                </a:extLst>
              </p:cNvPr>
              <p:cNvSpPr>
                <a:spLocks noChangeArrowheads="1"/>
              </p:cNvSpPr>
              <p:nvPr/>
            </p:nvSpPr>
            <p:spPr bwMode="auto">
              <a:xfrm>
                <a:off x="1220907" y="1645957"/>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524" name="Rectangle 1917">
                <a:extLst>
                  <a:ext uri="{FF2B5EF4-FFF2-40B4-BE49-F238E27FC236}">
                    <a16:creationId xmlns:a16="http://schemas.microsoft.com/office/drawing/2014/main" id="{5B4E4398-EA8B-DCA3-A177-8AB904BDDF76}"/>
                  </a:ext>
                </a:extLst>
              </p:cNvPr>
              <p:cNvSpPr>
                <a:spLocks noChangeArrowheads="1"/>
              </p:cNvSpPr>
              <p:nvPr/>
            </p:nvSpPr>
            <p:spPr bwMode="auto">
              <a:xfrm>
                <a:off x="1357322" y="1609166"/>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525" name="Rectangle 1918">
                <a:extLst>
                  <a:ext uri="{FF2B5EF4-FFF2-40B4-BE49-F238E27FC236}">
                    <a16:creationId xmlns:a16="http://schemas.microsoft.com/office/drawing/2014/main" id="{11ACB8B8-B707-2618-A623-667847B10B2D}"/>
                  </a:ext>
                </a:extLst>
              </p:cNvPr>
              <p:cNvSpPr>
                <a:spLocks noChangeArrowheads="1"/>
              </p:cNvSpPr>
              <p:nvPr/>
            </p:nvSpPr>
            <p:spPr bwMode="auto">
              <a:xfrm>
                <a:off x="1392357" y="1645957"/>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526" name="Rectangle 1919">
                <a:extLst>
                  <a:ext uri="{FF2B5EF4-FFF2-40B4-BE49-F238E27FC236}">
                    <a16:creationId xmlns:a16="http://schemas.microsoft.com/office/drawing/2014/main" id="{2FC67D03-2107-C2CF-CF11-529CB7A8038B}"/>
                  </a:ext>
                </a:extLst>
              </p:cNvPr>
              <p:cNvSpPr>
                <a:spLocks noChangeArrowheads="1"/>
              </p:cNvSpPr>
              <p:nvPr/>
            </p:nvSpPr>
            <p:spPr bwMode="auto">
              <a:xfrm>
                <a:off x="1484432" y="1645957"/>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527" name="Rectangle 1920">
                <a:extLst>
                  <a:ext uri="{FF2B5EF4-FFF2-40B4-BE49-F238E27FC236}">
                    <a16:creationId xmlns:a16="http://schemas.microsoft.com/office/drawing/2014/main" id="{C4B61009-8997-B326-8131-EA7D851A0A22}"/>
                  </a:ext>
                </a:extLst>
              </p:cNvPr>
              <p:cNvSpPr>
                <a:spLocks noChangeArrowheads="1"/>
              </p:cNvSpPr>
              <p:nvPr/>
            </p:nvSpPr>
            <p:spPr bwMode="auto">
              <a:xfrm>
                <a:off x="566747" y="1777441"/>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528" name="Rectangle 1921">
                <a:extLst>
                  <a:ext uri="{FF2B5EF4-FFF2-40B4-BE49-F238E27FC236}">
                    <a16:creationId xmlns:a16="http://schemas.microsoft.com/office/drawing/2014/main" id="{A4614477-5831-85B2-0C76-0E903BE71258}"/>
                  </a:ext>
                </a:extLst>
              </p:cNvPr>
              <p:cNvSpPr>
                <a:spLocks noChangeArrowheads="1"/>
              </p:cNvSpPr>
              <p:nvPr/>
            </p:nvSpPr>
            <p:spPr bwMode="auto">
              <a:xfrm>
                <a:off x="601782" y="1814232"/>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529" name="Rectangle 1922">
                <a:extLst>
                  <a:ext uri="{FF2B5EF4-FFF2-40B4-BE49-F238E27FC236}">
                    <a16:creationId xmlns:a16="http://schemas.microsoft.com/office/drawing/2014/main" id="{7318F25D-4016-E685-FCD5-96D2DFCD7854}"/>
                  </a:ext>
                </a:extLst>
              </p:cNvPr>
              <p:cNvSpPr>
                <a:spLocks noChangeArrowheads="1"/>
              </p:cNvSpPr>
              <p:nvPr/>
            </p:nvSpPr>
            <p:spPr bwMode="auto">
              <a:xfrm>
                <a:off x="693857" y="1814232"/>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530" name="Rectangle 1923">
                <a:extLst>
                  <a:ext uri="{FF2B5EF4-FFF2-40B4-BE49-F238E27FC236}">
                    <a16:creationId xmlns:a16="http://schemas.microsoft.com/office/drawing/2014/main" id="{44E69BD6-B7B4-BE32-C07B-03741610C2D5}"/>
                  </a:ext>
                </a:extLst>
              </p:cNvPr>
              <p:cNvSpPr>
                <a:spLocks noChangeArrowheads="1"/>
              </p:cNvSpPr>
              <p:nvPr/>
            </p:nvSpPr>
            <p:spPr bwMode="auto">
              <a:xfrm>
                <a:off x="830272" y="1777441"/>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531" name="Rectangle 1924">
                <a:extLst>
                  <a:ext uri="{FF2B5EF4-FFF2-40B4-BE49-F238E27FC236}">
                    <a16:creationId xmlns:a16="http://schemas.microsoft.com/office/drawing/2014/main" id="{FD7ADDC1-C6E5-735F-6010-C11AD4B60A21}"/>
                  </a:ext>
                </a:extLst>
              </p:cNvPr>
              <p:cNvSpPr>
                <a:spLocks noChangeArrowheads="1"/>
              </p:cNvSpPr>
              <p:nvPr/>
            </p:nvSpPr>
            <p:spPr bwMode="auto">
              <a:xfrm>
                <a:off x="865307" y="1814232"/>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532" name="Rectangle 1925">
                <a:extLst>
                  <a:ext uri="{FF2B5EF4-FFF2-40B4-BE49-F238E27FC236}">
                    <a16:creationId xmlns:a16="http://schemas.microsoft.com/office/drawing/2014/main" id="{24F0EB0E-9611-7392-9F24-A1DD5E83169E}"/>
                  </a:ext>
                </a:extLst>
              </p:cNvPr>
              <p:cNvSpPr>
                <a:spLocks noChangeArrowheads="1"/>
              </p:cNvSpPr>
              <p:nvPr/>
            </p:nvSpPr>
            <p:spPr bwMode="auto">
              <a:xfrm>
                <a:off x="957382" y="1814232"/>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533" name="Rectangle 1926">
                <a:extLst>
                  <a:ext uri="{FF2B5EF4-FFF2-40B4-BE49-F238E27FC236}">
                    <a16:creationId xmlns:a16="http://schemas.microsoft.com/office/drawing/2014/main" id="{630F8BB7-F5EC-2954-BBB9-D48F4E4805B2}"/>
                  </a:ext>
                </a:extLst>
              </p:cNvPr>
              <p:cNvSpPr>
                <a:spLocks noChangeArrowheads="1"/>
              </p:cNvSpPr>
              <p:nvPr/>
            </p:nvSpPr>
            <p:spPr bwMode="auto">
              <a:xfrm>
                <a:off x="1093797" y="1777441"/>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534" name="Rectangle 1927">
                <a:extLst>
                  <a:ext uri="{FF2B5EF4-FFF2-40B4-BE49-F238E27FC236}">
                    <a16:creationId xmlns:a16="http://schemas.microsoft.com/office/drawing/2014/main" id="{003F4AD7-66F4-7865-10C6-3B8CB6DDAB3D}"/>
                  </a:ext>
                </a:extLst>
              </p:cNvPr>
              <p:cNvSpPr>
                <a:spLocks noChangeArrowheads="1"/>
              </p:cNvSpPr>
              <p:nvPr/>
            </p:nvSpPr>
            <p:spPr bwMode="auto">
              <a:xfrm>
                <a:off x="1128832" y="1814232"/>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535" name="Rectangle 1928">
                <a:extLst>
                  <a:ext uri="{FF2B5EF4-FFF2-40B4-BE49-F238E27FC236}">
                    <a16:creationId xmlns:a16="http://schemas.microsoft.com/office/drawing/2014/main" id="{75032B0F-B293-531C-EAA9-7701CBA04A30}"/>
                  </a:ext>
                </a:extLst>
              </p:cNvPr>
              <p:cNvSpPr>
                <a:spLocks noChangeArrowheads="1"/>
              </p:cNvSpPr>
              <p:nvPr/>
            </p:nvSpPr>
            <p:spPr bwMode="auto">
              <a:xfrm>
                <a:off x="1220907" y="1814232"/>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536" name="Rectangle 1929">
                <a:extLst>
                  <a:ext uri="{FF2B5EF4-FFF2-40B4-BE49-F238E27FC236}">
                    <a16:creationId xmlns:a16="http://schemas.microsoft.com/office/drawing/2014/main" id="{1E9C7770-8BEC-5A09-3A5C-E22128153E7E}"/>
                  </a:ext>
                </a:extLst>
              </p:cNvPr>
              <p:cNvSpPr>
                <a:spLocks noChangeArrowheads="1"/>
              </p:cNvSpPr>
              <p:nvPr/>
            </p:nvSpPr>
            <p:spPr bwMode="auto">
              <a:xfrm>
                <a:off x="1357322" y="1777441"/>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537" name="Rectangle 1930">
                <a:extLst>
                  <a:ext uri="{FF2B5EF4-FFF2-40B4-BE49-F238E27FC236}">
                    <a16:creationId xmlns:a16="http://schemas.microsoft.com/office/drawing/2014/main" id="{045298F3-4CB4-8B72-1E8B-F6F39E55DCFF}"/>
                  </a:ext>
                </a:extLst>
              </p:cNvPr>
              <p:cNvSpPr>
                <a:spLocks noChangeArrowheads="1"/>
              </p:cNvSpPr>
              <p:nvPr/>
            </p:nvSpPr>
            <p:spPr bwMode="auto">
              <a:xfrm>
                <a:off x="1392357" y="1814232"/>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538" name="Rectangle 1931">
                <a:extLst>
                  <a:ext uri="{FF2B5EF4-FFF2-40B4-BE49-F238E27FC236}">
                    <a16:creationId xmlns:a16="http://schemas.microsoft.com/office/drawing/2014/main" id="{C2E014C6-1E27-92AD-9E98-E94F9D9989D2}"/>
                  </a:ext>
                </a:extLst>
              </p:cNvPr>
              <p:cNvSpPr>
                <a:spLocks noChangeArrowheads="1"/>
              </p:cNvSpPr>
              <p:nvPr/>
            </p:nvSpPr>
            <p:spPr bwMode="auto">
              <a:xfrm>
                <a:off x="1484432" y="1814232"/>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grpSp>
        <p:grpSp>
          <p:nvGrpSpPr>
            <p:cNvPr id="456" name="Group 1429">
              <a:extLst>
                <a:ext uri="{FF2B5EF4-FFF2-40B4-BE49-F238E27FC236}">
                  <a16:creationId xmlns:a16="http://schemas.microsoft.com/office/drawing/2014/main" id="{73660625-4DB9-A69A-426C-57AB2C39CD4E}"/>
                </a:ext>
              </a:extLst>
            </p:cNvPr>
            <p:cNvGrpSpPr/>
            <p:nvPr/>
          </p:nvGrpSpPr>
          <p:grpSpPr bwMode="auto">
            <a:xfrm>
              <a:off x="6162245" y="1394996"/>
              <a:ext cx="1114185" cy="751417"/>
              <a:chOff x="517764" y="1384300"/>
              <a:chExt cx="1114185" cy="751417"/>
            </a:xfrm>
          </p:grpSpPr>
          <p:sp>
            <p:nvSpPr>
              <p:cNvPr id="485" name="Rectangle 1878">
                <a:extLst>
                  <a:ext uri="{FF2B5EF4-FFF2-40B4-BE49-F238E27FC236}">
                    <a16:creationId xmlns:a16="http://schemas.microsoft.com/office/drawing/2014/main" id="{EA4740D3-3CD7-BEFA-6103-4747946F130B}"/>
                  </a:ext>
                </a:extLst>
              </p:cNvPr>
              <p:cNvSpPr/>
              <p:nvPr/>
            </p:nvSpPr>
            <p:spPr bwMode="auto">
              <a:xfrm>
                <a:off x="517189" y="1384799"/>
                <a:ext cx="1114332" cy="750863"/>
              </a:xfrm>
              <a:prstGeom prst="rect">
                <a:avLst/>
              </a:prstGeom>
              <a:solidFill>
                <a:schemeClr val="bg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anchor="ctr" anchorCtr="1"/>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algn="ctr">
                  <a:spcBef>
                    <a:spcPct val="50000"/>
                  </a:spcBef>
                  <a:defRPr/>
                </a:pPr>
                <a:endParaRPr lang="en-US" altLang="zh-CN" sz="2400">
                  <a:solidFill>
                    <a:srgbClr val="000000"/>
                  </a:solidFill>
                  <a:latin typeface="Trebuchet MS" panose="020B0603020202020204" pitchFamily="34" charset="0"/>
                  <a:cs typeface="Arial" panose="020B0604020202020204" pitchFamily="34" charset="0"/>
                </a:endParaRPr>
              </a:p>
            </p:txBody>
          </p:sp>
          <p:sp>
            <p:nvSpPr>
              <p:cNvPr id="486" name="Rectangle 1879">
                <a:extLst>
                  <a:ext uri="{FF2B5EF4-FFF2-40B4-BE49-F238E27FC236}">
                    <a16:creationId xmlns:a16="http://schemas.microsoft.com/office/drawing/2014/main" id="{B54F6BBA-C7E5-6C2B-C461-4FB49F33E045}"/>
                  </a:ext>
                </a:extLst>
              </p:cNvPr>
              <p:cNvSpPr>
                <a:spLocks noChangeArrowheads="1"/>
              </p:cNvSpPr>
              <p:nvPr/>
            </p:nvSpPr>
            <p:spPr bwMode="auto">
              <a:xfrm>
                <a:off x="725801" y="1433925"/>
                <a:ext cx="698111" cy="137160"/>
              </a:xfrm>
              <a:prstGeom prst="rect">
                <a:avLst/>
              </a:prstGeom>
              <a:solidFill>
                <a:srgbClr val="DA581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2400">
                  <a:solidFill>
                    <a:srgbClr val="000000"/>
                  </a:solidFill>
                  <a:latin typeface="Trebuchet MS" panose="020B0603020202020204" pitchFamily="34" charset="0"/>
                  <a:ea typeface="MS PGothic" panose="020B0600070205080204" pitchFamily="34" charset="-128"/>
                </a:endParaRPr>
              </a:p>
            </p:txBody>
          </p:sp>
          <p:sp>
            <p:nvSpPr>
              <p:cNvPr id="487" name="Rectangle 1880">
                <a:extLst>
                  <a:ext uri="{FF2B5EF4-FFF2-40B4-BE49-F238E27FC236}">
                    <a16:creationId xmlns:a16="http://schemas.microsoft.com/office/drawing/2014/main" id="{3D0C8F0F-FCB0-DF85-8C2F-8A6B7D56D7A2}"/>
                  </a:ext>
                </a:extLst>
              </p:cNvPr>
              <p:cNvSpPr>
                <a:spLocks noChangeArrowheads="1"/>
              </p:cNvSpPr>
              <p:nvPr/>
            </p:nvSpPr>
            <p:spPr bwMode="auto">
              <a:xfrm>
                <a:off x="567050" y="1950358"/>
                <a:ext cx="1015612" cy="137160"/>
              </a:xfrm>
              <a:prstGeom prst="rect">
                <a:avLst/>
              </a:prstGeom>
              <a:solidFill>
                <a:srgbClr val="AEC3F5"/>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2400">
                  <a:solidFill>
                    <a:srgbClr val="000000"/>
                  </a:solidFill>
                  <a:latin typeface="Trebuchet MS" panose="020B0603020202020204" pitchFamily="34" charset="0"/>
                  <a:ea typeface="MS PGothic" panose="020B0600070205080204" pitchFamily="34" charset="-128"/>
                </a:endParaRPr>
              </a:p>
            </p:txBody>
          </p:sp>
          <p:sp>
            <p:nvSpPr>
              <p:cNvPr id="488" name="Rectangle 1881">
                <a:extLst>
                  <a:ext uri="{FF2B5EF4-FFF2-40B4-BE49-F238E27FC236}">
                    <a16:creationId xmlns:a16="http://schemas.microsoft.com/office/drawing/2014/main" id="{5D9ED39D-713E-B20C-6119-F93090F8B2E1}"/>
                  </a:ext>
                </a:extLst>
              </p:cNvPr>
              <p:cNvSpPr>
                <a:spLocks noChangeArrowheads="1"/>
              </p:cNvSpPr>
              <p:nvPr/>
            </p:nvSpPr>
            <p:spPr bwMode="auto">
              <a:xfrm>
                <a:off x="566747" y="1609166"/>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489" name="Rectangle 1882">
                <a:extLst>
                  <a:ext uri="{FF2B5EF4-FFF2-40B4-BE49-F238E27FC236}">
                    <a16:creationId xmlns:a16="http://schemas.microsoft.com/office/drawing/2014/main" id="{DBA41B10-911E-912D-C63D-2C5390069E94}"/>
                  </a:ext>
                </a:extLst>
              </p:cNvPr>
              <p:cNvSpPr>
                <a:spLocks noChangeArrowheads="1"/>
              </p:cNvSpPr>
              <p:nvPr/>
            </p:nvSpPr>
            <p:spPr bwMode="auto">
              <a:xfrm>
                <a:off x="601782" y="1645957"/>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490" name="Rectangle 1883">
                <a:extLst>
                  <a:ext uri="{FF2B5EF4-FFF2-40B4-BE49-F238E27FC236}">
                    <a16:creationId xmlns:a16="http://schemas.microsoft.com/office/drawing/2014/main" id="{D1B0D802-CCE3-4EA7-9400-8B15AA59C67E}"/>
                  </a:ext>
                </a:extLst>
              </p:cNvPr>
              <p:cNvSpPr>
                <a:spLocks noChangeArrowheads="1"/>
              </p:cNvSpPr>
              <p:nvPr/>
            </p:nvSpPr>
            <p:spPr bwMode="auto">
              <a:xfrm>
                <a:off x="693857" y="1645957"/>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491" name="Rectangle 1884">
                <a:extLst>
                  <a:ext uri="{FF2B5EF4-FFF2-40B4-BE49-F238E27FC236}">
                    <a16:creationId xmlns:a16="http://schemas.microsoft.com/office/drawing/2014/main" id="{64F3CE14-4D65-7E57-D581-DFCEC0F32D0D}"/>
                  </a:ext>
                </a:extLst>
              </p:cNvPr>
              <p:cNvSpPr>
                <a:spLocks noChangeArrowheads="1"/>
              </p:cNvSpPr>
              <p:nvPr/>
            </p:nvSpPr>
            <p:spPr bwMode="auto">
              <a:xfrm>
                <a:off x="830272" y="1609166"/>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492" name="Rectangle 1885">
                <a:extLst>
                  <a:ext uri="{FF2B5EF4-FFF2-40B4-BE49-F238E27FC236}">
                    <a16:creationId xmlns:a16="http://schemas.microsoft.com/office/drawing/2014/main" id="{2BE907F8-0B5D-7A89-9B00-6A28BFE76674}"/>
                  </a:ext>
                </a:extLst>
              </p:cNvPr>
              <p:cNvSpPr>
                <a:spLocks noChangeArrowheads="1"/>
              </p:cNvSpPr>
              <p:nvPr/>
            </p:nvSpPr>
            <p:spPr bwMode="auto">
              <a:xfrm>
                <a:off x="865307" y="1645957"/>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493" name="Rectangle 1886">
                <a:extLst>
                  <a:ext uri="{FF2B5EF4-FFF2-40B4-BE49-F238E27FC236}">
                    <a16:creationId xmlns:a16="http://schemas.microsoft.com/office/drawing/2014/main" id="{2296F984-107B-E3A6-604D-C6B42ECFEA5F}"/>
                  </a:ext>
                </a:extLst>
              </p:cNvPr>
              <p:cNvSpPr>
                <a:spLocks noChangeArrowheads="1"/>
              </p:cNvSpPr>
              <p:nvPr/>
            </p:nvSpPr>
            <p:spPr bwMode="auto">
              <a:xfrm>
                <a:off x="957382" y="1645957"/>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494" name="Rectangle 1887">
                <a:extLst>
                  <a:ext uri="{FF2B5EF4-FFF2-40B4-BE49-F238E27FC236}">
                    <a16:creationId xmlns:a16="http://schemas.microsoft.com/office/drawing/2014/main" id="{55BDB70F-5893-042A-3289-C3688B99BB9D}"/>
                  </a:ext>
                </a:extLst>
              </p:cNvPr>
              <p:cNvSpPr>
                <a:spLocks noChangeArrowheads="1"/>
              </p:cNvSpPr>
              <p:nvPr/>
            </p:nvSpPr>
            <p:spPr bwMode="auto">
              <a:xfrm>
                <a:off x="1093797" y="1609166"/>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495" name="Rectangle 1888">
                <a:extLst>
                  <a:ext uri="{FF2B5EF4-FFF2-40B4-BE49-F238E27FC236}">
                    <a16:creationId xmlns:a16="http://schemas.microsoft.com/office/drawing/2014/main" id="{FAC27A4F-1255-8B0C-2A5C-B5DB8FDD26CB}"/>
                  </a:ext>
                </a:extLst>
              </p:cNvPr>
              <p:cNvSpPr>
                <a:spLocks noChangeArrowheads="1"/>
              </p:cNvSpPr>
              <p:nvPr/>
            </p:nvSpPr>
            <p:spPr bwMode="auto">
              <a:xfrm>
                <a:off x="1128832" y="1645957"/>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496" name="Rectangle 1889">
                <a:extLst>
                  <a:ext uri="{FF2B5EF4-FFF2-40B4-BE49-F238E27FC236}">
                    <a16:creationId xmlns:a16="http://schemas.microsoft.com/office/drawing/2014/main" id="{EFF82E2A-EEDC-3119-DC6D-8A25B69F52AD}"/>
                  </a:ext>
                </a:extLst>
              </p:cNvPr>
              <p:cNvSpPr>
                <a:spLocks noChangeArrowheads="1"/>
              </p:cNvSpPr>
              <p:nvPr/>
            </p:nvSpPr>
            <p:spPr bwMode="auto">
              <a:xfrm>
                <a:off x="1220907" y="1645957"/>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497" name="Rectangle 1890">
                <a:extLst>
                  <a:ext uri="{FF2B5EF4-FFF2-40B4-BE49-F238E27FC236}">
                    <a16:creationId xmlns:a16="http://schemas.microsoft.com/office/drawing/2014/main" id="{8CFB8439-76AA-CB65-556A-83A741CF8F53}"/>
                  </a:ext>
                </a:extLst>
              </p:cNvPr>
              <p:cNvSpPr>
                <a:spLocks noChangeArrowheads="1"/>
              </p:cNvSpPr>
              <p:nvPr/>
            </p:nvSpPr>
            <p:spPr bwMode="auto">
              <a:xfrm>
                <a:off x="1357322" y="1609166"/>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498" name="Rectangle 1891">
                <a:extLst>
                  <a:ext uri="{FF2B5EF4-FFF2-40B4-BE49-F238E27FC236}">
                    <a16:creationId xmlns:a16="http://schemas.microsoft.com/office/drawing/2014/main" id="{B40529A8-85C4-DAA4-A294-E4CB78D8555C}"/>
                  </a:ext>
                </a:extLst>
              </p:cNvPr>
              <p:cNvSpPr>
                <a:spLocks noChangeArrowheads="1"/>
              </p:cNvSpPr>
              <p:nvPr/>
            </p:nvSpPr>
            <p:spPr bwMode="auto">
              <a:xfrm>
                <a:off x="1392357" y="1645957"/>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499" name="Rectangle 1892">
                <a:extLst>
                  <a:ext uri="{FF2B5EF4-FFF2-40B4-BE49-F238E27FC236}">
                    <a16:creationId xmlns:a16="http://schemas.microsoft.com/office/drawing/2014/main" id="{F6615EF1-3B0D-9228-9F1A-475635FF6690}"/>
                  </a:ext>
                </a:extLst>
              </p:cNvPr>
              <p:cNvSpPr>
                <a:spLocks noChangeArrowheads="1"/>
              </p:cNvSpPr>
              <p:nvPr/>
            </p:nvSpPr>
            <p:spPr bwMode="auto">
              <a:xfrm>
                <a:off x="1484432" y="1645957"/>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500" name="Rectangle 1893">
                <a:extLst>
                  <a:ext uri="{FF2B5EF4-FFF2-40B4-BE49-F238E27FC236}">
                    <a16:creationId xmlns:a16="http://schemas.microsoft.com/office/drawing/2014/main" id="{70BEAF24-65C4-77BC-46BB-D72F5B21F57C}"/>
                  </a:ext>
                </a:extLst>
              </p:cNvPr>
              <p:cNvSpPr>
                <a:spLocks noChangeArrowheads="1"/>
              </p:cNvSpPr>
              <p:nvPr/>
            </p:nvSpPr>
            <p:spPr bwMode="auto">
              <a:xfrm>
                <a:off x="566747" y="1777441"/>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501" name="Rectangle 1894">
                <a:extLst>
                  <a:ext uri="{FF2B5EF4-FFF2-40B4-BE49-F238E27FC236}">
                    <a16:creationId xmlns:a16="http://schemas.microsoft.com/office/drawing/2014/main" id="{8F329E7C-0320-903F-54FA-14067DB58D07}"/>
                  </a:ext>
                </a:extLst>
              </p:cNvPr>
              <p:cNvSpPr>
                <a:spLocks noChangeArrowheads="1"/>
              </p:cNvSpPr>
              <p:nvPr/>
            </p:nvSpPr>
            <p:spPr bwMode="auto">
              <a:xfrm>
                <a:off x="601782" y="1814232"/>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502" name="Rectangle 1895">
                <a:extLst>
                  <a:ext uri="{FF2B5EF4-FFF2-40B4-BE49-F238E27FC236}">
                    <a16:creationId xmlns:a16="http://schemas.microsoft.com/office/drawing/2014/main" id="{555B5F2C-06AF-CB59-739E-01CA79ABF95F}"/>
                  </a:ext>
                </a:extLst>
              </p:cNvPr>
              <p:cNvSpPr>
                <a:spLocks noChangeArrowheads="1"/>
              </p:cNvSpPr>
              <p:nvPr/>
            </p:nvSpPr>
            <p:spPr bwMode="auto">
              <a:xfrm>
                <a:off x="693857" y="1814232"/>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503" name="Rectangle 1896">
                <a:extLst>
                  <a:ext uri="{FF2B5EF4-FFF2-40B4-BE49-F238E27FC236}">
                    <a16:creationId xmlns:a16="http://schemas.microsoft.com/office/drawing/2014/main" id="{BA27ACFF-67DD-F5AA-B02A-F4036DCABDC9}"/>
                  </a:ext>
                </a:extLst>
              </p:cNvPr>
              <p:cNvSpPr>
                <a:spLocks noChangeArrowheads="1"/>
              </p:cNvSpPr>
              <p:nvPr/>
            </p:nvSpPr>
            <p:spPr bwMode="auto">
              <a:xfrm>
                <a:off x="830272" y="1777441"/>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504" name="Rectangle 1897">
                <a:extLst>
                  <a:ext uri="{FF2B5EF4-FFF2-40B4-BE49-F238E27FC236}">
                    <a16:creationId xmlns:a16="http://schemas.microsoft.com/office/drawing/2014/main" id="{D5BE9D8D-A782-1FAF-1DC9-F92FC3CF5207}"/>
                  </a:ext>
                </a:extLst>
              </p:cNvPr>
              <p:cNvSpPr>
                <a:spLocks noChangeArrowheads="1"/>
              </p:cNvSpPr>
              <p:nvPr/>
            </p:nvSpPr>
            <p:spPr bwMode="auto">
              <a:xfrm>
                <a:off x="865307" y="1814232"/>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505" name="Rectangle 1898">
                <a:extLst>
                  <a:ext uri="{FF2B5EF4-FFF2-40B4-BE49-F238E27FC236}">
                    <a16:creationId xmlns:a16="http://schemas.microsoft.com/office/drawing/2014/main" id="{B12580D8-6563-B821-7023-D3C4C42C2D46}"/>
                  </a:ext>
                </a:extLst>
              </p:cNvPr>
              <p:cNvSpPr>
                <a:spLocks noChangeArrowheads="1"/>
              </p:cNvSpPr>
              <p:nvPr/>
            </p:nvSpPr>
            <p:spPr bwMode="auto">
              <a:xfrm>
                <a:off x="957382" y="1814232"/>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506" name="Rectangle 1899">
                <a:extLst>
                  <a:ext uri="{FF2B5EF4-FFF2-40B4-BE49-F238E27FC236}">
                    <a16:creationId xmlns:a16="http://schemas.microsoft.com/office/drawing/2014/main" id="{35A7328B-C4D0-55D2-2972-4CD57BC86692}"/>
                  </a:ext>
                </a:extLst>
              </p:cNvPr>
              <p:cNvSpPr>
                <a:spLocks noChangeArrowheads="1"/>
              </p:cNvSpPr>
              <p:nvPr/>
            </p:nvSpPr>
            <p:spPr bwMode="auto">
              <a:xfrm>
                <a:off x="1093797" y="1777441"/>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507" name="Rectangle 1900">
                <a:extLst>
                  <a:ext uri="{FF2B5EF4-FFF2-40B4-BE49-F238E27FC236}">
                    <a16:creationId xmlns:a16="http://schemas.microsoft.com/office/drawing/2014/main" id="{7488EF46-4406-0240-52EA-E04D2775DCB7}"/>
                  </a:ext>
                </a:extLst>
              </p:cNvPr>
              <p:cNvSpPr>
                <a:spLocks noChangeArrowheads="1"/>
              </p:cNvSpPr>
              <p:nvPr/>
            </p:nvSpPr>
            <p:spPr bwMode="auto">
              <a:xfrm>
                <a:off x="1128832" y="1814232"/>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508" name="Rectangle 1901">
                <a:extLst>
                  <a:ext uri="{FF2B5EF4-FFF2-40B4-BE49-F238E27FC236}">
                    <a16:creationId xmlns:a16="http://schemas.microsoft.com/office/drawing/2014/main" id="{D446F44F-3C95-0525-6ACF-1CDF51D3B827}"/>
                  </a:ext>
                </a:extLst>
              </p:cNvPr>
              <p:cNvSpPr>
                <a:spLocks noChangeArrowheads="1"/>
              </p:cNvSpPr>
              <p:nvPr/>
            </p:nvSpPr>
            <p:spPr bwMode="auto">
              <a:xfrm>
                <a:off x="1220907" y="1814232"/>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509" name="Rectangle 1902">
                <a:extLst>
                  <a:ext uri="{FF2B5EF4-FFF2-40B4-BE49-F238E27FC236}">
                    <a16:creationId xmlns:a16="http://schemas.microsoft.com/office/drawing/2014/main" id="{083D0661-BA8B-3C46-9289-43329701911F}"/>
                  </a:ext>
                </a:extLst>
              </p:cNvPr>
              <p:cNvSpPr>
                <a:spLocks noChangeArrowheads="1"/>
              </p:cNvSpPr>
              <p:nvPr/>
            </p:nvSpPr>
            <p:spPr bwMode="auto">
              <a:xfrm>
                <a:off x="1357322" y="1777441"/>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510" name="Rectangle 1903">
                <a:extLst>
                  <a:ext uri="{FF2B5EF4-FFF2-40B4-BE49-F238E27FC236}">
                    <a16:creationId xmlns:a16="http://schemas.microsoft.com/office/drawing/2014/main" id="{497EA8D3-D9A9-29E7-2294-B73A9B8CFE8B}"/>
                  </a:ext>
                </a:extLst>
              </p:cNvPr>
              <p:cNvSpPr>
                <a:spLocks noChangeArrowheads="1"/>
              </p:cNvSpPr>
              <p:nvPr/>
            </p:nvSpPr>
            <p:spPr bwMode="auto">
              <a:xfrm>
                <a:off x="1392357" y="1814232"/>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511" name="Rectangle 1904">
                <a:extLst>
                  <a:ext uri="{FF2B5EF4-FFF2-40B4-BE49-F238E27FC236}">
                    <a16:creationId xmlns:a16="http://schemas.microsoft.com/office/drawing/2014/main" id="{A4187464-BD12-6227-9138-B0299C4A97B9}"/>
                  </a:ext>
                </a:extLst>
              </p:cNvPr>
              <p:cNvSpPr>
                <a:spLocks noChangeArrowheads="1"/>
              </p:cNvSpPr>
              <p:nvPr/>
            </p:nvSpPr>
            <p:spPr bwMode="auto">
              <a:xfrm>
                <a:off x="1484432" y="1814232"/>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grpSp>
        <p:grpSp>
          <p:nvGrpSpPr>
            <p:cNvPr id="457" name="Group 1457">
              <a:extLst>
                <a:ext uri="{FF2B5EF4-FFF2-40B4-BE49-F238E27FC236}">
                  <a16:creationId xmlns:a16="http://schemas.microsoft.com/office/drawing/2014/main" id="{B0A20B80-9603-94A5-416A-3E25067E5228}"/>
                </a:ext>
              </a:extLst>
            </p:cNvPr>
            <p:cNvGrpSpPr/>
            <p:nvPr/>
          </p:nvGrpSpPr>
          <p:grpSpPr bwMode="auto">
            <a:xfrm>
              <a:off x="7325297" y="1394996"/>
              <a:ext cx="1114185" cy="751417"/>
              <a:chOff x="517764" y="1384300"/>
              <a:chExt cx="1114185" cy="751417"/>
            </a:xfrm>
          </p:grpSpPr>
          <p:sp>
            <p:nvSpPr>
              <p:cNvPr id="458" name="Rectangle 1851">
                <a:extLst>
                  <a:ext uri="{FF2B5EF4-FFF2-40B4-BE49-F238E27FC236}">
                    <a16:creationId xmlns:a16="http://schemas.microsoft.com/office/drawing/2014/main" id="{9B1A9D17-3F8F-9B8E-96DB-51B50CA5C754}"/>
                  </a:ext>
                </a:extLst>
              </p:cNvPr>
              <p:cNvSpPr/>
              <p:nvPr/>
            </p:nvSpPr>
            <p:spPr bwMode="auto">
              <a:xfrm>
                <a:off x="517679" y="1384799"/>
                <a:ext cx="1114332" cy="750863"/>
              </a:xfrm>
              <a:prstGeom prst="rect">
                <a:avLst/>
              </a:prstGeom>
              <a:solidFill>
                <a:schemeClr val="bg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anchor="ctr" anchorCtr="1"/>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algn="ctr">
                  <a:spcBef>
                    <a:spcPct val="50000"/>
                  </a:spcBef>
                  <a:defRPr/>
                </a:pPr>
                <a:endParaRPr lang="en-US" altLang="zh-CN" sz="2400">
                  <a:solidFill>
                    <a:srgbClr val="000000"/>
                  </a:solidFill>
                  <a:latin typeface="Trebuchet MS" panose="020B0603020202020204" pitchFamily="34" charset="0"/>
                  <a:cs typeface="Arial" panose="020B0604020202020204" pitchFamily="34" charset="0"/>
                </a:endParaRPr>
              </a:p>
            </p:txBody>
          </p:sp>
          <p:sp>
            <p:nvSpPr>
              <p:cNvPr id="459" name="Rectangle 1852">
                <a:extLst>
                  <a:ext uri="{FF2B5EF4-FFF2-40B4-BE49-F238E27FC236}">
                    <a16:creationId xmlns:a16="http://schemas.microsoft.com/office/drawing/2014/main" id="{F2BA1355-7682-A272-45F5-9B9C47FD8E38}"/>
                  </a:ext>
                </a:extLst>
              </p:cNvPr>
              <p:cNvSpPr>
                <a:spLocks noChangeArrowheads="1"/>
              </p:cNvSpPr>
              <p:nvPr/>
            </p:nvSpPr>
            <p:spPr bwMode="auto">
              <a:xfrm>
                <a:off x="725801" y="1433925"/>
                <a:ext cx="698111" cy="137160"/>
              </a:xfrm>
              <a:prstGeom prst="rect">
                <a:avLst/>
              </a:prstGeom>
              <a:solidFill>
                <a:srgbClr val="DA581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2400">
                  <a:solidFill>
                    <a:srgbClr val="000000"/>
                  </a:solidFill>
                  <a:latin typeface="Trebuchet MS" panose="020B0603020202020204" pitchFamily="34" charset="0"/>
                  <a:ea typeface="MS PGothic" panose="020B0600070205080204" pitchFamily="34" charset="-128"/>
                </a:endParaRPr>
              </a:p>
            </p:txBody>
          </p:sp>
          <p:sp>
            <p:nvSpPr>
              <p:cNvPr id="460" name="Rectangle 1853">
                <a:extLst>
                  <a:ext uri="{FF2B5EF4-FFF2-40B4-BE49-F238E27FC236}">
                    <a16:creationId xmlns:a16="http://schemas.microsoft.com/office/drawing/2014/main" id="{2E6ACD8D-5D34-C34B-14B8-3FAD62881780}"/>
                  </a:ext>
                </a:extLst>
              </p:cNvPr>
              <p:cNvSpPr>
                <a:spLocks noChangeArrowheads="1"/>
              </p:cNvSpPr>
              <p:nvPr/>
            </p:nvSpPr>
            <p:spPr bwMode="auto">
              <a:xfrm>
                <a:off x="567050" y="1950358"/>
                <a:ext cx="1015612" cy="137160"/>
              </a:xfrm>
              <a:prstGeom prst="rect">
                <a:avLst/>
              </a:prstGeom>
              <a:solidFill>
                <a:srgbClr val="AEC3F5"/>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2400">
                  <a:solidFill>
                    <a:srgbClr val="000000"/>
                  </a:solidFill>
                  <a:latin typeface="Trebuchet MS" panose="020B0603020202020204" pitchFamily="34" charset="0"/>
                  <a:ea typeface="MS PGothic" panose="020B0600070205080204" pitchFamily="34" charset="-128"/>
                </a:endParaRPr>
              </a:p>
            </p:txBody>
          </p:sp>
          <p:sp>
            <p:nvSpPr>
              <p:cNvPr id="461" name="Rectangle 1854">
                <a:extLst>
                  <a:ext uri="{FF2B5EF4-FFF2-40B4-BE49-F238E27FC236}">
                    <a16:creationId xmlns:a16="http://schemas.microsoft.com/office/drawing/2014/main" id="{5823F1A3-2C9E-43FB-AD26-28941C78AF09}"/>
                  </a:ext>
                </a:extLst>
              </p:cNvPr>
              <p:cNvSpPr>
                <a:spLocks noChangeArrowheads="1"/>
              </p:cNvSpPr>
              <p:nvPr/>
            </p:nvSpPr>
            <p:spPr bwMode="auto">
              <a:xfrm>
                <a:off x="566747" y="1609166"/>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462" name="Rectangle 1855">
                <a:extLst>
                  <a:ext uri="{FF2B5EF4-FFF2-40B4-BE49-F238E27FC236}">
                    <a16:creationId xmlns:a16="http://schemas.microsoft.com/office/drawing/2014/main" id="{97353F51-FC4E-6DE3-2326-AE8D6C8926B0}"/>
                  </a:ext>
                </a:extLst>
              </p:cNvPr>
              <p:cNvSpPr>
                <a:spLocks noChangeArrowheads="1"/>
              </p:cNvSpPr>
              <p:nvPr/>
            </p:nvSpPr>
            <p:spPr bwMode="auto">
              <a:xfrm>
                <a:off x="601782" y="1645957"/>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463" name="Rectangle 1856">
                <a:extLst>
                  <a:ext uri="{FF2B5EF4-FFF2-40B4-BE49-F238E27FC236}">
                    <a16:creationId xmlns:a16="http://schemas.microsoft.com/office/drawing/2014/main" id="{2322BD44-4CE3-DA05-A34A-03267E077B19}"/>
                  </a:ext>
                </a:extLst>
              </p:cNvPr>
              <p:cNvSpPr>
                <a:spLocks noChangeArrowheads="1"/>
              </p:cNvSpPr>
              <p:nvPr/>
            </p:nvSpPr>
            <p:spPr bwMode="auto">
              <a:xfrm>
                <a:off x="693857" y="1645957"/>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464" name="Rectangle 1857">
                <a:extLst>
                  <a:ext uri="{FF2B5EF4-FFF2-40B4-BE49-F238E27FC236}">
                    <a16:creationId xmlns:a16="http://schemas.microsoft.com/office/drawing/2014/main" id="{738AC904-FBDD-D178-79B0-B412C9DCC566}"/>
                  </a:ext>
                </a:extLst>
              </p:cNvPr>
              <p:cNvSpPr>
                <a:spLocks noChangeArrowheads="1"/>
              </p:cNvSpPr>
              <p:nvPr/>
            </p:nvSpPr>
            <p:spPr bwMode="auto">
              <a:xfrm>
                <a:off x="830272" y="1609166"/>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465" name="Rectangle 1858">
                <a:extLst>
                  <a:ext uri="{FF2B5EF4-FFF2-40B4-BE49-F238E27FC236}">
                    <a16:creationId xmlns:a16="http://schemas.microsoft.com/office/drawing/2014/main" id="{D582DEB4-436D-4575-645A-0A152E109840}"/>
                  </a:ext>
                </a:extLst>
              </p:cNvPr>
              <p:cNvSpPr>
                <a:spLocks noChangeArrowheads="1"/>
              </p:cNvSpPr>
              <p:nvPr/>
            </p:nvSpPr>
            <p:spPr bwMode="auto">
              <a:xfrm>
                <a:off x="865307" y="1645957"/>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466" name="Rectangle 1859">
                <a:extLst>
                  <a:ext uri="{FF2B5EF4-FFF2-40B4-BE49-F238E27FC236}">
                    <a16:creationId xmlns:a16="http://schemas.microsoft.com/office/drawing/2014/main" id="{933A3E77-4CB6-20B8-0514-4BB5B0B17A42}"/>
                  </a:ext>
                </a:extLst>
              </p:cNvPr>
              <p:cNvSpPr>
                <a:spLocks noChangeArrowheads="1"/>
              </p:cNvSpPr>
              <p:nvPr/>
            </p:nvSpPr>
            <p:spPr bwMode="auto">
              <a:xfrm>
                <a:off x="957382" y="1645957"/>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467" name="Rectangle 1860">
                <a:extLst>
                  <a:ext uri="{FF2B5EF4-FFF2-40B4-BE49-F238E27FC236}">
                    <a16:creationId xmlns:a16="http://schemas.microsoft.com/office/drawing/2014/main" id="{6A0B7F9A-E7B0-0F7E-C796-69CD34ABE43F}"/>
                  </a:ext>
                </a:extLst>
              </p:cNvPr>
              <p:cNvSpPr>
                <a:spLocks noChangeArrowheads="1"/>
              </p:cNvSpPr>
              <p:nvPr/>
            </p:nvSpPr>
            <p:spPr bwMode="auto">
              <a:xfrm>
                <a:off x="1093797" y="1609166"/>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468" name="Rectangle 1861">
                <a:extLst>
                  <a:ext uri="{FF2B5EF4-FFF2-40B4-BE49-F238E27FC236}">
                    <a16:creationId xmlns:a16="http://schemas.microsoft.com/office/drawing/2014/main" id="{11AEC9B3-AE82-9AA2-7111-529F9613F292}"/>
                  </a:ext>
                </a:extLst>
              </p:cNvPr>
              <p:cNvSpPr>
                <a:spLocks noChangeArrowheads="1"/>
              </p:cNvSpPr>
              <p:nvPr/>
            </p:nvSpPr>
            <p:spPr bwMode="auto">
              <a:xfrm>
                <a:off x="1128832" y="1645957"/>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469" name="Rectangle 1862">
                <a:extLst>
                  <a:ext uri="{FF2B5EF4-FFF2-40B4-BE49-F238E27FC236}">
                    <a16:creationId xmlns:a16="http://schemas.microsoft.com/office/drawing/2014/main" id="{774DA8C7-BCAA-3E8E-CC70-E137EBEED180}"/>
                  </a:ext>
                </a:extLst>
              </p:cNvPr>
              <p:cNvSpPr>
                <a:spLocks noChangeArrowheads="1"/>
              </p:cNvSpPr>
              <p:nvPr/>
            </p:nvSpPr>
            <p:spPr bwMode="auto">
              <a:xfrm>
                <a:off x="1220907" y="1645957"/>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470" name="Rectangle 1863">
                <a:extLst>
                  <a:ext uri="{FF2B5EF4-FFF2-40B4-BE49-F238E27FC236}">
                    <a16:creationId xmlns:a16="http://schemas.microsoft.com/office/drawing/2014/main" id="{12D9EF66-EC5C-4A3E-D1D6-7B64B7FE3257}"/>
                  </a:ext>
                </a:extLst>
              </p:cNvPr>
              <p:cNvSpPr>
                <a:spLocks noChangeArrowheads="1"/>
              </p:cNvSpPr>
              <p:nvPr/>
            </p:nvSpPr>
            <p:spPr bwMode="auto">
              <a:xfrm>
                <a:off x="1357322" y="1609166"/>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471" name="Rectangle 1864">
                <a:extLst>
                  <a:ext uri="{FF2B5EF4-FFF2-40B4-BE49-F238E27FC236}">
                    <a16:creationId xmlns:a16="http://schemas.microsoft.com/office/drawing/2014/main" id="{72CE7F45-D4AF-448F-5912-8F57B6B4F1DD}"/>
                  </a:ext>
                </a:extLst>
              </p:cNvPr>
              <p:cNvSpPr>
                <a:spLocks noChangeArrowheads="1"/>
              </p:cNvSpPr>
              <p:nvPr/>
            </p:nvSpPr>
            <p:spPr bwMode="auto">
              <a:xfrm>
                <a:off x="1392357" y="1645957"/>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472" name="Rectangle 1865">
                <a:extLst>
                  <a:ext uri="{FF2B5EF4-FFF2-40B4-BE49-F238E27FC236}">
                    <a16:creationId xmlns:a16="http://schemas.microsoft.com/office/drawing/2014/main" id="{47635466-AB0E-B35F-2057-78A1C5815A87}"/>
                  </a:ext>
                </a:extLst>
              </p:cNvPr>
              <p:cNvSpPr>
                <a:spLocks noChangeArrowheads="1"/>
              </p:cNvSpPr>
              <p:nvPr/>
            </p:nvSpPr>
            <p:spPr bwMode="auto">
              <a:xfrm>
                <a:off x="1484432" y="1645957"/>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473" name="Rectangle 1866">
                <a:extLst>
                  <a:ext uri="{FF2B5EF4-FFF2-40B4-BE49-F238E27FC236}">
                    <a16:creationId xmlns:a16="http://schemas.microsoft.com/office/drawing/2014/main" id="{956D2786-87B9-7B6F-4BFB-92658EBC0861}"/>
                  </a:ext>
                </a:extLst>
              </p:cNvPr>
              <p:cNvSpPr>
                <a:spLocks noChangeArrowheads="1"/>
              </p:cNvSpPr>
              <p:nvPr/>
            </p:nvSpPr>
            <p:spPr bwMode="auto">
              <a:xfrm>
                <a:off x="566747" y="1777441"/>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474" name="Rectangle 1867">
                <a:extLst>
                  <a:ext uri="{FF2B5EF4-FFF2-40B4-BE49-F238E27FC236}">
                    <a16:creationId xmlns:a16="http://schemas.microsoft.com/office/drawing/2014/main" id="{C55A0906-38E1-D935-AEA3-F3DFB1E8EE63}"/>
                  </a:ext>
                </a:extLst>
              </p:cNvPr>
              <p:cNvSpPr>
                <a:spLocks noChangeArrowheads="1"/>
              </p:cNvSpPr>
              <p:nvPr/>
            </p:nvSpPr>
            <p:spPr bwMode="auto">
              <a:xfrm>
                <a:off x="601782" y="1814232"/>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475" name="Rectangle 1868">
                <a:extLst>
                  <a:ext uri="{FF2B5EF4-FFF2-40B4-BE49-F238E27FC236}">
                    <a16:creationId xmlns:a16="http://schemas.microsoft.com/office/drawing/2014/main" id="{1BBA863F-805E-9EE1-6C1F-7BB54B264C7F}"/>
                  </a:ext>
                </a:extLst>
              </p:cNvPr>
              <p:cNvSpPr>
                <a:spLocks noChangeArrowheads="1"/>
              </p:cNvSpPr>
              <p:nvPr/>
            </p:nvSpPr>
            <p:spPr bwMode="auto">
              <a:xfrm>
                <a:off x="693857" y="1814232"/>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476" name="Rectangle 1869">
                <a:extLst>
                  <a:ext uri="{FF2B5EF4-FFF2-40B4-BE49-F238E27FC236}">
                    <a16:creationId xmlns:a16="http://schemas.microsoft.com/office/drawing/2014/main" id="{7EC15658-C533-89B6-432B-10753DA311E5}"/>
                  </a:ext>
                </a:extLst>
              </p:cNvPr>
              <p:cNvSpPr>
                <a:spLocks noChangeArrowheads="1"/>
              </p:cNvSpPr>
              <p:nvPr/>
            </p:nvSpPr>
            <p:spPr bwMode="auto">
              <a:xfrm>
                <a:off x="830272" y="1777441"/>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477" name="Rectangle 1870">
                <a:extLst>
                  <a:ext uri="{FF2B5EF4-FFF2-40B4-BE49-F238E27FC236}">
                    <a16:creationId xmlns:a16="http://schemas.microsoft.com/office/drawing/2014/main" id="{A462835F-FDC3-B6FA-81C8-D4FEBC19741A}"/>
                  </a:ext>
                </a:extLst>
              </p:cNvPr>
              <p:cNvSpPr>
                <a:spLocks noChangeArrowheads="1"/>
              </p:cNvSpPr>
              <p:nvPr/>
            </p:nvSpPr>
            <p:spPr bwMode="auto">
              <a:xfrm>
                <a:off x="865307" y="1814232"/>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478" name="Rectangle 1871">
                <a:extLst>
                  <a:ext uri="{FF2B5EF4-FFF2-40B4-BE49-F238E27FC236}">
                    <a16:creationId xmlns:a16="http://schemas.microsoft.com/office/drawing/2014/main" id="{969067DF-4FB3-D435-816E-9A36102A5D3F}"/>
                  </a:ext>
                </a:extLst>
              </p:cNvPr>
              <p:cNvSpPr>
                <a:spLocks noChangeArrowheads="1"/>
              </p:cNvSpPr>
              <p:nvPr/>
            </p:nvSpPr>
            <p:spPr bwMode="auto">
              <a:xfrm>
                <a:off x="957382" y="1814232"/>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479" name="Rectangle 1872">
                <a:extLst>
                  <a:ext uri="{FF2B5EF4-FFF2-40B4-BE49-F238E27FC236}">
                    <a16:creationId xmlns:a16="http://schemas.microsoft.com/office/drawing/2014/main" id="{36A8B739-3D29-9DB8-6E2B-F4170E1088BE}"/>
                  </a:ext>
                </a:extLst>
              </p:cNvPr>
              <p:cNvSpPr>
                <a:spLocks noChangeArrowheads="1"/>
              </p:cNvSpPr>
              <p:nvPr/>
            </p:nvSpPr>
            <p:spPr bwMode="auto">
              <a:xfrm>
                <a:off x="1093797" y="1777441"/>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480" name="Rectangle 1873">
                <a:extLst>
                  <a:ext uri="{FF2B5EF4-FFF2-40B4-BE49-F238E27FC236}">
                    <a16:creationId xmlns:a16="http://schemas.microsoft.com/office/drawing/2014/main" id="{17E5B90F-EE7A-D4C7-07B0-0C9FCC49F48F}"/>
                  </a:ext>
                </a:extLst>
              </p:cNvPr>
              <p:cNvSpPr>
                <a:spLocks noChangeArrowheads="1"/>
              </p:cNvSpPr>
              <p:nvPr/>
            </p:nvSpPr>
            <p:spPr bwMode="auto">
              <a:xfrm>
                <a:off x="1128832" y="1814232"/>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481" name="Rectangle 1874">
                <a:extLst>
                  <a:ext uri="{FF2B5EF4-FFF2-40B4-BE49-F238E27FC236}">
                    <a16:creationId xmlns:a16="http://schemas.microsoft.com/office/drawing/2014/main" id="{DF010983-CE8D-EBF7-37ED-3F36467C58D9}"/>
                  </a:ext>
                </a:extLst>
              </p:cNvPr>
              <p:cNvSpPr>
                <a:spLocks noChangeArrowheads="1"/>
              </p:cNvSpPr>
              <p:nvPr/>
            </p:nvSpPr>
            <p:spPr bwMode="auto">
              <a:xfrm>
                <a:off x="1220907" y="1814232"/>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482" name="Rectangle 1875">
                <a:extLst>
                  <a:ext uri="{FF2B5EF4-FFF2-40B4-BE49-F238E27FC236}">
                    <a16:creationId xmlns:a16="http://schemas.microsoft.com/office/drawing/2014/main" id="{856883EA-E595-1F27-3754-1166FA0BE214}"/>
                  </a:ext>
                </a:extLst>
              </p:cNvPr>
              <p:cNvSpPr>
                <a:spLocks noChangeArrowheads="1"/>
              </p:cNvSpPr>
              <p:nvPr/>
            </p:nvSpPr>
            <p:spPr bwMode="auto">
              <a:xfrm>
                <a:off x="1357322" y="1777441"/>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483" name="Rectangle 1876">
                <a:extLst>
                  <a:ext uri="{FF2B5EF4-FFF2-40B4-BE49-F238E27FC236}">
                    <a16:creationId xmlns:a16="http://schemas.microsoft.com/office/drawing/2014/main" id="{11FEE94B-D768-D262-7981-BEA0B063FDCC}"/>
                  </a:ext>
                </a:extLst>
              </p:cNvPr>
              <p:cNvSpPr>
                <a:spLocks noChangeArrowheads="1"/>
              </p:cNvSpPr>
              <p:nvPr/>
            </p:nvSpPr>
            <p:spPr bwMode="auto">
              <a:xfrm>
                <a:off x="1392357" y="1814232"/>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484" name="Rectangle 1877">
                <a:extLst>
                  <a:ext uri="{FF2B5EF4-FFF2-40B4-BE49-F238E27FC236}">
                    <a16:creationId xmlns:a16="http://schemas.microsoft.com/office/drawing/2014/main" id="{849B0B13-E6DB-B700-EBB6-0E41DA2EAF34}"/>
                  </a:ext>
                </a:extLst>
              </p:cNvPr>
              <p:cNvSpPr>
                <a:spLocks noChangeArrowheads="1"/>
              </p:cNvSpPr>
              <p:nvPr/>
            </p:nvSpPr>
            <p:spPr bwMode="auto">
              <a:xfrm>
                <a:off x="1484432" y="1814232"/>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grpSp>
      </p:grpSp>
      <p:grpSp>
        <p:nvGrpSpPr>
          <p:cNvPr id="541" name="Group 1935">
            <a:extLst>
              <a:ext uri="{FF2B5EF4-FFF2-40B4-BE49-F238E27FC236}">
                <a16:creationId xmlns:a16="http://schemas.microsoft.com/office/drawing/2014/main" id="{7BC86424-0648-8065-C745-3CFD9A2DF33A}"/>
              </a:ext>
            </a:extLst>
          </p:cNvPr>
          <p:cNvGrpSpPr/>
          <p:nvPr/>
        </p:nvGrpSpPr>
        <p:grpSpPr bwMode="auto">
          <a:xfrm>
            <a:off x="4818766" y="2363706"/>
            <a:ext cx="3954463" cy="877888"/>
            <a:chOff x="4545730" y="1328822"/>
            <a:chExt cx="3954134" cy="877859"/>
          </a:xfrm>
        </p:grpSpPr>
        <p:sp>
          <p:nvSpPr>
            <p:cNvPr id="542" name="Rectangle 1936">
              <a:extLst>
                <a:ext uri="{FF2B5EF4-FFF2-40B4-BE49-F238E27FC236}">
                  <a16:creationId xmlns:a16="http://schemas.microsoft.com/office/drawing/2014/main" id="{D32FCB72-B9DA-32AE-7527-43F393E4421A}"/>
                </a:ext>
              </a:extLst>
            </p:cNvPr>
            <p:cNvSpPr/>
            <p:nvPr/>
          </p:nvSpPr>
          <p:spPr bwMode="auto">
            <a:xfrm>
              <a:off x="4560017" y="1328822"/>
              <a:ext cx="3939847" cy="877859"/>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anchor="ctr" anchorCtr="1"/>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algn="ctr">
                <a:spcBef>
                  <a:spcPct val="50000"/>
                </a:spcBef>
                <a:defRPr/>
              </a:pPr>
              <a:endParaRPr lang="en-US" altLang="zh-CN" sz="2400">
                <a:solidFill>
                  <a:srgbClr val="000000"/>
                </a:solidFill>
                <a:latin typeface="Trebuchet MS" panose="020B0603020202020204" pitchFamily="34" charset="0"/>
                <a:cs typeface="Arial" panose="020B0604020202020204" pitchFamily="34" charset="0"/>
              </a:endParaRPr>
            </a:p>
          </p:txBody>
        </p:sp>
        <p:grpSp>
          <p:nvGrpSpPr>
            <p:cNvPr id="543" name="Group 1486">
              <a:extLst>
                <a:ext uri="{FF2B5EF4-FFF2-40B4-BE49-F238E27FC236}">
                  <a16:creationId xmlns:a16="http://schemas.microsoft.com/office/drawing/2014/main" id="{49021701-AB0C-71D1-B2E0-E36BC7BCB3E1}"/>
                </a:ext>
              </a:extLst>
            </p:cNvPr>
            <p:cNvGrpSpPr/>
            <p:nvPr/>
          </p:nvGrpSpPr>
          <p:grpSpPr bwMode="auto">
            <a:xfrm>
              <a:off x="4545730" y="1393547"/>
              <a:ext cx="463081" cy="747517"/>
              <a:chOff x="3940698" y="1394549"/>
              <a:chExt cx="463081" cy="747517"/>
            </a:xfrm>
          </p:grpSpPr>
          <p:sp>
            <p:nvSpPr>
              <p:cNvPr id="628" name="Rectangle 2022">
                <a:extLst>
                  <a:ext uri="{FF2B5EF4-FFF2-40B4-BE49-F238E27FC236}">
                    <a16:creationId xmlns:a16="http://schemas.microsoft.com/office/drawing/2014/main" id="{651C8B28-AF25-B1B5-3A45-0D6D16E61EC2}"/>
                  </a:ext>
                </a:extLst>
              </p:cNvPr>
              <p:cNvSpPr>
                <a:spLocks noChangeArrowheads="1"/>
              </p:cNvSpPr>
              <p:nvPr/>
            </p:nvSpPr>
            <p:spPr bwMode="auto">
              <a:xfrm>
                <a:off x="4004141" y="1394549"/>
                <a:ext cx="336195" cy="747517"/>
              </a:xfrm>
              <a:prstGeom prst="rect">
                <a:avLst/>
              </a:prstGeom>
              <a:solidFill>
                <a:srgbClr val="8B9CC3"/>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2400">
                  <a:solidFill>
                    <a:srgbClr val="000000"/>
                  </a:solidFill>
                  <a:latin typeface="Trebuchet MS" panose="020B0603020202020204" pitchFamily="34" charset="0"/>
                  <a:ea typeface="MS PGothic" panose="020B0600070205080204" pitchFamily="34" charset="-128"/>
                </a:endParaRPr>
              </a:p>
            </p:txBody>
          </p:sp>
          <p:sp>
            <p:nvSpPr>
              <p:cNvPr id="629" name="TextBox 2023">
                <a:extLst>
                  <a:ext uri="{FF2B5EF4-FFF2-40B4-BE49-F238E27FC236}">
                    <a16:creationId xmlns:a16="http://schemas.microsoft.com/office/drawing/2014/main" id="{D5127A5E-CAFA-FE24-AA87-A166B3B89E4F}"/>
                  </a:ext>
                </a:extLst>
              </p:cNvPr>
              <p:cNvSpPr txBox="1">
                <a:spLocks noChangeArrowheads="1"/>
              </p:cNvSpPr>
              <p:nvPr/>
            </p:nvSpPr>
            <p:spPr bwMode="auto">
              <a:xfrm>
                <a:off x="3940698" y="1622113"/>
                <a:ext cx="463081"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r>
                  <a:rPr lang="en-US" altLang="zh-CN" sz="1300">
                    <a:solidFill>
                      <a:srgbClr val="000000"/>
                    </a:solidFill>
                    <a:latin typeface="Myriad Pro Black" charset="0"/>
                    <a:ea typeface="MS PGothic" panose="020B0600070205080204" pitchFamily="34" charset="-128"/>
                  </a:rPr>
                  <a:t>Tex</a:t>
                </a:r>
              </a:p>
            </p:txBody>
          </p:sp>
        </p:grpSp>
        <p:grpSp>
          <p:nvGrpSpPr>
            <p:cNvPr id="544" name="Group 1428">
              <a:extLst>
                <a:ext uri="{FF2B5EF4-FFF2-40B4-BE49-F238E27FC236}">
                  <a16:creationId xmlns:a16="http://schemas.microsoft.com/office/drawing/2014/main" id="{F531DDBC-1954-13B0-68CE-ACB2D40C463D}"/>
                </a:ext>
              </a:extLst>
            </p:cNvPr>
            <p:cNvGrpSpPr/>
            <p:nvPr/>
          </p:nvGrpSpPr>
          <p:grpSpPr bwMode="auto">
            <a:xfrm>
              <a:off x="4993845" y="1389648"/>
              <a:ext cx="1114185" cy="751417"/>
              <a:chOff x="517764" y="1384300"/>
              <a:chExt cx="1114185" cy="751417"/>
            </a:xfrm>
          </p:grpSpPr>
          <p:sp>
            <p:nvSpPr>
              <p:cNvPr id="601" name="Rectangle 1995">
                <a:extLst>
                  <a:ext uri="{FF2B5EF4-FFF2-40B4-BE49-F238E27FC236}">
                    <a16:creationId xmlns:a16="http://schemas.microsoft.com/office/drawing/2014/main" id="{7D7A872E-84DC-646F-9CD3-BC503502765E}"/>
                  </a:ext>
                </a:extLst>
              </p:cNvPr>
              <p:cNvSpPr/>
              <p:nvPr/>
            </p:nvSpPr>
            <p:spPr bwMode="auto">
              <a:xfrm>
                <a:off x="517287" y="1383797"/>
                <a:ext cx="1114332" cy="752450"/>
              </a:xfrm>
              <a:prstGeom prst="rect">
                <a:avLst/>
              </a:prstGeom>
              <a:solidFill>
                <a:schemeClr val="bg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anchor="ctr" anchorCtr="1"/>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algn="ctr">
                  <a:spcBef>
                    <a:spcPct val="50000"/>
                  </a:spcBef>
                  <a:defRPr/>
                </a:pPr>
                <a:endParaRPr lang="en-US" altLang="zh-CN" sz="2400">
                  <a:solidFill>
                    <a:srgbClr val="000000"/>
                  </a:solidFill>
                  <a:latin typeface="Trebuchet MS" panose="020B0603020202020204" pitchFamily="34" charset="0"/>
                  <a:cs typeface="Arial" panose="020B0604020202020204" pitchFamily="34" charset="0"/>
                </a:endParaRPr>
              </a:p>
            </p:txBody>
          </p:sp>
          <p:sp>
            <p:nvSpPr>
              <p:cNvPr id="602" name="Rectangle 1996">
                <a:extLst>
                  <a:ext uri="{FF2B5EF4-FFF2-40B4-BE49-F238E27FC236}">
                    <a16:creationId xmlns:a16="http://schemas.microsoft.com/office/drawing/2014/main" id="{675886A5-75C7-92B1-911E-163870F75D8D}"/>
                  </a:ext>
                </a:extLst>
              </p:cNvPr>
              <p:cNvSpPr>
                <a:spLocks noChangeArrowheads="1"/>
              </p:cNvSpPr>
              <p:nvPr/>
            </p:nvSpPr>
            <p:spPr bwMode="auto">
              <a:xfrm>
                <a:off x="725801" y="1433925"/>
                <a:ext cx="698111" cy="137160"/>
              </a:xfrm>
              <a:prstGeom prst="rect">
                <a:avLst/>
              </a:prstGeom>
              <a:solidFill>
                <a:srgbClr val="DA581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2400">
                  <a:solidFill>
                    <a:srgbClr val="000000"/>
                  </a:solidFill>
                  <a:latin typeface="Trebuchet MS" panose="020B0603020202020204" pitchFamily="34" charset="0"/>
                  <a:ea typeface="MS PGothic" panose="020B0600070205080204" pitchFamily="34" charset="-128"/>
                </a:endParaRPr>
              </a:p>
            </p:txBody>
          </p:sp>
          <p:sp>
            <p:nvSpPr>
              <p:cNvPr id="603" name="Rectangle 1997">
                <a:extLst>
                  <a:ext uri="{FF2B5EF4-FFF2-40B4-BE49-F238E27FC236}">
                    <a16:creationId xmlns:a16="http://schemas.microsoft.com/office/drawing/2014/main" id="{1B56C6BF-7C66-E201-A807-7C0121C772F9}"/>
                  </a:ext>
                </a:extLst>
              </p:cNvPr>
              <p:cNvSpPr>
                <a:spLocks noChangeArrowheads="1"/>
              </p:cNvSpPr>
              <p:nvPr/>
            </p:nvSpPr>
            <p:spPr bwMode="auto">
              <a:xfrm>
                <a:off x="567050" y="1950358"/>
                <a:ext cx="1015612" cy="137160"/>
              </a:xfrm>
              <a:prstGeom prst="rect">
                <a:avLst/>
              </a:prstGeom>
              <a:solidFill>
                <a:srgbClr val="AEC3F5"/>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2400">
                  <a:solidFill>
                    <a:srgbClr val="000000"/>
                  </a:solidFill>
                  <a:latin typeface="Trebuchet MS" panose="020B0603020202020204" pitchFamily="34" charset="0"/>
                  <a:ea typeface="MS PGothic" panose="020B0600070205080204" pitchFamily="34" charset="-128"/>
                </a:endParaRPr>
              </a:p>
            </p:txBody>
          </p:sp>
          <p:sp>
            <p:nvSpPr>
              <p:cNvPr id="604" name="Rectangle 1998">
                <a:extLst>
                  <a:ext uri="{FF2B5EF4-FFF2-40B4-BE49-F238E27FC236}">
                    <a16:creationId xmlns:a16="http://schemas.microsoft.com/office/drawing/2014/main" id="{488A03B5-ABD9-653D-56F9-706CE570EA9C}"/>
                  </a:ext>
                </a:extLst>
              </p:cNvPr>
              <p:cNvSpPr>
                <a:spLocks noChangeArrowheads="1"/>
              </p:cNvSpPr>
              <p:nvPr/>
            </p:nvSpPr>
            <p:spPr bwMode="auto">
              <a:xfrm>
                <a:off x="566747" y="1609166"/>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605" name="Rectangle 1999">
                <a:extLst>
                  <a:ext uri="{FF2B5EF4-FFF2-40B4-BE49-F238E27FC236}">
                    <a16:creationId xmlns:a16="http://schemas.microsoft.com/office/drawing/2014/main" id="{754DBE07-FD89-FCEA-8A80-99226F1D3675}"/>
                  </a:ext>
                </a:extLst>
              </p:cNvPr>
              <p:cNvSpPr>
                <a:spLocks noChangeArrowheads="1"/>
              </p:cNvSpPr>
              <p:nvPr/>
            </p:nvSpPr>
            <p:spPr bwMode="auto">
              <a:xfrm>
                <a:off x="601782" y="1645957"/>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606" name="Rectangle 2000">
                <a:extLst>
                  <a:ext uri="{FF2B5EF4-FFF2-40B4-BE49-F238E27FC236}">
                    <a16:creationId xmlns:a16="http://schemas.microsoft.com/office/drawing/2014/main" id="{1261EBF5-06EE-AF72-46BC-E616F8F37B3D}"/>
                  </a:ext>
                </a:extLst>
              </p:cNvPr>
              <p:cNvSpPr>
                <a:spLocks noChangeArrowheads="1"/>
              </p:cNvSpPr>
              <p:nvPr/>
            </p:nvSpPr>
            <p:spPr bwMode="auto">
              <a:xfrm>
                <a:off x="693857" y="1645957"/>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607" name="Rectangle 2001">
                <a:extLst>
                  <a:ext uri="{FF2B5EF4-FFF2-40B4-BE49-F238E27FC236}">
                    <a16:creationId xmlns:a16="http://schemas.microsoft.com/office/drawing/2014/main" id="{B4129F09-F9EF-6A74-E9B2-CD329ECED0D8}"/>
                  </a:ext>
                </a:extLst>
              </p:cNvPr>
              <p:cNvSpPr>
                <a:spLocks noChangeArrowheads="1"/>
              </p:cNvSpPr>
              <p:nvPr/>
            </p:nvSpPr>
            <p:spPr bwMode="auto">
              <a:xfrm>
                <a:off x="830272" y="1609166"/>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608" name="Rectangle 2002">
                <a:extLst>
                  <a:ext uri="{FF2B5EF4-FFF2-40B4-BE49-F238E27FC236}">
                    <a16:creationId xmlns:a16="http://schemas.microsoft.com/office/drawing/2014/main" id="{3EDDA9EF-A6FF-3BA3-CD67-650E61805A1A}"/>
                  </a:ext>
                </a:extLst>
              </p:cNvPr>
              <p:cNvSpPr>
                <a:spLocks noChangeArrowheads="1"/>
              </p:cNvSpPr>
              <p:nvPr/>
            </p:nvSpPr>
            <p:spPr bwMode="auto">
              <a:xfrm>
                <a:off x="865307" y="1645957"/>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609" name="Rectangle 2003">
                <a:extLst>
                  <a:ext uri="{FF2B5EF4-FFF2-40B4-BE49-F238E27FC236}">
                    <a16:creationId xmlns:a16="http://schemas.microsoft.com/office/drawing/2014/main" id="{DB59905F-C376-328C-1183-C87507723963}"/>
                  </a:ext>
                </a:extLst>
              </p:cNvPr>
              <p:cNvSpPr>
                <a:spLocks noChangeArrowheads="1"/>
              </p:cNvSpPr>
              <p:nvPr/>
            </p:nvSpPr>
            <p:spPr bwMode="auto">
              <a:xfrm>
                <a:off x="957382" y="1645957"/>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610" name="Rectangle 2004">
                <a:extLst>
                  <a:ext uri="{FF2B5EF4-FFF2-40B4-BE49-F238E27FC236}">
                    <a16:creationId xmlns:a16="http://schemas.microsoft.com/office/drawing/2014/main" id="{1A252329-A678-47AD-C55E-C1ABDD85707F}"/>
                  </a:ext>
                </a:extLst>
              </p:cNvPr>
              <p:cNvSpPr>
                <a:spLocks noChangeArrowheads="1"/>
              </p:cNvSpPr>
              <p:nvPr/>
            </p:nvSpPr>
            <p:spPr bwMode="auto">
              <a:xfrm>
                <a:off x="1093797" y="1609166"/>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611" name="Rectangle 2005">
                <a:extLst>
                  <a:ext uri="{FF2B5EF4-FFF2-40B4-BE49-F238E27FC236}">
                    <a16:creationId xmlns:a16="http://schemas.microsoft.com/office/drawing/2014/main" id="{623DF31F-6C9B-9064-3E2A-1A1C01DF3E83}"/>
                  </a:ext>
                </a:extLst>
              </p:cNvPr>
              <p:cNvSpPr>
                <a:spLocks noChangeArrowheads="1"/>
              </p:cNvSpPr>
              <p:nvPr/>
            </p:nvSpPr>
            <p:spPr bwMode="auto">
              <a:xfrm>
                <a:off x="1128832" y="1645957"/>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612" name="Rectangle 2006">
                <a:extLst>
                  <a:ext uri="{FF2B5EF4-FFF2-40B4-BE49-F238E27FC236}">
                    <a16:creationId xmlns:a16="http://schemas.microsoft.com/office/drawing/2014/main" id="{FE08F1D7-A5B4-337A-D69B-7A0EBA7EB935}"/>
                  </a:ext>
                </a:extLst>
              </p:cNvPr>
              <p:cNvSpPr>
                <a:spLocks noChangeArrowheads="1"/>
              </p:cNvSpPr>
              <p:nvPr/>
            </p:nvSpPr>
            <p:spPr bwMode="auto">
              <a:xfrm>
                <a:off x="1220907" y="1645957"/>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613" name="Rectangle 2007">
                <a:extLst>
                  <a:ext uri="{FF2B5EF4-FFF2-40B4-BE49-F238E27FC236}">
                    <a16:creationId xmlns:a16="http://schemas.microsoft.com/office/drawing/2014/main" id="{89BA3D51-BE7D-D70B-8AED-913F769803E5}"/>
                  </a:ext>
                </a:extLst>
              </p:cNvPr>
              <p:cNvSpPr>
                <a:spLocks noChangeArrowheads="1"/>
              </p:cNvSpPr>
              <p:nvPr/>
            </p:nvSpPr>
            <p:spPr bwMode="auto">
              <a:xfrm>
                <a:off x="1357322" y="1609166"/>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614" name="Rectangle 2008">
                <a:extLst>
                  <a:ext uri="{FF2B5EF4-FFF2-40B4-BE49-F238E27FC236}">
                    <a16:creationId xmlns:a16="http://schemas.microsoft.com/office/drawing/2014/main" id="{45B21F41-5A58-EEA4-2CD6-8671C9FDABC6}"/>
                  </a:ext>
                </a:extLst>
              </p:cNvPr>
              <p:cNvSpPr>
                <a:spLocks noChangeArrowheads="1"/>
              </p:cNvSpPr>
              <p:nvPr/>
            </p:nvSpPr>
            <p:spPr bwMode="auto">
              <a:xfrm>
                <a:off x="1392357" y="1645957"/>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615" name="Rectangle 2009">
                <a:extLst>
                  <a:ext uri="{FF2B5EF4-FFF2-40B4-BE49-F238E27FC236}">
                    <a16:creationId xmlns:a16="http://schemas.microsoft.com/office/drawing/2014/main" id="{654BD0E5-C1B1-4609-15AD-CA73C9BC83D9}"/>
                  </a:ext>
                </a:extLst>
              </p:cNvPr>
              <p:cNvSpPr>
                <a:spLocks noChangeArrowheads="1"/>
              </p:cNvSpPr>
              <p:nvPr/>
            </p:nvSpPr>
            <p:spPr bwMode="auto">
              <a:xfrm>
                <a:off x="1484432" y="1645957"/>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616" name="Rectangle 2010">
                <a:extLst>
                  <a:ext uri="{FF2B5EF4-FFF2-40B4-BE49-F238E27FC236}">
                    <a16:creationId xmlns:a16="http://schemas.microsoft.com/office/drawing/2014/main" id="{0A9A174B-95DF-6F1F-13F3-456EEE898434}"/>
                  </a:ext>
                </a:extLst>
              </p:cNvPr>
              <p:cNvSpPr>
                <a:spLocks noChangeArrowheads="1"/>
              </p:cNvSpPr>
              <p:nvPr/>
            </p:nvSpPr>
            <p:spPr bwMode="auto">
              <a:xfrm>
                <a:off x="566747" y="1777441"/>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617" name="Rectangle 2011">
                <a:extLst>
                  <a:ext uri="{FF2B5EF4-FFF2-40B4-BE49-F238E27FC236}">
                    <a16:creationId xmlns:a16="http://schemas.microsoft.com/office/drawing/2014/main" id="{B41603DD-B708-5383-B558-FA150B2A02C4}"/>
                  </a:ext>
                </a:extLst>
              </p:cNvPr>
              <p:cNvSpPr>
                <a:spLocks noChangeArrowheads="1"/>
              </p:cNvSpPr>
              <p:nvPr/>
            </p:nvSpPr>
            <p:spPr bwMode="auto">
              <a:xfrm>
                <a:off x="601782" y="1814232"/>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618" name="Rectangle 2012">
                <a:extLst>
                  <a:ext uri="{FF2B5EF4-FFF2-40B4-BE49-F238E27FC236}">
                    <a16:creationId xmlns:a16="http://schemas.microsoft.com/office/drawing/2014/main" id="{4FE1AB6E-BEF0-D4B8-82CF-81A72B9D284C}"/>
                  </a:ext>
                </a:extLst>
              </p:cNvPr>
              <p:cNvSpPr>
                <a:spLocks noChangeArrowheads="1"/>
              </p:cNvSpPr>
              <p:nvPr/>
            </p:nvSpPr>
            <p:spPr bwMode="auto">
              <a:xfrm>
                <a:off x="693857" y="1814232"/>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619" name="Rectangle 2013">
                <a:extLst>
                  <a:ext uri="{FF2B5EF4-FFF2-40B4-BE49-F238E27FC236}">
                    <a16:creationId xmlns:a16="http://schemas.microsoft.com/office/drawing/2014/main" id="{E05B1C5C-0118-D52F-4C73-E0EE57AC76C1}"/>
                  </a:ext>
                </a:extLst>
              </p:cNvPr>
              <p:cNvSpPr>
                <a:spLocks noChangeArrowheads="1"/>
              </p:cNvSpPr>
              <p:nvPr/>
            </p:nvSpPr>
            <p:spPr bwMode="auto">
              <a:xfrm>
                <a:off x="830272" y="1777441"/>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620" name="Rectangle 2014">
                <a:extLst>
                  <a:ext uri="{FF2B5EF4-FFF2-40B4-BE49-F238E27FC236}">
                    <a16:creationId xmlns:a16="http://schemas.microsoft.com/office/drawing/2014/main" id="{4E22FB1F-0934-C258-13DF-0276751DC8D8}"/>
                  </a:ext>
                </a:extLst>
              </p:cNvPr>
              <p:cNvSpPr>
                <a:spLocks noChangeArrowheads="1"/>
              </p:cNvSpPr>
              <p:nvPr/>
            </p:nvSpPr>
            <p:spPr bwMode="auto">
              <a:xfrm>
                <a:off x="865307" y="1814232"/>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621" name="Rectangle 2015">
                <a:extLst>
                  <a:ext uri="{FF2B5EF4-FFF2-40B4-BE49-F238E27FC236}">
                    <a16:creationId xmlns:a16="http://schemas.microsoft.com/office/drawing/2014/main" id="{0B95FC3A-050D-477F-B5DA-697AF5B2BFEE}"/>
                  </a:ext>
                </a:extLst>
              </p:cNvPr>
              <p:cNvSpPr>
                <a:spLocks noChangeArrowheads="1"/>
              </p:cNvSpPr>
              <p:nvPr/>
            </p:nvSpPr>
            <p:spPr bwMode="auto">
              <a:xfrm>
                <a:off x="957382" y="1814232"/>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622" name="Rectangle 2016">
                <a:extLst>
                  <a:ext uri="{FF2B5EF4-FFF2-40B4-BE49-F238E27FC236}">
                    <a16:creationId xmlns:a16="http://schemas.microsoft.com/office/drawing/2014/main" id="{78AFD35A-B753-259D-281E-32E46EE04880}"/>
                  </a:ext>
                </a:extLst>
              </p:cNvPr>
              <p:cNvSpPr>
                <a:spLocks noChangeArrowheads="1"/>
              </p:cNvSpPr>
              <p:nvPr/>
            </p:nvSpPr>
            <p:spPr bwMode="auto">
              <a:xfrm>
                <a:off x="1093797" y="1777441"/>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623" name="Rectangle 2017">
                <a:extLst>
                  <a:ext uri="{FF2B5EF4-FFF2-40B4-BE49-F238E27FC236}">
                    <a16:creationId xmlns:a16="http://schemas.microsoft.com/office/drawing/2014/main" id="{FFAADCA5-BFE4-8F3D-DECA-F0228FD17447}"/>
                  </a:ext>
                </a:extLst>
              </p:cNvPr>
              <p:cNvSpPr>
                <a:spLocks noChangeArrowheads="1"/>
              </p:cNvSpPr>
              <p:nvPr/>
            </p:nvSpPr>
            <p:spPr bwMode="auto">
              <a:xfrm>
                <a:off x="1128832" y="1814232"/>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624" name="Rectangle 2018">
                <a:extLst>
                  <a:ext uri="{FF2B5EF4-FFF2-40B4-BE49-F238E27FC236}">
                    <a16:creationId xmlns:a16="http://schemas.microsoft.com/office/drawing/2014/main" id="{31CF47EC-C614-5C41-AE5A-9D6D0C3D8858}"/>
                  </a:ext>
                </a:extLst>
              </p:cNvPr>
              <p:cNvSpPr>
                <a:spLocks noChangeArrowheads="1"/>
              </p:cNvSpPr>
              <p:nvPr/>
            </p:nvSpPr>
            <p:spPr bwMode="auto">
              <a:xfrm>
                <a:off x="1220907" y="1814232"/>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625" name="Rectangle 2019">
                <a:extLst>
                  <a:ext uri="{FF2B5EF4-FFF2-40B4-BE49-F238E27FC236}">
                    <a16:creationId xmlns:a16="http://schemas.microsoft.com/office/drawing/2014/main" id="{4F6E36E5-5971-C14A-63CB-8F927014A9D9}"/>
                  </a:ext>
                </a:extLst>
              </p:cNvPr>
              <p:cNvSpPr>
                <a:spLocks noChangeArrowheads="1"/>
              </p:cNvSpPr>
              <p:nvPr/>
            </p:nvSpPr>
            <p:spPr bwMode="auto">
              <a:xfrm>
                <a:off x="1357322" y="1777441"/>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626" name="Rectangle 2020">
                <a:extLst>
                  <a:ext uri="{FF2B5EF4-FFF2-40B4-BE49-F238E27FC236}">
                    <a16:creationId xmlns:a16="http://schemas.microsoft.com/office/drawing/2014/main" id="{F2D6848D-20A3-840A-A489-2D79136D9036}"/>
                  </a:ext>
                </a:extLst>
              </p:cNvPr>
              <p:cNvSpPr>
                <a:spLocks noChangeArrowheads="1"/>
              </p:cNvSpPr>
              <p:nvPr/>
            </p:nvSpPr>
            <p:spPr bwMode="auto">
              <a:xfrm>
                <a:off x="1392357" y="1814232"/>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627" name="Rectangle 2021">
                <a:extLst>
                  <a:ext uri="{FF2B5EF4-FFF2-40B4-BE49-F238E27FC236}">
                    <a16:creationId xmlns:a16="http://schemas.microsoft.com/office/drawing/2014/main" id="{07731F27-1378-18CC-6318-75B983BCDBCF}"/>
                  </a:ext>
                </a:extLst>
              </p:cNvPr>
              <p:cNvSpPr>
                <a:spLocks noChangeArrowheads="1"/>
              </p:cNvSpPr>
              <p:nvPr/>
            </p:nvSpPr>
            <p:spPr bwMode="auto">
              <a:xfrm>
                <a:off x="1484432" y="1814232"/>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grpSp>
        <p:grpSp>
          <p:nvGrpSpPr>
            <p:cNvPr id="545" name="Group 1429">
              <a:extLst>
                <a:ext uri="{FF2B5EF4-FFF2-40B4-BE49-F238E27FC236}">
                  <a16:creationId xmlns:a16="http://schemas.microsoft.com/office/drawing/2014/main" id="{E3343187-8309-F076-1EFE-975949A41217}"/>
                </a:ext>
              </a:extLst>
            </p:cNvPr>
            <p:cNvGrpSpPr/>
            <p:nvPr/>
          </p:nvGrpSpPr>
          <p:grpSpPr bwMode="auto">
            <a:xfrm>
              <a:off x="6162245" y="1394996"/>
              <a:ext cx="1114185" cy="751417"/>
              <a:chOff x="517764" y="1384300"/>
              <a:chExt cx="1114185" cy="751417"/>
            </a:xfrm>
          </p:grpSpPr>
          <p:sp>
            <p:nvSpPr>
              <p:cNvPr id="574" name="Rectangle 1968">
                <a:extLst>
                  <a:ext uri="{FF2B5EF4-FFF2-40B4-BE49-F238E27FC236}">
                    <a16:creationId xmlns:a16="http://schemas.microsoft.com/office/drawing/2014/main" id="{5C5BEA72-72A9-1450-2021-433AFC55727F}"/>
                  </a:ext>
                </a:extLst>
              </p:cNvPr>
              <p:cNvSpPr/>
              <p:nvPr/>
            </p:nvSpPr>
            <p:spPr bwMode="auto">
              <a:xfrm>
                <a:off x="517189" y="1384799"/>
                <a:ext cx="1114332" cy="750863"/>
              </a:xfrm>
              <a:prstGeom prst="rect">
                <a:avLst/>
              </a:prstGeom>
              <a:solidFill>
                <a:schemeClr val="bg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anchor="ctr" anchorCtr="1"/>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algn="ctr">
                  <a:spcBef>
                    <a:spcPct val="50000"/>
                  </a:spcBef>
                  <a:defRPr/>
                </a:pPr>
                <a:endParaRPr lang="en-US" altLang="zh-CN" sz="2400">
                  <a:solidFill>
                    <a:srgbClr val="000000"/>
                  </a:solidFill>
                  <a:latin typeface="Trebuchet MS" panose="020B0603020202020204" pitchFamily="34" charset="0"/>
                  <a:cs typeface="Arial" panose="020B0604020202020204" pitchFamily="34" charset="0"/>
                </a:endParaRPr>
              </a:p>
            </p:txBody>
          </p:sp>
          <p:sp>
            <p:nvSpPr>
              <p:cNvPr id="575" name="Rectangle 1969">
                <a:extLst>
                  <a:ext uri="{FF2B5EF4-FFF2-40B4-BE49-F238E27FC236}">
                    <a16:creationId xmlns:a16="http://schemas.microsoft.com/office/drawing/2014/main" id="{5247A784-2DE8-043A-3303-13994DCC85CD}"/>
                  </a:ext>
                </a:extLst>
              </p:cNvPr>
              <p:cNvSpPr>
                <a:spLocks noChangeArrowheads="1"/>
              </p:cNvSpPr>
              <p:nvPr/>
            </p:nvSpPr>
            <p:spPr bwMode="auto">
              <a:xfrm>
                <a:off x="725801" y="1433925"/>
                <a:ext cx="698111" cy="137160"/>
              </a:xfrm>
              <a:prstGeom prst="rect">
                <a:avLst/>
              </a:prstGeom>
              <a:solidFill>
                <a:srgbClr val="DA581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2400">
                  <a:solidFill>
                    <a:srgbClr val="000000"/>
                  </a:solidFill>
                  <a:latin typeface="Trebuchet MS" panose="020B0603020202020204" pitchFamily="34" charset="0"/>
                  <a:ea typeface="MS PGothic" panose="020B0600070205080204" pitchFamily="34" charset="-128"/>
                </a:endParaRPr>
              </a:p>
            </p:txBody>
          </p:sp>
          <p:sp>
            <p:nvSpPr>
              <p:cNvPr id="576" name="Rectangle 1970">
                <a:extLst>
                  <a:ext uri="{FF2B5EF4-FFF2-40B4-BE49-F238E27FC236}">
                    <a16:creationId xmlns:a16="http://schemas.microsoft.com/office/drawing/2014/main" id="{41FF983E-0013-2CDA-BA6D-688E631BAEF3}"/>
                  </a:ext>
                </a:extLst>
              </p:cNvPr>
              <p:cNvSpPr>
                <a:spLocks noChangeArrowheads="1"/>
              </p:cNvSpPr>
              <p:nvPr/>
            </p:nvSpPr>
            <p:spPr bwMode="auto">
              <a:xfrm>
                <a:off x="567050" y="1950358"/>
                <a:ext cx="1015612" cy="137160"/>
              </a:xfrm>
              <a:prstGeom prst="rect">
                <a:avLst/>
              </a:prstGeom>
              <a:solidFill>
                <a:srgbClr val="AEC3F5"/>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2400">
                  <a:solidFill>
                    <a:srgbClr val="000000"/>
                  </a:solidFill>
                  <a:latin typeface="Trebuchet MS" panose="020B0603020202020204" pitchFamily="34" charset="0"/>
                  <a:ea typeface="MS PGothic" panose="020B0600070205080204" pitchFamily="34" charset="-128"/>
                </a:endParaRPr>
              </a:p>
            </p:txBody>
          </p:sp>
          <p:sp>
            <p:nvSpPr>
              <p:cNvPr id="577" name="Rectangle 1971">
                <a:extLst>
                  <a:ext uri="{FF2B5EF4-FFF2-40B4-BE49-F238E27FC236}">
                    <a16:creationId xmlns:a16="http://schemas.microsoft.com/office/drawing/2014/main" id="{0E36B769-B3F3-A9BF-C611-BA4BFFE3398F}"/>
                  </a:ext>
                </a:extLst>
              </p:cNvPr>
              <p:cNvSpPr>
                <a:spLocks noChangeArrowheads="1"/>
              </p:cNvSpPr>
              <p:nvPr/>
            </p:nvSpPr>
            <p:spPr bwMode="auto">
              <a:xfrm>
                <a:off x="566747" y="1609166"/>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578" name="Rectangle 1972">
                <a:extLst>
                  <a:ext uri="{FF2B5EF4-FFF2-40B4-BE49-F238E27FC236}">
                    <a16:creationId xmlns:a16="http://schemas.microsoft.com/office/drawing/2014/main" id="{F8E21C25-FA6E-9E35-DFA6-831F7C8CED65}"/>
                  </a:ext>
                </a:extLst>
              </p:cNvPr>
              <p:cNvSpPr>
                <a:spLocks noChangeArrowheads="1"/>
              </p:cNvSpPr>
              <p:nvPr/>
            </p:nvSpPr>
            <p:spPr bwMode="auto">
              <a:xfrm>
                <a:off x="601782" y="1645957"/>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579" name="Rectangle 1973">
                <a:extLst>
                  <a:ext uri="{FF2B5EF4-FFF2-40B4-BE49-F238E27FC236}">
                    <a16:creationId xmlns:a16="http://schemas.microsoft.com/office/drawing/2014/main" id="{BA6500DA-0AA4-9F7F-D659-E6DA52BEE107}"/>
                  </a:ext>
                </a:extLst>
              </p:cNvPr>
              <p:cNvSpPr>
                <a:spLocks noChangeArrowheads="1"/>
              </p:cNvSpPr>
              <p:nvPr/>
            </p:nvSpPr>
            <p:spPr bwMode="auto">
              <a:xfrm>
                <a:off x="693857" y="1645957"/>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580" name="Rectangle 1974">
                <a:extLst>
                  <a:ext uri="{FF2B5EF4-FFF2-40B4-BE49-F238E27FC236}">
                    <a16:creationId xmlns:a16="http://schemas.microsoft.com/office/drawing/2014/main" id="{6C101269-F904-62FE-A530-581415998213}"/>
                  </a:ext>
                </a:extLst>
              </p:cNvPr>
              <p:cNvSpPr>
                <a:spLocks noChangeArrowheads="1"/>
              </p:cNvSpPr>
              <p:nvPr/>
            </p:nvSpPr>
            <p:spPr bwMode="auto">
              <a:xfrm>
                <a:off x="830272" y="1609166"/>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581" name="Rectangle 1975">
                <a:extLst>
                  <a:ext uri="{FF2B5EF4-FFF2-40B4-BE49-F238E27FC236}">
                    <a16:creationId xmlns:a16="http://schemas.microsoft.com/office/drawing/2014/main" id="{ECCAA708-8048-3243-732E-2F226FBC5EEE}"/>
                  </a:ext>
                </a:extLst>
              </p:cNvPr>
              <p:cNvSpPr>
                <a:spLocks noChangeArrowheads="1"/>
              </p:cNvSpPr>
              <p:nvPr/>
            </p:nvSpPr>
            <p:spPr bwMode="auto">
              <a:xfrm>
                <a:off x="865307" y="1645957"/>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582" name="Rectangle 1976">
                <a:extLst>
                  <a:ext uri="{FF2B5EF4-FFF2-40B4-BE49-F238E27FC236}">
                    <a16:creationId xmlns:a16="http://schemas.microsoft.com/office/drawing/2014/main" id="{9388DE66-A3A1-295A-60CA-4CB61E4228C0}"/>
                  </a:ext>
                </a:extLst>
              </p:cNvPr>
              <p:cNvSpPr>
                <a:spLocks noChangeArrowheads="1"/>
              </p:cNvSpPr>
              <p:nvPr/>
            </p:nvSpPr>
            <p:spPr bwMode="auto">
              <a:xfrm>
                <a:off x="957382" y="1645957"/>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583" name="Rectangle 1977">
                <a:extLst>
                  <a:ext uri="{FF2B5EF4-FFF2-40B4-BE49-F238E27FC236}">
                    <a16:creationId xmlns:a16="http://schemas.microsoft.com/office/drawing/2014/main" id="{13E43AA1-D1E4-BA2F-724E-3AFFF8DD8890}"/>
                  </a:ext>
                </a:extLst>
              </p:cNvPr>
              <p:cNvSpPr>
                <a:spLocks noChangeArrowheads="1"/>
              </p:cNvSpPr>
              <p:nvPr/>
            </p:nvSpPr>
            <p:spPr bwMode="auto">
              <a:xfrm>
                <a:off x="1093797" y="1609166"/>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584" name="Rectangle 1978">
                <a:extLst>
                  <a:ext uri="{FF2B5EF4-FFF2-40B4-BE49-F238E27FC236}">
                    <a16:creationId xmlns:a16="http://schemas.microsoft.com/office/drawing/2014/main" id="{E2BA6E79-B231-4E56-2F46-909109F18D6A}"/>
                  </a:ext>
                </a:extLst>
              </p:cNvPr>
              <p:cNvSpPr>
                <a:spLocks noChangeArrowheads="1"/>
              </p:cNvSpPr>
              <p:nvPr/>
            </p:nvSpPr>
            <p:spPr bwMode="auto">
              <a:xfrm>
                <a:off x="1128832" y="1645957"/>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585" name="Rectangle 1979">
                <a:extLst>
                  <a:ext uri="{FF2B5EF4-FFF2-40B4-BE49-F238E27FC236}">
                    <a16:creationId xmlns:a16="http://schemas.microsoft.com/office/drawing/2014/main" id="{7E1D278B-FE3B-57C6-1E1D-4898EDB17E70}"/>
                  </a:ext>
                </a:extLst>
              </p:cNvPr>
              <p:cNvSpPr>
                <a:spLocks noChangeArrowheads="1"/>
              </p:cNvSpPr>
              <p:nvPr/>
            </p:nvSpPr>
            <p:spPr bwMode="auto">
              <a:xfrm>
                <a:off x="1220907" y="1645957"/>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586" name="Rectangle 1980">
                <a:extLst>
                  <a:ext uri="{FF2B5EF4-FFF2-40B4-BE49-F238E27FC236}">
                    <a16:creationId xmlns:a16="http://schemas.microsoft.com/office/drawing/2014/main" id="{2B2E8E1A-7084-2A04-51CA-D309C272E05F}"/>
                  </a:ext>
                </a:extLst>
              </p:cNvPr>
              <p:cNvSpPr>
                <a:spLocks noChangeArrowheads="1"/>
              </p:cNvSpPr>
              <p:nvPr/>
            </p:nvSpPr>
            <p:spPr bwMode="auto">
              <a:xfrm>
                <a:off x="1357322" y="1609166"/>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587" name="Rectangle 1981">
                <a:extLst>
                  <a:ext uri="{FF2B5EF4-FFF2-40B4-BE49-F238E27FC236}">
                    <a16:creationId xmlns:a16="http://schemas.microsoft.com/office/drawing/2014/main" id="{9CFE977E-511C-F262-6583-8D07C95787C0}"/>
                  </a:ext>
                </a:extLst>
              </p:cNvPr>
              <p:cNvSpPr>
                <a:spLocks noChangeArrowheads="1"/>
              </p:cNvSpPr>
              <p:nvPr/>
            </p:nvSpPr>
            <p:spPr bwMode="auto">
              <a:xfrm>
                <a:off x="1392357" y="1645957"/>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588" name="Rectangle 1982">
                <a:extLst>
                  <a:ext uri="{FF2B5EF4-FFF2-40B4-BE49-F238E27FC236}">
                    <a16:creationId xmlns:a16="http://schemas.microsoft.com/office/drawing/2014/main" id="{C6037D6C-5118-8DFC-594B-305708395587}"/>
                  </a:ext>
                </a:extLst>
              </p:cNvPr>
              <p:cNvSpPr>
                <a:spLocks noChangeArrowheads="1"/>
              </p:cNvSpPr>
              <p:nvPr/>
            </p:nvSpPr>
            <p:spPr bwMode="auto">
              <a:xfrm>
                <a:off x="1484432" y="1645957"/>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589" name="Rectangle 1983">
                <a:extLst>
                  <a:ext uri="{FF2B5EF4-FFF2-40B4-BE49-F238E27FC236}">
                    <a16:creationId xmlns:a16="http://schemas.microsoft.com/office/drawing/2014/main" id="{10522A55-BCD6-4548-DEF6-BB6311D12DFE}"/>
                  </a:ext>
                </a:extLst>
              </p:cNvPr>
              <p:cNvSpPr>
                <a:spLocks noChangeArrowheads="1"/>
              </p:cNvSpPr>
              <p:nvPr/>
            </p:nvSpPr>
            <p:spPr bwMode="auto">
              <a:xfrm>
                <a:off x="566747" y="1777441"/>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590" name="Rectangle 1984">
                <a:extLst>
                  <a:ext uri="{FF2B5EF4-FFF2-40B4-BE49-F238E27FC236}">
                    <a16:creationId xmlns:a16="http://schemas.microsoft.com/office/drawing/2014/main" id="{22594E9C-80F2-234F-C36D-8577BC75F758}"/>
                  </a:ext>
                </a:extLst>
              </p:cNvPr>
              <p:cNvSpPr>
                <a:spLocks noChangeArrowheads="1"/>
              </p:cNvSpPr>
              <p:nvPr/>
            </p:nvSpPr>
            <p:spPr bwMode="auto">
              <a:xfrm>
                <a:off x="601782" y="1814232"/>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591" name="Rectangle 1985">
                <a:extLst>
                  <a:ext uri="{FF2B5EF4-FFF2-40B4-BE49-F238E27FC236}">
                    <a16:creationId xmlns:a16="http://schemas.microsoft.com/office/drawing/2014/main" id="{DD83257F-B803-5E3D-8006-A02E02AA504D}"/>
                  </a:ext>
                </a:extLst>
              </p:cNvPr>
              <p:cNvSpPr>
                <a:spLocks noChangeArrowheads="1"/>
              </p:cNvSpPr>
              <p:nvPr/>
            </p:nvSpPr>
            <p:spPr bwMode="auto">
              <a:xfrm>
                <a:off x="693857" y="1814232"/>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592" name="Rectangle 1986">
                <a:extLst>
                  <a:ext uri="{FF2B5EF4-FFF2-40B4-BE49-F238E27FC236}">
                    <a16:creationId xmlns:a16="http://schemas.microsoft.com/office/drawing/2014/main" id="{A7873312-F90F-2560-ED31-C1F28330E607}"/>
                  </a:ext>
                </a:extLst>
              </p:cNvPr>
              <p:cNvSpPr>
                <a:spLocks noChangeArrowheads="1"/>
              </p:cNvSpPr>
              <p:nvPr/>
            </p:nvSpPr>
            <p:spPr bwMode="auto">
              <a:xfrm>
                <a:off x="830272" y="1777441"/>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593" name="Rectangle 1987">
                <a:extLst>
                  <a:ext uri="{FF2B5EF4-FFF2-40B4-BE49-F238E27FC236}">
                    <a16:creationId xmlns:a16="http://schemas.microsoft.com/office/drawing/2014/main" id="{E79009BC-D71C-0CE8-1E60-F9613B295850}"/>
                  </a:ext>
                </a:extLst>
              </p:cNvPr>
              <p:cNvSpPr>
                <a:spLocks noChangeArrowheads="1"/>
              </p:cNvSpPr>
              <p:nvPr/>
            </p:nvSpPr>
            <p:spPr bwMode="auto">
              <a:xfrm>
                <a:off x="865307" y="1814232"/>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594" name="Rectangle 1988">
                <a:extLst>
                  <a:ext uri="{FF2B5EF4-FFF2-40B4-BE49-F238E27FC236}">
                    <a16:creationId xmlns:a16="http://schemas.microsoft.com/office/drawing/2014/main" id="{3096188E-603E-3E8A-752B-C9A719EB6E4D}"/>
                  </a:ext>
                </a:extLst>
              </p:cNvPr>
              <p:cNvSpPr>
                <a:spLocks noChangeArrowheads="1"/>
              </p:cNvSpPr>
              <p:nvPr/>
            </p:nvSpPr>
            <p:spPr bwMode="auto">
              <a:xfrm>
                <a:off x="957382" y="1814232"/>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595" name="Rectangle 1989">
                <a:extLst>
                  <a:ext uri="{FF2B5EF4-FFF2-40B4-BE49-F238E27FC236}">
                    <a16:creationId xmlns:a16="http://schemas.microsoft.com/office/drawing/2014/main" id="{78EA50D9-062A-438F-8760-D5719865F2C7}"/>
                  </a:ext>
                </a:extLst>
              </p:cNvPr>
              <p:cNvSpPr>
                <a:spLocks noChangeArrowheads="1"/>
              </p:cNvSpPr>
              <p:nvPr/>
            </p:nvSpPr>
            <p:spPr bwMode="auto">
              <a:xfrm>
                <a:off x="1093797" y="1777441"/>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596" name="Rectangle 1990">
                <a:extLst>
                  <a:ext uri="{FF2B5EF4-FFF2-40B4-BE49-F238E27FC236}">
                    <a16:creationId xmlns:a16="http://schemas.microsoft.com/office/drawing/2014/main" id="{C9360036-0086-CC75-E616-F8172DE1864B}"/>
                  </a:ext>
                </a:extLst>
              </p:cNvPr>
              <p:cNvSpPr>
                <a:spLocks noChangeArrowheads="1"/>
              </p:cNvSpPr>
              <p:nvPr/>
            </p:nvSpPr>
            <p:spPr bwMode="auto">
              <a:xfrm>
                <a:off x="1128832" y="1814232"/>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597" name="Rectangle 1991">
                <a:extLst>
                  <a:ext uri="{FF2B5EF4-FFF2-40B4-BE49-F238E27FC236}">
                    <a16:creationId xmlns:a16="http://schemas.microsoft.com/office/drawing/2014/main" id="{823AB78D-FBFA-C7C5-FEA4-071C1B6367A4}"/>
                  </a:ext>
                </a:extLst>
              </p:cNvPr>
              <p:cNvSpPr>
                <a:spLocks noChangeArrowheads="1"/>
              </p:cNvSpPr>
              <p:nvPr/>
            </p:nvSpPr>
            <p:spPr bwMode="auto">
              <a:xfrm>
                <a:off x="1220907" y="1814232"/>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598" name="Rectangle 1992">
                <a:extLst>
                  <a:ext uri="{FF2B5EF4-FFF2-40B4-BE49-F238E27FC236}">
                    <a16:creationId xmlns:a16="http://schemas.microsoft.com/office/drawing/2014/main" id="{EBFFF05B-3D87-3D6F-7EBA-0144CCB61D03}"/>
                  </a:ext>
                </a:extLst>
              </p:cNvPr>
              <p:cNvSpPr>
                <a:spLocks noChangeArrowheads="1"/>
              </p:cNvSpPr>
              <p:nvPr/>
            </p:nvSpPr>
            <p:spPr bwMode="auto">
              <a:xfrm>
                <a:off x="1357322" y="1777441"/>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599" name="Rectangle 1993">
                <a:extLst>
                  <a:ext uri="{FF2B5EF4-FFF2-40B4-BE49-F238E27FC236}">
                    <a16:creationId xmlns:a16="http://schemas.microsoft.com/office/drawing/2014/main" id="{664A4DC9-21FE-1623-F77D-969A6245664A}"/>
                  </a:ext>
                </a:extLst>
              </p:cNvPr>
              <p:cNvSpPr>
                <a:spLocks noChangeArrowheads="1"/>
              </p:cNvSpPr>
              <p:nvPr/>
            </p:nvSpPr>
            <p:spPr bwMode="auto">
              <a:xfrm>
                <a:off x="1392357" y="1814232"/>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600" name="Rectangle 1994">
                <a:extLst>
                  <a:ext uri="{FF2B5EF4-FFF2-40B4-BE49-F238E27FC236}">
                    <a16:creationId xmlns:a16="http://schemas.microsoft.com/office/drawing/2014/main" id="{A4A573A7-F447-9B30-9915-F2C87A4C442A}"/>
                  </a:ext>
                </a:extLst>
              </p:cNvPr>
              <p:cNvSpPr>
                <a:spLocks noChangeArrowheads="1"/>
              </p:cNvSpPr>
              <p:nvPr/>
            </p:nvSpPr>
            <p:spPr bwMode="auto">
              <a:xfrm>
                <a:off x="1484432" y="1814232"/>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grpSp>
        <p:grpSp>
          <p:nvGrpSpPr>
            <p:cNvPr id="546" name="Group 1457">
              <a:extLst>
                <a:ext uri="{FF2B5EF4-FFF2-40B4-BE49-F238E27FC236}">
                  <a16:creationId xmlns:a16="http://schemas.microsoft.com/office/drawing/2014/main" id="{9902D7B2-8DAE-446A-C3FA-E1CCB3805FE2}"/>
                </a:ext>
              </a:extLst>
            </p:cNvPr>
            <p:cNvGrpSpPr/>
            <p:nvPr/>
          </p:nvGrpSpPr>
          <p:grpSpPr bwMode="auto">
            <a:xfrm>
              <a:off x="7325297" y="1394996"/>
              <a:ext cx="1114185" cy="751417"/>
              <a:chOff x="517764" y="1384300"/>
              <a:chExt cx="1114185" cy="751417"/>
            </a:xfrm>
          </p:grpSpPr>
          <p:sp>
            <p:nvSpPr>
              <p:cNvPr id="547" name="Rectangle 1941">
                <a:extLst>
                  <a:ext uri="{FF2B5EF4-FFF2-40B4-BE49-F238E27FC236}">
                    <a16:creationId xmlns:a16="http://schemas.microsoft.com/office/drawing/2014/main" id="{4F73932D-022D-D16B-6E10-AD62B71F2445}"/>
                  </a:ext>
                </a:extLst>
              </p:cNvPr>
              <p:cNvSpPr/>
              <p:nvPr/>
            </p:nvSpPr>
            <p:spPr bwMode="auto">
              <a:xfrm>
                <a:off x="517679" y="1384799"/>
                <a:ext cx="1114332" cy="750863"/>
              </a:xfrm>
              <a:prstGeom prst="rect">
                <a:avLst/>
              </a:prstGeom>
              <a:solidFill>
                <a:schemeClr val="bg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anchor="ctr" anchorCtr="1"/>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algn="ctr">
                  <a:spcBef>
                    <a:spcPct val="50000"/>
                  </a:spcBef>
                  <a:defRPr/>
                </a:pPr>
                <a:endParaRPr lang="en-US" altLang="zh-CN" sz="2400">
                  <a:solidFill>
                    <a:srgbClr val="000000"/>
                  </a:solidFill>
                  <a:latin typeface="Trebuchet MS" panose="020B0603020202020204" pitchFamily="34" charset="0"/>
                  <a:cs typeface="Arial" panose="020B0604020202020204" pitchFamily="34" charset="0"/>
                </a:endParaRPr>
              </a:p>
            </p:txBody>
          </p:sp>
          <p:sp>
            <p:nvSpPr>
              <p:cNvPr id="548" name="Rectangle 1942">
                <a:extLst>
                  <a:ext uri="{FF2B5EF4-FFF2-40B4-BE49-F238E27FC236}">
                    <a16:creationId xmlns:a16="http://schemas.microsoft.com/office/drawing/2014/main" id="{31E2B5AD-BFC7-7838-B8BD-CC84D5B1F00F}"/>
                  </a:ext>
                </a:extLst>
              </p:cNvPr>
              <p:cNvSpPr>
                <a:spLocks noChangeArrowheads="1"/>
              </p:cNvSpPr>
              <p:nvPr/>
            </p:nvSpPr>
            <p:spPr bwMode="auto">
              <a:xfrm>
                <a:off x="725801" y="1433925"/>
                <a:ext cx="698111" cy="137160"/>
              </a:xfrm>
              <a:prstGeom prst="rect">
                <a:avLst/>
              </a:prstGeom>
              <a:solidFill>
                <a:srgbClr val="DA581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2400">
                  <a:solidFill>
                    <a:srgbClr val="000000"/>
                  </a:solidFill>
                  <a:latin typeface="Trebuchet MS" panose="020B0603020202020204" pitchFamily="34" charset="0"/>
                  <a:ea typeface="MS PGothic" panose="020B0600070205080204" pitchFamily="34" charset="-128"/>
                </a:endParaRPr>
              </a:p>
            </p:txBody>
          </p:sp>
          <p:sp>
            <p:nvSpPr>
              <p:cNvPr id="549" name="Rectangle 1943">
                <a:extLst>
                  <a:ext uri="{FF2B5EF4-FFF2-40B4-BE49-F238E27FC236}">
                    <a16:creationId xmlns:a16="http://schemas.microsoft.com/office/drawing/2014/main" id="{8962AE79-3893-5299-E219-E756BD4FC06D}"/>
                  </a:ext>
                </a:extLst>
              </p:cNvPr>
              <p:cNvSpPr>
                <a:spLocks noChangeArrowheads="1"/>
              </p:cNvSpPr>
              <p:nvPr/>
            </p:nvSpPr>
            <p:spPr bwMode="auto">
              <a:xfrm>
                <a:off x="567050" y="1950358"/>
                <a:ext cx="1015612" cy="137160"/>
              </a:xfrm>
              <a:prstGeom prst="rect">
                <a:avLst/>
              </a:prstGeom>
              <a:solidFill>
                <a:srgbClr val="AEC3F5"/>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2400">
                  <a:solidFill>
                    <a:srgbClr val="000000"/>
                  </a:solidFill>
                  <a:latin typeface="Trebuchet MS" panose="020B0603020202020204" pitchFamily="34" charset="0"/>
                  <a:ea typeface="MS PGothic" panose="020B0600070205080204" pitchFamily="34" charset="-128"/>
                </a:endParaRPr>
              </a:p>
            </p:txBody>
          </p:sp>
          <p:sp>
            <p:nvSpPr>
              <p:cNvPr id="550" name="Rectangle 1944">
                <a:extLst>
                  <a:ext uri="{FF2B5EF4-FFF2-40B4-BE49-F238E27FC236}">
                    <a16:creationId xmlns:a16="http://schemas.microsoft.com/office/drawing/2014/main" id="{226D6454-B45D-A62E-602B-2F8B67D69A9F}"/>
                  </a:ext>
                </a:extLst>
              </p:cNvPr>
              <p:cNvSpPr>
                <a:spLocks noChangeArrowheads="1"/>
              </p:cNvSpPr>
              <p:nvPr/>
            </p:nvSpPr>
            <p:spPr bwMode="auto">
              <a:xfrm>
                <a:off x="566747" y="1609166"/>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551" name="Rectangle 1945">
                <a:extLst>
                  <a:ext uri="{FF2B5EF4-FFF2-40B4-BE49-F238E27FC236}">
                    <a16:creationId xmlns:a16="http://schemas.microsoft.com/office/drawing/2014/main" id="{C7B5B2ED-42B0-32B8-D112-06BC0A049202}"/>
                  </a:ext>
                </a:extLst>
              </p:cNvPr>
              <p:cNvSpPr>
                <a:spLocks noChangeArrowheads="1"/>
              </p:cNvSpPr>
              <p:nvPr/>
            </p:nvSpPr>
            <p:spPr bwMode="auto">
              <a:xfrm>
                <a:off x="601782" y="1645957"/>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552" name="Rectangle 1946">
                <a:extLst>
                  <a:ext uri="{FF2B5EF4-FFF2-40B4-BE49-F238E27FC236}">
                    <a16:creationId xmlns:a16="http://schemas.microsoft.com/office/drawing/2014/main" id="{B342159C-DA4B-89E7-FC79-007845AAE5E9}"/>
                  </a:ext>
                </a:extLst>
              </p:cNvPr>
              <p:cNvSpPr>
                <a:spLocks noChangeArrowheads="1"/>
              </p:cNvSpPr>
              <p:nvPr/>
            </p:nvSpPr>
            <p:spPr bwMode="auto">
              <a:xfrm>
                <a:off x="693857" y="1645957"/>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553" name="Rectangle 1947">
                <a:extLst>
                  <a:ext uri="{FF2B5EF4-FFF2-40B4-BE49-F238E27FC236}">
                    <a16:creationId xmlns:a16="http://schemas.microsoft.com/office/drawing/2014/main" id="{13A9E753-2451-9A69-83A2-DFCCBB2B0DBE}"/>
                  </a:ext>
                </a:extLst>
              </p:cNvPr>
              <p:cNvSpPr>
                <a:spLocks noChangeArrowheads="1"/>
              </p:cNvSpPr>
              <p:nvPr/>
            </p:nvSpPr>
            <p:spPr bwMode="auto">
              <a:xfrm>
                <a:off x="830272" y="1609166"/>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554" name="Rectangle 1948">
                <a:extLst>
                  <a:ext uri="{FF2B5EF4-FFF2-40B4-BE49-F238E27FC236}">
                    <a16:creationId xmlns:a16="http://schemas.microsoft.com/office/drawing/2014/main" id="{41B403BA-78A7-0736-AFA2-4095B7D8D4E0}"/>
                  </a:ext>
                </a:extLst>
              </p:cNvPr>
              <p:cNvSpPr>
                <a:spLocks noChangeArrowheads="1"/>
              </p:cNvSpPr>
              <p:nvPr/>
            </p:nvSpPr>
            <p:spPr bwMode="auto">
              <a:xfrm>
                <a:off x="865307" y="1645957"/>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555" name="Rectangle 1949">
                <a:extLst>
                  <a:ext uri="{FF2B5EF4-FFF2-40B4-BE49-F238E27FC236}">
                    <a16:creationId xmlns:a16="http://schemas.microsoft.com/office/drawing/2014/main" id="{DDD5F173-E4C5-F477-7E5F-2FAEBF8C23FB}"/>
                  </a:ext>
                </a:extLst>
              </p:cNvPr>
              <p:cNvSpPr>
                <a:spLocks noChangeArrowheads="1"/>
              </p:cNvSpPr>
              <p:nvPr/>
            </p:nvSpPr>
            <p:spPr bwMode="auto">
              <a:xfrm>
                <a:off x="957382" y="1645957"/>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556" name="Rectangle 1950">
                <a:extLst>
                  <a:ext uri="{FF2B5EF4-FFF2-40B4-BE49-F238E27FC236}">
                    <a16:creationId xmlns:a16="http://schemas.microsoft.com/office/drawing/2014/main" id="{FFFB8E27-0F83-184F-05D5-7863D3E20C66}"/>
                  </a:ext>
                </a:extLst>
              </p:cNvPr>
              <p:cNvSpPr>
                <a:spLocks noChangeArrowheads="1"/>
              </p:cNvSpPr>
              <p:nvPr/>
            </p:nvSpPr>
            <p:spPr bwMode="auto">
              <a:xfrm>
                <a:off x="1093797" y="1609166"/>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557" name="Rectangle 1951">
                <a:extLst>
                  <a:ext uri="{FF2B5EF4-FFF2-40B4-BE49-F238E27FC236}">
                    <a16:creationId xmlns:a16="http://schemas.microsoft.com/office/drawing/2014/main" id="{165D3F1C-9399-DB2A-289B-48BF65DA87CF}"/>
                  </a:ext>
                </a:extLst>
              </p:cNvPr>
              <p:cNvSpPr>
                <a:spLocks noChangeArrowheads="1"/>
              </p:cNvSpPr>
              <p:nvPr/>
            </p:nvSpPr>
            <p:spPr bwMode="auto">
              <a:xfrm>
                <a:off x="1128832" y="1645957"/>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558" name="Rectangle 1952">
                <a:extLst>
                  <a:ext uri="{FF2B5EF4-FFF2-40B4-BE49-F238E27FC236}">
                    <a16:creationId xmlns:a16="http://schemas.microsoft.com/office/drawing/2014/main" id="{4D6BE8D2-290F-7D57-FE93-FA53F24112C6}"/>
                  </a:ext>
                </a:extLst>
              </p:cNvPr>
              <p:cNvSpPr>
                <a:spLocks noChangeArrowheads="1"/>
              </p:cNvSpPr>
              <p:nvPr/>
            </p:nvSpPr>
            <p:spPr bwMode="auto">
              <a:xfrm>
                <a:off x="1220907" y="1645957"/>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559" name="Rectangle 1953">
                <a:extLst>
                  <a:ext uri="{FF2B5EF4-FFF2-40B4-BE49-F238E27FC236}">
                    <a16:creationId xmlns:a16="http://schemas.microsoft.com/office/drawing/2014/main" id="{49E1E4A4-DF6C-6883-2DEA-C3DE48A8E0DD}"/>
                  </a:ext>
                </a:extLst>
              </p:cNvPr>
              <p:cNvSpPr>
                <a:spLocks noChangeArrowheads="1"/>
              </p:cNvSpPr>
              <p:nvPr/>
            </p:nvSpPr>
            <p:spPr bwMode="auto">
              <a:xfrm>
                <a:off x="1357322" y="1609166"/>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560" name="Rectangle 1954">
                <a:extLst>
                  <a:ext uri="{FF2B5EF4-FFF2-40B4-BE49-F238E27FC236}">
                    <a16:creationId xmlns:a16="http://schemas.microsoft.com/office/drawing/2014/main" id="{7D17CB80-5642-7970-73F3-02308F80E2B5}"/>
                  </a:ext>
                </a:extLst>
              </p:cNvPr>
              <p:cNvSpPr>
                <a:spLocks noChangeArrowheads="1"/>
              </p:cNvSpPr>
              <p:nvPr/>
            </p:nvSpPr>
            <p:spPr bwMode="auto">
              <a:xfrm>
                <a:off x="1392357" y="1645957"/>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561" name="Rectangle 1955">
                <a:extLst>
                  <a:ext uri="{FF2B5EF4-FFF2-40B4-BE49-F238E27FC236}">
                    <a16:creationId xmlns:a16="http://schemas.microsoft.com/office/drawing/2014/main" id="{7356F7FD-5145-3E28-3A99-193A8B4188FF}"/>
                  </a:ext>
                </a:extLst>
              </p:cNvPr>
              <p:cNvSpPr>
                <a:spLocks noChangeArrowheads="1"/>
              </p:cNvSpPr>
              <p:nvPr/>
            </p:nvSpPr>
            <p:spPr bwMode="auto">
              <a:xfrm>
                <a:off x="1484432" y="1645957"/>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562" name="Rectangle 1956">
                <a:extLst>
                  <a:ext uri="{FF2B5EF4-FFF2-40B4-BE49-F238E27FC236}">
                    <a16:creationId xmlns:a16="http://schemas.microsoft.com/office/drawing/2014/main" id="{F9F0DA88-AE73-3D35-DDBA-EB3ACA632573}"/>
                  </a:ext>
                </a:extLst>
              </p:cNvPr>
              <p:cNvSpPr>
                <a:spLocks noChangeArrowheads="1"/>
              </p:cNvSpPr>
              <p:nvPr/>
            </p:nvSpPr>
            <p:spPr bwMode="auto">
              <a:xfrm>
                <a:off x="566747" y="1777441"/>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563" name="Rectangle 1957">
                <a:extLst>
                  <a:ext uri="{FF2B5EF4-FFF2-40B4-BE49-F238E27FC236}">
                    <a16:creationId xmlns:a16="http://schemas.microsoft.com/office/drawing/2014/main" id="{407F41B2-A3C1-F354-8FA6-3DB304A612AC}"/>
                  </a:ext>
                </a:extLst>
              </p:cNvPr>
              <p:cNvSpPr>
                <a:spLocks noChangeArrowheads="1"/>
              </p:cNvSpPr>
              <p:nvPr/>
            </p:nvSpPr>
            <p:spPr bwMode="auto">
              <a:xfrm>
                <a:off x="601782" y="1814232"/>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564" name="Rectangle 1958">
                <a:extLst>
                  <a:ext uri="{FF2B5EF4-FFF2-40B4-BE49-F238E27FC236}">
                    <a16:creationId xmlns:a16="http://schemas.microsoft.com/office/drawing/2014/main" id="{9B1484CE-522A-C721-7714-E7B2A685F30E}"/>
                  </a:ext>
                </a:extLst>
              </p:cNvPr>
              <p:cNvSpPr>
                <a:spLocks noChangeArrowheads="1"/>
              </p:cNvSpPr>
              <p:nvPr/>
            </p:nvSpPr>
            <p:spPr bwMode="auto">
              <a:xfrm>
                <a:off x="693857" y="1814232"/>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565" name="Rectangle 1959">
                <a:extLst>
                  <a:ext uri="{FF2B5EF4-FFF2-40B4-BE49-F238E27FC236}">
                    <a16:creationId xmlns:a16="http://schemas.microsoft.com/office/drawing/2014/main" id="{41237BF9-C98B-BECD-F6A1-06C88584BC0F}"/>
                  </a:ext>
                </a:extLst>
              </p:cNvPr>
              <p:cNvSpPr>
                <a:spLocks noChangeArrowheads="1"/>
              </p:cNvSpPr>
              <p:nvPr/>
            </p:nvSpPr>
            <p:spPr bwMode="auto">
              <a:xfrm>
                <a:off x="830272" y="1777441"/>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566" name="Rectangle 1960">
                <a:extLst>
                  <a:ext uri="{FF2B5EF4-FFF2-40B4-BE49-F238E27FC236}">
                    <a16:creationId xmlns:a16="http://schemas.microsoft.com/office/drawing/2014/main" id="{0D4876A4-1EA0-2D11-E9B2-7441CCF16740}"/>
                  </a:ext>
                </a:extLst>
              </p:cNvPr>
              <p:cNvSpPr>
                <a:spLocks noChangeArrowheads="1"/>
              </p:cNvSpPr>
              <p:nvPr/>
            </p:nvSpPr>
            <p:spPr bwMode="auto">
              <a:xfrm>
                <a:off x="865307" y="1814232"/>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567" name="Rectangle 1961">
                <a:extLst>
                  <a:ext uri="{FF2B5EF4-FFF2-40B4-BE49-F238E27FC236}">
                    <a16:creationId xmlns:a16="http://schemas.microsoft.com/office/drawing/2014/main" id="{F3E83B66-9E72-D627-D549-30F65F8C4785}"/>
                  </a:ext>
                </a:extLst>
              </p:cNvPr>
              <p:cNvSpPr>
                <a:spLocks noChangeArrowheads="1"/>
              </p:cNvSpPr>
              <p:nvPr/>
            </p:nvSpPr>
            <p:spPr bwMode="auto">
              <a:xfrm>
                <a:off x="957382" y="1814232"/>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568" name="Rectangle 1962">
                <a:extLst>
                  <a:ext uri="{FF2B5EF4-FFF2-40B4-BE49-F238E27FC236}">
                    <a16:creationId xmlns:a16="http://schemas.microsoft.com/office/drawing/2014/main" id="{08F134AE-D96F-FF97-4A7F-2FFD9983FA88}"/>
                  </a:ext>
                </a:extLst>
              </p:cNvPr>
              <p:cNvSpPr>
                <a:spLocks noChangeArrowheads="1"/>
              </p:cNvSpPr>
              <p:nvPr/>
            </p:nvSpPr>
            <p:spPr bwMode="auto">
              <a:xfrm>
                <a:off x="1093797" y="1777441"/>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569" name="Rectangle 1963">
                <a:extLst>
                  <a:ext uri="{FF2B5EF4-FFF2-40B4-BE49-F238E27FC236}">
                    <a16:creationId xmlns:a16="http://schemas.microsoft.com/office/drawing/2014/main" id="{B9A8831B-78EB-E828-FF70-FE2869069EFE}"/>
                  </a:ext>
                </a:extLst>
              </p:cNvPr>
              <p:cNvSpPr>
                <a:spLocks noChangeArrowheads="1"/>
              </p:cNvSpPr>
              <p:nvPr/>
            </p:nvSpPr>
            <p:spPr bwMode="auto">
              <a:xfrm>
                <a:off x="1128832" y="1814232"/>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570" name="Rectangle 1964">
                <a:extLst>
                  <a:ext uri="{FF2B5EF4-FFF2-40B4-BE49-F238E27FC236}">
                    <a16:creationId xmlns:a16="http://schemas.microsoft.com/office/drawing/2014/main" id="{716BDE0F-EDD0-E23F-9C15-E91C25AE1F62}"/>
                  </a:ext>
                </a:extLst>
              </p:cNvPr>
              <p:cNvSpPr>
                <a:spLocks noChangeArrowheads="1"/>
              </p:cNvSpPr>
              <p:nvPr/>
            </p:nvSpPr>
            <p:spPr bwMode="auto">
              <a:xfrm>
                <a:off x="1220907" y="1814232"/>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571" name="Rectangle 1965">
                <a:extLst>
                  <a:ext uri="{FF2B5EF4-FFF2-40B4-BE49-F238E27FC236}">
                    <a16:creationId xmlns:a16="http://schemas.microsoft.com/office/drawing/2014/main" id="{1E1E6F11-8377-D59E-2B43-B0088C51C51D}"/>
                  </a:ext>
                </a:extLst>
              </p:cNvPr>
              <p:cNvSpPr>
                <a:spLocks noChangeArrowheads="1"/>
              </p:cNvSpPr>
              <p:nvPr/>
            </p:nvSpPr>
            <p:spPr bwMode="auto">
              <a:xfrm>
                <a:off x="1357322" y="1777441"/>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572" name="Rectangle 1966">
                <a:extLst>
                  <a:ext uri="{FF2B5EF4-FFF2-40B4-BE49-F238E27FC236}">
                    <a16:creationId xmlns:a16="http://schemas.microsoft.com/office/drawing/2014/main" id="{1F4806D8-9DA2-F9A2-EF9B-76FA9C22E20D}"/>
                  </a:ext>
                </a:extLst>
              </p:cNvPr>
              <p:cNvSpPr>
                <a:spLocks noChangeArrowheads="1"/>
              </p:cNvSpPr>
              <p:nvPr/>
            </p:nvSpPr>
            <p:spPr bwMode="auto">
              <a:xfrm>
                <a:off x="1392357" y="1814232"/>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573" name="Rectangle 1967">
                <a:extLst>
                  <a:ext uri="{FF2B5EF4-FFF2-40B4-BE49-F238E27FC236}">
                    <a16:creationId xmlns:a16="http://schemas.microsoft.com/office/drawing/2014/main" id="{765170E1-E1C6-A9C5-50F0-740634909CA7}"/>
                  </a:ext>
                </a:extLst>
              </p:cNvPr>
              <p:cNvSpPr>
                <a:spLocks noChangeArrowheads="1"/>
              </p:cNvSpPr>
              <p:nvPr/>
            </p:nvSpPr>
            <p:spPr bwMode="auto">
              <a:xfrm>
                <a:off x="1484432" y="1814232"/>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grpSp>
      </p:grpSp>
      <p:grpSp>
        <p:nvGrpSpPr>
          <p:cNvPr id="630" name="Group 2024">
            <a:extLst>
              <a:ext uri="{FF2B5EF4-FFF2-40B4-BE49-F238E27FC236}">
                <a16:creationId xmlns:a16="http://schemas.microsoft.com/office/drawing/2014/main" id="{D588C526-8E35-8FD0-AB27-95729F287D25}"/>
              </a:ext>
            </a:extLst>
          </p:cNvPr>
          <p:cNvGrpSpPr/>
          <p:nvPr/>
        </p:nvGrpSpPr>
        <p:grpSpPr bwMode="auto">
          <a:xfrm>
            <a:off x="4818766" y="3243181"/>
            <a:ext cx="3954463" cy="877888"/>
            <a:chOff x="4545730" y="1328822"/>
            <a:chExt cx="3954134" cy="877859"/>
          </a:xfrm>
        </p:grpSpPr>
        <p:sp>
          <p:nvSpPr>
            <p:cNvPr id="631" name="Rectangle 2025">
              <a:extLst>
                <a:ext uri="{FF2B5EF4-FFF2-40B4-BE49-F238E27FC236}">
                  <a16:creationId xmlns:a16="http://schemas.microsoft.com/office/drawing/2014/main" id="{5034AEE8-A057-0BB7-D0AA-046B58FF0C74}"/>
                </a:ext>
              </a:extLst>
            </p:cNvPr>
            <p:cNvSpPr/>
            <p:nvPr/>
          </p:nvSpPr>
          <p:spPr bwMode="auto">
            <a:xfrm>
              <a:off x="4560017" y="1328822"/>
              <a:ext cx="3939847" cy="877859"/>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anchor="ctr" anchorCtr="1"/>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algn="ctr">
                <a:spcBef>
                  <a:spcPct val="50000"/>
                </a:spcBef>
                <a:defRPr/>
              </a:pPr>
              <a:endParaRPr lang="en-US" altLang="zh-CN" sz="2400">
                <a:solidFill>
                  <a:srgbClr val="000000"/>
                </a:solidFill>
                <a:latin typeface="Trebuchet MS" panose="020B0603020202020204" pitchFamily="34" charset="0"/>
                <a:cs typeface="Arial" panose="020B0604020202020204" pitchFamily="34" charset="0"/>
              </a:endParaRPr>
            </a:p>
          </p:txBody>
        </p:sp>
        <p:grpSp>
          <p:nvGrpSpPr>
            <p:cNvPr id="632" name="Group 1486">
              <a:extLst>
                <a:ext uri="{FF2B5EF4-FFF2-40B4-BE49-F238E27FC236}">
                  <a16:creationId xmlns:a16="http://schemas.microsoft.com/office/drawing/2014/main" id="{2D0B77BC-7714-AE04-B667-C6BC5C80E643}"/>
                </a:ext>
              </a:extLst>
            </p:cNvPr>
            <p:cNvGrpSpPr/>
            <p:nvPr/>
          </p:nvGrpSpPr>
          <p:grpSpPr bwMode="auto">
            <a:xfrm>
              <a:off x="4545730" y="1393547"/>
              <a:ext cx="463081" cy="747517"/>
              <a:chOff x="3940698" y="1394549"/>
              <a:chExt cx="463081" cy="747517"/>
            </a:xfrm>
          </p:grpSpPr>
          <p:sp>
            <p:nvSpPr>
              <p:cNvPr id="717" name="Rectangle 2111">
                <a:extLst>
                  <a:ext uri="{FF2B5EF4-FFF2-40B4-BE49-F238E27FC236}">
                    <a16:creationId xmlns:a16="http://schemas.microsoft.com/office/drawing/2014/main" id="{62747E30-12C7-5AAD-D069-780526D1F31B}"/>
                  </a:ext>
                </a:extLst>
              </p:cNvPr>
              <p:cNvSpPr>
                <a:spLocks noChangeArrowheads="1"/>
              </p:cNvSpPr>
              <p:nvPr/>
            </p:nvSpPr>
            <p:spPr bwMode="auto">
              <a:xfrm>
                <a:off x="4004141" y="1394549"/>
                <a:ext cx="336195" cy="747517"/>
              </a:xfrm>
              <a:prstGeom prst="rect">
                <a:avLst/>
              </a:prstGeom>
              <a:solidFill>
                <a:srgbClr val="8B9CC3"/>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2400">
                  <a:solidFill>
                    <a:srgbClr val="000000"/>
                  </a:solidFill>
                  <a:latin typeface="Trebuchet MS" panose="020B0603020202020204" pitchFamily="34" charset="0"/>
                  <a:ea typeface="MS PGothic" panose="020B0600070205080204" pitchFamily="34" charset="-128"/>
                </a:endParaRPr>
              </a:p>
            </p:txBody>
          </p:sp>
          <p:sp>
            <p:nvSpPr>
              <p:cNvPr id="718" name="TextBox 2112">
                <a:extLst>
                  <a:ext uri="{FF2B5EF4-FFF2-40B4-BE49-F238E27FC236}">
                    <a16:creationId xmlns:a16="http://schemas.microsoft.com/office/drawing/2014/main" id="{088FEF2F-9FE0-6E3E-E51A-EA1968E6B795}"/>
                  </a:ext>
                </a:extLst>
              </p:cNvPr>
              <p:cNvSpPr txBox="1">
                <a:spLocks noChangeArrowheads="1"/>
              </p:cNvSpPr>
              <p:nvPr/>
            </p:nvSpPr>
            <p:spPr bwMode="auto">
              <a:xfrm>
                <a:off x="3940698" y="1622113"/>
                <a:ext cx="463081"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r>
                  <a:rPr lang="en-US" altLang="zh-CN" sz="1300">
                    <a:solidFill>
                      <a:srgbClr val="000000"/>
                    </a:solidFill>
                    <a:latin typeface="Myriad Pro Black" charset="0"/>
                    <a:ea typeface="MS PGothic" panose="020B0600070205080204" pitchFamily="34" charset="-128"/>
                  </a:rPr>
                  <a:t>Tex</a:t>
                </a:r>
              </a:p>
            </p:txBody>
          </p:sp>
        </p:grpSp>
        <p:grpSp>
          <p:nvGrpSpPr>
            <p:cNvPr id="633" name="Group 1428">
              <a:extLst>
                <a:ext uri="{FF2B5EF4-FFF2-40B4-BE49-F238E27FC236}">
                  <a16:creationId xmlns:a16="http://schemas.microsoft.com/office/drawing/2014/main" id="{91141635-796A-D586-F848-90DB80233BE8}"/>
                </a:ext>
              </a:extLst>
            </p:cNvPr>
            <p:cNvGrpSpPr/>
            <p:nvPr/>
          </p:nvGrpSpPr>
          <p:grpSpPr bwMode="auto">
            <a:xfrm>
              <a:off x="4993845" y="1389648"/>
              <a:ext cx="1114185" cy="751417"/>
              <a:chOff x="517764" y="1384300"/>
              <a:chExt cx="1114185" cy="751417"/>
            </a:xfrm>
          </p:grpSpPr>
          <p:sp>
            <p:nvSpPr>
              <p:cNvPr id="690" name="Rectangle 2084">
                <a:extLst>
                  <a:ext uri="{FF2B5EF4-FFF2-40B4-BE49-F238E27FC236}">
                    <a16:creationId xmlns:a16="http://schemas.microsoft.com/office/drawing/2014/main" id="{9BF3C9CC-AE0A-3BAC-F34D-10A4617D53A1}"/>
                  </a:ext>
                </a:extLst>
              </p:cNvPr>
              <p:cNvSpPr/>
              <p:nvPr/>
            </p:nvSpPr>
            <p:spPr bwMode="auto">
              <a:xfrm>
                <a:off x="517287" y="1383797"/>
                <a:ext cx="1114332" cy="752450"/>
              </a:xfrm>
              <a:prstGeom prst="rect">
                <a:avLst/>
              </a:prstGeom>
              <a:solidFill>
                <a:schemeClr val="bg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anchor="ctr" anchorCtr="1"/>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algn="ctr">
                  <a:spcBef>
                    <a:spcPct val="50000"/>
                  </a:spcBef>
                  <a:defRPr/>
                </a:pPr>
                <a:endParaRPr lang="en-US" altLang="zh-CN" sz="2400">
                  <a:solidFill>
                    <a:srgbClr val="000000"/>
                  </a:solidFill>
                  <a:latin typeface="Trebuchet MS" panose="020B0603020202020204" pitchFamily="34" charset="0"/>
                  <a:cs typeface="Arial" panose="020B0604020202020204" pitchFamily="34" charset="0"/>
                </a:endParaRPr>
              </a:p>
            </p:txBody>
          </p:sp>
          <p:sp>
            <p:nvSpPr>
              <p:cNvPr id="691" name="Rectangle 2085">
                <a:extLst>
                  <a:ext uri="{FF2B5EF4-FFF2-40B4-BE49-F238E27FC236}">
                    <a16:creationId xmlns:a16="http://schemas.microsoft.com/office/drawing/2014/main" id="{51BAE930-0BCB-2C4D-42B5-F29C37DFA7E8}"/>
                  </a:ext>
                </a:extLst>
              </p:cNvPr>
              <p:cNvSpPr>
                <a:spLocks noChangeArrowheads="1"/>
              </p:cNvSpPr>
              <p:nvPr/>
            </p:nvSpPr>
            <p:spPr bwMode="auto">
              <a:xfrm>
                <a:off x="725801" y="1433925"/>
                <a:ext cx="698111" cy="137160"/>
              </a:xfrm>
              <a:prstGeom prst="rect">
                <a:avLst/>
              </a:prstGeom>
              <a:solidFill>
                <a:srgbClr val="DA581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2400">
                  <a:solidFill>
                    <a:srgbClr val="000000"/>
                  </a:solidFill>
                  <a:latin typeface="Trebuchet MS" panose="020B0603020202020204" pitchFamily="34" charset="0"/>
                  <a:ea typeface="MS PGothic" panose="020B0600070205080204" pitchFamily="34" charset="-128"/>
                </a:endParaRPr>
              </a:p>
            </p:txBody>
          </p:sp>
          <p:sp>
            <p:nvSpPr>
              <p:cNvPr id="692" name="Rectangle 2086">
                <a:extLst>
                  <a:ext uri="{FF2B5EF4-FFF2-40B4-BE49-F238E27FC236}">
                    <a16:creationId xmlns:a16="http://schemas.microsoft.com/office/drawing/2014/main" id="{74DD43F1-278F-5FF3-BA27-512EC858515C}"/>
                  </a:ext>
                </a:extLst>
              </p:cNvPr>
              <p:cNvSpPr>
                <a:spLocks noChangeArrowheads="1"/>
              </p:cNvSpPr>
              <p:nvPr/>
            </p:nvSpPr>
            <p:spPr bwMode="auto">
              <a:xfrm>
                <a:off x="567050" y="1950358"/>
                <a:ext cx="1015612" cy="137160"/>
              </a:xfrm>
              <a:prstGeom prst="rect">
                <a:avLst/>
              </a:prstGeom>
              <a:solidFill>
                <a:srgbClr val="AEC3F5"/>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2400">
                  <a:solidFill>
                    <a:srgbClr val="000000"/>
                  </a:solidFill>
                  <a:latin typeface="Trebuchet MS" panose="020B0603020202020204" pitchFamily="34" charset="0"/>
                  <a:ea typeface="MS PGothic" panose="020B0600070205080204" pitchFamily="34" charset="-128"/>
                </a:endParaRPr>
              </a:p>
            </p:txBody>
          </p:sp>
          <p:sp>
            <p:nvSpPr>
              <p:cNvPr id="693" name="Rectangle 2087">
                <a:extLst>
                  <a:ext uri="{FF2B5EF4-FFF2-40B4-BE49-F238E27FC236}">
                    <a16:creationId xmlns:a16="http://schemas.microsoft.com/office/drawing/2014/main" id="{34363EBF-C464-E52B-8E65-B6F9F40B98F1}"/>
                  </a:ext>
                </a:extLst>
              </p:cNvPr>
              <p:cNvSpPr>
                <a:spLocks noChangeArrowheads="1"/>
              </p:cNvSpPr>
              <p:nvPr/>
            </p:nvSpPr>
            <p:spPr bwMode="auto">
              <a:xfrm>
                <a:off x="566747" y="1609166"/>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694" name="Rectangle 2088">
                <a:extLst>
                  <a:ext uri="{FF2B5EF4-FFF2-40B4-BE49-F238E27FC236}">
                    <a16:creationId xmlns:a16="http://schemas.microsoft.com/office/drawing/2014/main" id="{75532DBA-E875-9EA0-0A51-63CE226516D0}"/>
                  </a:ext>
                </a:extLst>
              </p:cNvPr>
              <p:cNvSpPr>
                <a:spLocks noChangeArrowheads="1"/>
              </p:cNvSpPr>
              <p:nvPr/>
            </p:nvSpPr>
            <p:spPr bwMode="auto">
              <a:xfrm>
                <a:off x="601782" y="1645957"/>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695" name="Rectangle 2089">
                <a:extLst>
                  <a:ext uri="{FF2B5EF4-FFF2-40B4-BE49-F238E27FC236}">
                    <a16:creationId xmlns:a16="http://schemas.microsoft.com/office/drawing/2014/main" id="{3EEAFAF6-20DA-B460-8F18-7EFAEC47CE2F}"/>
                  </a:ext>
                </a:extLst>
              </p:cNvPr>
              <p:cNvSpPr>
                <a:spLocks noChangeArrowheads="1"/>
              </p:cNvSpPr>
              <p:nvPr/>
            </p:nvSpPr>
            <p:spPr bwMode="auto">
              <a:xfrm>
                <a:off x="693857" y="1645957"/>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696" name="Rectangle 2090">
                <a:extLst>
                  <a:ext uri="{FF2B5EF4-FFF2-40B4-BE49-F238E27FC236}">
                    <a16:creationId xmlns:a16="http://schemas.microsoft.com/office/drawing/2014/main" id="{6787801D-1D67-94B9-5B47-980A1F5961FD}"/>
                  </a:ext>
                </a:extLst>
              </p:cNvPr>
              <p:cNvSpPr>
                <a:spLocks noChangeArrowheads="1"/>
              </p:cNvSpPr>
              <p:nvPr/>
            </p:nvSpPr>
            <p:spPr bwMode="auto">
              <a:xfrm>
                <a:off x="830272" y="1609166"/>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697" name="Rectangle 2091">
                <a:extLst>
                  <a:ext uri="{FF2B5EF4-FFF2-40B4-BE49-F238E27FC236}">
                    <a16:creationId xmlns:a16="http://schemas.microsoft.com/office/drawing/2014/main" id="{90958F66-C47A-AADE-9A3D-1AF866281212}"/>
                  </a:ext>
                </a:extLst>
              </p:cNvPr>
              <p:cNvSpPr>
                <a:spLocks noChangeArrowheads="1"/>
              </p:cNvSpPr>
              <p:nvPr/>
            </p:nvSpPr>
            <p:spPr bwMode="auto">
              <a:xfrm>
                <a:off x="865307" y="1645957"/>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698" name="Rectangle 2092">
                <a:extLst>
                  <a:ext uri="{FF2B5EF4-FFF2-40B4-BE49-F238E27FC236}">
                    <a16:creationId xmlns:a16="http://schemas.microsoft.com/office/drawing/2014/main" id="{B1E400EC-ECAB-3FA7-C877-049DC3C16353}"/>
                  </a:ext>
                </a:extLst>
              </p:cNvPr>
              <p:cNvSpPr>
                <a:spLocks noChangeArrowheads="1"/>
              </p:cNvSpPr>
              <p:nvPr/>
            </p:nvSpPr>
            <p:spPr bwMode="auto">
              <a:xfrm>
                <a:off x="957382" y="1645957"/>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699" name="Rectangle 2093">
                <a:extLst>
                  <a:ext uri="{FF2B5EF4-FFF2-40B4-BE49-F238E27FC236}">
                    <a16:creationId xmlns:a16="http://schemas.microsoft.com/office/drawing/2014/main" id="{D96BE757-D972-0662-8543-6D52D499179D}"/>
                  </a:ext>
                </a:extLst>
              </p:cNvPr>
              <p:cNvSpPr>
                <a:spLocks noChangeArrowheads="1"/>
              </p:cNvSpPr>
              <p:nvPr/>
            </p:nvSpPr>
            <p:spPr bwMode="auto">
              <a:xfrm>
                <a:off x="1093797" y="1609166"/>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700" name="Rectangle 2094">
                <a:extLst>
                  <a:ext uri="{FF2B5EF4-FFF2-40B4-BE49-F238E27FC236}">
                    <a16:creationId xmlns:a16="http://schemas.microsoft.com/office/drawing/2014/main" id="{E9D2ED02-ABA2-1907-AF4B-ED629C777114}"/>
                  </a:ext>
                </a:extLst>
              </p:cNvPr>
              <p:cNvSpPr>
                <a:spLocks noChangeArrowheads="1"/>
              </p:cNvSpPr>
              <p:nvPr/>
            </p:nvSpPr>
            <p:spPr bwMode="auto">
              <a:xfrm>
                <a:off x="1128832" y="1645957"/>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701" name="Rectangle 2095">
                <a:extLst>
                  <a:ext uri="{FF2B5EF4-FFF2-40B4-BE49-F238E27FC236}">
                    <a16:creationId xmlns:a16="http://schemas.microsoft.com/office/drawing/2014/main" id="{3B147189-A192-D18B-97A8-2E1265C7F93D}"/>
                  </a:ext>
                </a:extLst>
              </p:cNvPr>
              <p:cNvSpPr>
                <a:spLocks noChangeArrowheads="1"/>
              </p:cNvSpPr>
              <p:nvPr/>
            </p:nvSpPr>
            <p:spPr bwMode="auto">
              <a:xfrm>
                <a:off x="1220907" y="1645957"/>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702" name="Rectangle 2096">
                <a:extLst>
                  <a:ext uri="{FF2B5EF4-FFF2-40B4-BE49-F238E27FC236}">
                    <a16:creationId xmlns:a16="http://schemas.microsoft.com/office/drawing/2014/main" id="{7465FDF0-764F-01C6-D18B-F879AEE7D26B}"/>
                  </a:ext>
                </a:extLst>
              </p:cNvPr>
              <p:cNvSpPr>
                <a:spLocks noChangeArrowheads="1"/>
              </p:cNvSpPr>
              <p:nvPr/>
            </p:nvSpPr>
            <p:spPr bwMode="auto">
              <a:xfrm>
                <a:off x="1357322" y="1609166"/>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703" name="Rectangle 2097">
                <a:extLst>
                  <a:ext uri="{FF2B5EF4-FFF2-40B4-BE49-F238E27FC236}">
                    <a16:creationId xmlns:a16="http://schemas.microsoft.com/office/drawing/2014/main" id="{13E90C10-3338-EC04-F896-02E9D1B6E1B8}"/>
                  </a:ext>
                </a:extLst>
              </p:cNvPr>
              <p:cNvSpPr>
                <a:spLocks noChangeArrowheads="1"/>
              </p:cNvSpPr>
              <p:nvPr/>
            </p:nvSpPr>
            <p:spPr bwMode="auto">
              <a:xfrm>
                <a:off x="1392357" y="1645957"/>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704" name="Rectangle 2098">
                <a:extLst>
                  <a:ext uri="{FF2B5EF4-FFF2-40B4-BE49-F238E27FC236}">
                    <a16:creationId xmlns:a16="http://schemas.microsoft.com/office/drawing/2014/main" id="{1FC168B2-3542-DC47-5C1B-963E49494B43}"/>
                  </a:ext>
                </a:extLst>
              </p:cNvPr>
              <p:cNvSpPr>
                <a:spLocks noChangeArrowheads="1"/>
              </p:cNvSpPr>
              <p:nvPr/>
            </p:nvSpPr>
            <p:spPr bwMode="auto">
              <a:xfrm>
                <a:off x="1484432" y="1645957"/>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705" name="Rectangle 2099">
                <a:extLst>
                  <a:ext uri="{FF2B5EF4-FFF2-40B4-BE49-F238E27FC236}">
                    <a16:creationId xmlns:a16="http://schemas.microsoft.com/office/drawing/2014/main" id="{C532C921-09CF-DAF5-3250-D64D56D1DF96}"/>
                  </a:ext>
                </a:extLst>
              </p:cNvPr>
              <p:cNvSpPr>
                <a:spLocks noChangeArrowheads="1"/>
              </p:cNvSpPr>
              <p:nvPr/>
            </p:nvSpPr>
            <p:spPr bwMode="auto">
              <a:xfrm>
                <a:off x="566747" y="1777441"/>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706" name="Rectangle 2100">
                <a:extLst>
                  <a:ext uri="{FF2B5EF4-FFF2-40B4-BE49-F238E27FC236}">
                    <a16:creationId xmlns:a16="http://schemas.microsoft.com/office/drawing/2014/main" id="{01F2FA7D-0054-861C-3274-94F3EAD4F3AD}"/>
                  </a:ext>
                </a:extLst>
              </p:cNvPr>
              <p:cNvSpPr>
                <a:spLocks noChangeArrowheads="1"/>
              </p:cNvSpPr>
              <p:nvPr/>
            </p:nvSpPr>
            <p:spPr bwMode="auto">
              <a:xfrm>
                <a:off x="601782" y="1814232"/>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707" name="Rectangle 2101">
                <a:extLst>
                  <a:ext uri="{FF2B5EF4-FFF2-40B4-BE49-F238E27FC236}">
                    <a16:creationId xmlns:a16="http://schemas.microsoft.com/office/drawing/2014/main" id="{8F3CD406-9392-0CFD-4177-8597F5FE312F}"/>
                  </a:ext>
                </a:extLst>
              </p:cNvPr>
              <p:cNvSpPr>
                <a:spLocks noChangeArrowheads="1"/>
              </p:cNvSpPr>
              <p:nvPr/>
            </p:nvSpPr>
            <p:spPr bwMode="auto">
              <a:xfrm>
                <a:off x="693857" y="1814232"/>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708" name="Rectangle 2102">
                <a:extLst>
                  <a:ext uri="{FF2B5EF4-FFF2-40B4-BE49-F238E27FC236}">
                    <a16:creationId xmlns:a16="http://schemas.microsoft.com/office/drawing/2014/main" id="{B1FF9A80-A713-2AC4-4361-6F93AFE3E3E3}"/>
                  </a:ext>
                </a:extLst>
              </p:cNvPr>
              <p:cNvSpPr>
                <a:spLocks noChangeArrowheads="1"/>
              </p:cNvSpPr>
              <p:nvPr/>
            </p:nvSpPr>
            <p:spPr bwMode="auto">
              <a:xfrm>
                <a:off x="830272" y="1777441"/>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709" name="Rectangle 2103">
                <a:extLst>
                  <a:ext uri="{FF2B5EF4-FFF2-40B4-BE49-F238E27FC236}">
                    <a16:creationId xmlns:a16="http://schemas.microsoft.com/office/drawing/2014/main" id="{C8A36D09-11A9-BE70-42A5-37F7465E7ABB}"/>
                  </a:ext>
                </a:extLst>
              </p:cNvPr>
              <p:cNvSpPr>
                <a:spLocks noChangeArrowheads="1"/>
              </p:cNvSpPr>
              <p:nvPr/>
            </p:nvSpPr>
            <p:spPr bwMode="auto">
              <a:xfrm>
                <a:off x="865307" y="1814232"/>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710" name="Rectangle 2104">
                <a:extLst>
                  <a:ext uri="{FF2B5EF4-FFF2-40B4-BE49-F238E27FC236}">
                    <a16:creationId xmlns:a16="http://schemas.microsoft.com/office/drawing/2014/main" id="{5E314BBE-2E05-5425-0F27-CBD735145CD8}"/>
                  </a:ext>
                </a:extLst>
              </p:cNvPr>
              <p:cNvSpPr>
                <a:spLocks noChangeArrowheads="1"/>
              </p:cNvSpPr>
              <p:nvPr/>
            </p:nvSpPr>
            <p:spPr bwMode="auto">
              <a:xfrm>
                <a:off x="957382" y="1814232"/>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711" name="Rectangle 2105">
                <a:extLst>
                  <a:ext uri="{FF2B5EF4-FFF2-40B4-BE49-F238E27FC236}">
                    <a16:creationId xmlns:a16="http://schemas.microsoft.com/office/drawing/2014/main" id="{0D4D1A2D-A6A3-BFF2-CB03-6C4A70B69060}"/>
                  </a:ext>
                </a:extLst>
              </p:cNvPr>
              <p:cNvSpPr>
                <a:spLocks noChangeArrowheads="1"/>
              </p:cNvSpPr>
              <p:nvPr/>
            </p:nvSpPr>
            <p:spPr bwMode="auto">
              <a:xfrm>
                <a:off x="1093797" y="1777441"/>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712" name="Rectangle 2106">
                <a:extLst>
                  <a:ext uri="{FF2B5EF4-FFF2-40B4-BE49-F238E27FC236}">
                    <a16:creationId xmlns:a16="http://schemas.microsoft.com/office/drawing/2014/main" id="{520454D7-FAA5-DAB6-D595-D70274D76945}"/>
                  </a:ext>
                </a:extLst>
              </p:cNvPr>
              <p:cNvSpPr>
                <a:spLocks noChangeArrowheads="1"/>
              </p:cNvSpPr>
              <p:nvPr/>
            </p:nvSpPr>
            <p:spPr bwMode="auto">
              <a:xfrm>
                <a:off x="1128832" y="1814232"/>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713" name="Rectangle 2107">
                <a:extLst>
                  <a:ext uri="{FF2B5EF4-FFF2-40B4-BE49-F238E27FC236}">
                    <a16:creationId xmlns:a16="http://schemas.microsoft.com/office/drawing/2014/main" id="{38DC5D35-F9DE-31B0-0F14-19167FEF4EA0}"/>
                  </a:ext>
                </a:extLst>
              </p:cNvPr>
              <p:cNvSpPr>
                <a:spLocks noChangeArrowheads="1"/>
              </p:cNvSpPr>
              <p:nvPr/>
            </p:nvSpPr>
            <p:spPr bwMode="auto">
              <a:xfrm>
                <a:off x="1220907" y="1814232"/>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714" name="Rectangle 2108">
                <a:extLst>
                  <a:ext uri="{FF2B5EF4-FFF2-40B4-BE49-F238E27FC236}">
                    <a16:creationId xmlns:a16="http://schemas.microsoft.com/office/drawing/2014/main" id="{A7D79144-505F-0066-CD5D-CFD15B6DEBCB}"/>
                  </a:ext>
                </a:extLst>
              </p:cNvPr>
              <p:cNvSpPr>
                <a:spLocks noChangeArrowheads="1"/>
              </p:cNvSpPr>
              <p:nvPr/>
            </p:nvSpPr>
            <p:spPr bwMode="auto">
              <a:xfrm>
                <a:off x="1357322" y="1777441"/>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715" name="Rectangle 2109">
                <a:extLst>
                  <a:ext uri="{FF2B5EF4-FFF2-40B4-BE49-F238E27FC236}">
                    <a16:creationId xmlns:a16="http://schemas.microsoft.com/office/drawing/2014/main" id="{523C42D7-154D-2364-C534-E5625E2ECDC0}"/>
                  </a:ext>
                </a:extLst>
              </p:cNvPr>
              <p:cNvSpPr>
                <a:spLocks noChangeArrowheads="1"/>
              </p:cNvSpPr>
              <p:nvPr/>
            </p:nvSpPr>
            <p:spPr bwMode="auto">
              <a:xfrm>
                <a:off x="1392357" y="1814232"/>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716" name="Rectangle 2110">
                <a:extLst>
                  <a:ext uri="{FF2B5EF4-FFF2-40B4-BE49-F238E27FC236}">
                    <a16:creationId xmlns:a16="http://schemas.microsoft.com/office/drawing/2014/main" id="{04320401-C002-C7A4-35C7-3F7CDE8A5C3B}"/>
                  </a:ext>
                </a:extLst>
              </p:cNvPr>
              <p:cNvSpPr>
                <a:spLocks noChangeArrowheads="1"/>
              </p:cNvSpPr>
              <p:nvPr/>
            </p:nvSpPr>
            <p:spPr bwMode="auto">
              <a:xfrm>
                <a:off x="1484432" y="1814232"/>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grpSp>
        <p:grpSp>
          <p:nvGrpSpPr>
            <p:cNvPr id="634" name="Group 1429">
              <a:extLst>
                <a:ext uri="{FF2B5EF4-FFF2-40B4-BE49-F238E27FC236}">
                  <a16:creationId xmlns:a16="http://schemas.microsoft.com/office/drawing/2014/main" id="{F1C05CF1-4A58-16E7-38B5-FE636A47CBA7}"/>
                </a:ext>
              </a:extLst>
            </p:cNvPr>
            <p:cNvGrpSpPr/>
            <p:nvPr/>
          </p:nvGrpSpPr>
          <p:grpSpPr bwMode="auto">
            <a:xfrm>
              <a:off x="6162245" y="1394996"/>
              <a:ext cx="1114185" cy="751417"/>
              <a:chOff x="517764" y="1384300"/>
              <a:chExt cx="1114185" cy="751417"/>
            </a:xfrm>
          </p:grpSpPr>
          <p:sp>
            <p:nvSpPr>
              <p:cNvPr id="663" name="Rectangle 2057">
                <a:extLst>
                  <a:ext uri="{FF2B5EF4-FFF2-40B4-BE49-F238E27FC236}">
                    <a16:creationId xmlns:a16="http://schemas.microsoft.com/office/drawing/2014/main" id="{50AF776B-7409-4D92-3D66-B15DCDFF64AC}"/>
                  </a:ext>
                </a:extLst>
              </p:cNvPr>
              <p:cNvSpPr/>
              <p:nvPr/>
            </p:nvSpPr>
            <p:spPr bwMode="auto">
              <a:xfrm>
                <a:off x="517189" y="1384799"/>
                <a:ext cx="1114332" cy="750863"/>
              </a:xfrm>
              <a:prstGeom prst="rect">
                <a:avLst/>
              </a:prstGeom>
              <a:solidFill>
                <a:schemeClr val="bg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anchor="ctr" anchorCtr="1"/>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algn="ctr">
                  <a:spcBef>
                    <a:spcPct val="50000"/>
                  </a:spcBef>
                  <a:defRPr/>
                </a:pPr>
                <a:endParaRPr lang="en-US" altLang="zh-CN" sz="2400">
                  <a:solidFill>
                    <a:srgbClr val="000000"/>
                  </a:solidFill>
                  <a:latin typeface="Trebuchet MS" panose="020B0603020202020204" pitchFamily="34" charset="0"/>
                  <a:cs typeface="Arial" panose="020B0604020202020204" pitchFamily="34" charset="0"/>
                </a:endParaRPr>
              </a:p>
            </p:txBody>
          </p:sp>
          <p:sp>
            <p:nvSpPr>
              <p:cNvPr id="664" name="Rectangle 2058">
                <a:extLst>
                  <a:ext uri="{FF2B5EF4-FFF2-40B4-BE49-F238E27FC236}">
                    <a16:creationId xmlns:a16="http://schemas.microsoft.com/office/drawing/2014/main" id="{A12FF59F-3D13-357D-D639-75125B0DA7DE}"/>
                  </a:ext>
                </a:extLst>
              </p:cNvPr>
              <p:cNvSpPr>
                <a:spLocks noChangeArrowheads="1"/>
              </p:cNvSpPr>
              <p:nvPr/>
            </p:nvSpPr>
            <p:spPr bwMode="auto">
              <a:xfrm>
                <a:off x="725801" y="1433925"/>
                <a:ext cx="698111" cy="137160"/>
              </a:xfrm>
              <a:prstGeom prst="rect">
                <a:avLst/>
              </a:prstGeom>
              <a:solidFill>
                <a:srgbClr val="DA581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2400">
                  <a:solidFill>
                    <a:srgbClr val="000000"/>
                  </a:solidFill>
                  <a:latin typeface="Trebuchet MS" panose="020B0603020202020204" pitchFamily="34" charset="0"/>
                  <a:ea typeface="MS PGothic" panose="020B0600070205080204" pitchFamily="34" charset="-128"/>
                </a:endParaRPr>
              </a:p>
            </p:txBody>
          </p:sp>
          <p:sp>
            <p:nvSpPr>
              <p:cNvPr id="665" name="Rectangle 2059">
                <a:extLst>
                  <a:ext uri="{FF2B5EF4-FFF2-40B4-BE49-F238E27FC236}">
                    <a16:creationId xmlns:a16="http://schemas.microsoft.com/office/drawing/2014/main" id="{A691D52E-1B16-64A7-55AA-C7D67DD4A25E}"/>
                  </a:ext>
                </a:extLst>
              </p:cNvPr>
              <p:cNvSpPr>
                <a:spLocks noChangeArrowheads="1"/>
              </p:cNvSpPr>
              <p:nvPr/>
            </p:nvSpPr>
            <p:spPr bwMode="auto">
              <a:xfrm>
                <a:off x="567050" y="1950358"/>
                <a:ext cx="1015612" cy="137160"/>
              </a:xfrm>
              <a:prstGeom prst="rect">
                <a:avLst/>
              </a:prstGeom>
              <a:solidFill>
                <a:srgbClr val="AEC3F5"/>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2400">
                  <a:solidFill>
                    <a:srgbClr val="000000"/>
                  </a:solidFill>
                  <a:latin typeface="Trebuchet MS" panose="020B0603020202020204" pitchFamily="34" charset="0"/>
                  <a:ea typeface="MS PGothic" panose="020B0600070205080204" pitchFamily="34" charset="-128"/>
                </a:endParaRPr>
              </a:p>
            </p:txBody>
          </p:sp>
          <p:sp>
            <p:nvSpPr>
              <p:cNvPr id="666" name="Rectangle 2060">
                <a:extLst>
                  <a:ext uri="{FF2B5EF4-FFF2-40B4-BE49-F238E27FC236}">
                    <a16:creationId xmlns:a16="http://schemas.microsoft.com/office/drawing/2014/main" id="{B2C788BA-58B1-E05E-3F0D-706551A5BA11}"/>
                  </a:ext>
                </a:extLst>
              </p:cNvPr>
              <p:cNvSpPr>
                <a:spLocks noChangeArrowheads="1"/>
              </p:cNvSpPr>
              <p:nvPr/>
            </p:nvSpPr>
            <p:spPr bwMode="auto">
              <a:xfrm>
                <a:off x="566747" y="1609166"/>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667" name="Rectangle 2061">
                <a:extLst>
                  <a:ext uri="{FF2B5EF4-FFF2-40B4-BE49-F238E27FC236}">
                    <a16:creationId xmlns:a16="http://schemas.microsoft.com/office/drawing/2014/main" id="{A7155494-6E0F-33FF-5F7C-197B15E5C8DF}"/>
                  </a:ext>
                </a:extLst>
              </p:cNvPr>
              <p:cNvSpPr>
                <a:spLocks noChangeArrowheads="1"/>
              </p:cNvSpPr>
              <p:nvPr/>
            </p:nvSpPr>
            <p:spPr bwMode="auto">
              <a:xfrm>
                <a:off x="601782" y="1645957"/>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668" name="Rectangle 2062">
                <a:extLst>
                  <a:ext uri="{FF2B5EF4-FFF2-40B4-BE49-F238E27FC236}">
                    <a16:creationId xmlns:a16="http://schemas.microsoft.com/office/drawing/2014/main" id="{DB3776AF-A8E0-1EB4-06E1-440AF0E3FBB9}"/>
                  </a:ext>
                </a:extLst>
              </p:cNvPr>
              <p:cNvSpPr>
                <a:spLocks noChangeArrowheads="1"/>
              </p:cNvSpPr>
              <p:nvPr/>
            </p:nvSpPr>
            <p:spPr bwMode="auto">
              <a:xfrm>
                <a:off x="693857" y="1645957"/>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669" name="Rectangle 2063">
                <a:extLst>
                  <a:ext uri="{FF2B5EF4-FFF2-40B4-BE49-F238E27FC236}">
                    <a16:creationId xmlns:a16="http://schemas.microsoft.com/office/drawing/2014/main" id="{394A8762-FF58-20E1-EB87-8EE20EFE00B1}"/>
                  </a:ext>
                </a:extLst>
              </p:cNvPr>
              <p:cNvSpPr>
                <a:spLocks noChangeArrowheads="1"/>
              </p:cNvSpPr>
              <p:nvPr/>
            </p:nvSpPr>
            <p:spPr bwMode="auto">
              <a:xfrm>
                <a:off x="830272" y="1609166"/>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670" name="Rectangle 2064">
                <a:extLst>
                  <a:ext uri="{FF2B5EF4-FFF2-40B4-BE49-F238E27FC236}">
                    <a16:creationId xmlns:a16="http://schemas.microsoft.com/office/drawing/2014/main" id="{5FB9B1E4-38E6-7BC7-31DB-E68A511D92D3}"/>
                  </a:ext>
                </a:extLst>
              </p:cNvPr>
              <p:cNvSpPr>
                <a:spLocks noChangeArrowheads="1"/>
              </p:cNvSpPr>
              <p:nvPr/>
            </p:nvSpPr>
            <p:spPr bwMode="auto">
              <a:xfrm>
                <a:off x="865307" y="1645957"/>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671" name="Rectangle 2065">
                <a:extLst>
                  <a:ext uri="{FF2B5EF4-FFF2-40B4-BE49-F238E27FC236}">
                    <a16:creationId xmlns:a16="http://schemas.microsoft.com/office/drawing/2014/main" id="{3DD6AA42-2489-001E-8CD9-E63A6DC07B8E}"/>
                  </a:ext>
                </a:extLst>
              </p:cNvPr>
              <p:cNvSpPr>
                <a:spLocks noChangeArrowheads="1"/>
              </p:cNvSpPr>
              <p:nvPr/>
            </p:nvSpPr>
            <p:spPr bwMode="auto">
              <a:xfrm>
                <a:off x="957382" y="1645957"/>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672" name="Rectangle 2066">
                <a:extLst>
                  <a:ext uri="{FF2B5EF4-FFF2-40B4-BE49-F238E27FC236}">
                    <a16:creationId xmlns:a16="http://schemas.microsoft.com/office/drawing/2014/main" id="{B3EAB09A-A911-FA8E-C6F1-B80C67C0FB72}"/>
                  </a:ext>
                </a:extLst>
              </p:cNvPr>
              <p:cNvSpPr>
                <a:spLocks noChangeArrowheads="1"/>
              </p:cNvSpPr>
              <p:nvPr/>
            </p:nvSpPr>
            <p:spPr bwMode="auto">
              <a:xfrm>
                <a:off x="1093797" y="1609166"/>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673" name="Rectangle 2067">
                <a:extLst>
                  <a:ext uri="{FF2B5EF4-FFF2-40B4-BE49-F238E27FC236}">
                    <a16:creationId xmlns:a16="http://schemas.microsoft.com/office/drawing/2014/main" id="{8EF8C731-99B1-F24E-B5AF-A5070C573A11}"/>
                  </a:ext>
                </a:extLst>
              </p:cNvPr>
              <p:cNvSpPr>
                <a:spLocks noChangeArrowheads="1"/>
              </p:cNvSpPr>
              <p:nvPr/>
            </p:nvSpPr>
            <p:spPr bwMode="auto">
              <a:xfrm>
                <a:off x="1128832" y="1645957"/>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674" name="Rectangle 2068">
                <a:extLst>
                  <a:ext uri="{FF2B5EF4-FFF2-40B4-BE49-F238E27FC236}">
                    <a16:creationId xmlns:a16="http://schemas.microsoft.com/office/drawing/2014/main" id="{8F79363C-B6BF-B88F-C1B4-E739E8735FC6}"/>
                  </a:ext>
                </a:extLst>
              </p:cNvPr>
              <p:cNvSpPr>
                <a:spLocks noChangeArrowheads="1"/>
              </p:cNvSpPr>
              <p:nvPr/>
            </p:nvSpPr>
            <p:spPr bwMode="auto">
              <a:xfrm>
                <a:off x="1220907" y="1645957"/>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675" name="Rectangle 2069">
                <a:extLst>
                  <a:ext uri="{FF2B5EF4-FFF2-40B4-BE49-F238E27FC236}">
                    <a16:creationId xmlns:a16="http://schemas.microsoft.com/office/drawing/2014/main" id="{EC190D72-28CB-8384-6ED3-20364508BCCA}"/>
                  </a:ext>
                </a:extLst>
              </p:cNvPr>
              <p:cNvSpPr>
                <a:spLocks noChangeArrowheads="1"/>
              </p:cNvSpPr>
              <p:nvPr/>
            </p:nvSpPr>
            <p:spPr bwMode="auto">
              <a:xfrm>
                <a:off x="1357322" y="1609166"/>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676" name="Rectangle 2070">
                <a:extLst>
                  <a:ext uri="{FF2B5EF4-FFF2-40B4-BE49-F238E27FC236}">
                    <a16:creationId xmlns:a16="http://schemas.microsoft.com/office/drawing/2014/main" id="{A2F65174-00FB-6350-09B1-78BB40E15140}"/>
                  </a:ext>
                </a:extLst>
              </p:cNvPr>
              <p:cNvSpPr>
                <a:spLocks noChangeArrowheads="1"/>
              </p:cNvSpPr>
              <p:nvPr/>
            </p:nvSpPr>
            <p:spPr bwMode="auto">
              <a:xfrm>
                <a:off x="1392357" y="1645957"/>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677" name="Rectangle 2071">
                <a:extLst>
                  <a:ext uri="{FF2B5EF4-FFF2-40B4-BE49-F238E27FC236}">
                    <a16:creationId xmlns:a16="http://schemas.microsoft.com/office/drawing/2014/main" id="{EB534B92-8205-07F0-EC3E-4ABC6FCC5D16}"/>
                  </a:ext>
                </a:extLst>
              </p:cNvPr>
              <p:cNvSpPr>
                <a:spLocks noChangeArrowheads="1"/>
              </p:cNvSpPr>
              <p:nvPr/>
            </p:nvSpPr>
            <p:spPr bwMode="auto">
              <a:xfrm>
                <a:off x="1484432" y="1645957"/>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678" name="Rectangle 2072">
                <a:extLst>
                  <a:ext uri="{FF2B5EF4-FFF2-40B4-BE49-F238E27FC236}">
                    <a16:creationId xmlns:a16="http://schemas.microsoft.com/office/drawing/2014/main" id="{F3CC2229-5636-DA4C-B33F-7B5D42EBFB87}"/>
                  </a:ext>
                </a:extLst>
              </p:cNvPr>
              <p:cNvSpPr>
                <a:spLocks noChangeArrowheads="1"/>
              </p:cNvSpPr>
              <p:nvPr/>
            </p:nvSpPr>
            <p:spPr bwMode="auto">
              <a:xfrm>
                <a:off x="566747" y="1777441"/>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679" name="Rectangle 2073">
                <a:extLst>
                  <a:ext uri="{FF2B5EF4-FFF2-40B4-BE49-F238E27FC236}">
                    <a16:creationId xmlns:a16="http://schemas.microsoft.com/office/drawing/2014/main" id="{7CBDE6CE-D43B-2C59-879E-729C8348A4B0}"/>
                  </a:ext>
                </a:extLst>
              </p:cNvPr>
              <p:cNvSpPr>
                <a:spLocks noChangeArrowheads="1"/>
              </p:cNvSpPr>
              <p:nvPr/>
            </p:nvSpPr>
            <p:spPr bwMode="auto">
              <a:xfrm>
                <a:off x="601782" y="1814232"/>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680" name="Rectangle 2074">
                <a:extLst>
                  <a:ext uri="{FF2B5EF4-FFF2-40B4-BE49-F238E27FC236}">
                    <a16:creationId xmlns:a16="http://schemas.microsoft.com/office/drawing/2014/main" id="{CCDD9DF1-15F0-8BE4-F789-3F63233F8B5A}"/>
                  </a:ext>
                </a:extLst>
              </p:cNvPr>
              <p:cNvSpPr>
                <a:spLocks noChangeArrowheads="1"/>
              </p:cNvSpPr>
              <p:nvPr/>
            </p:nvSpPr>
            <p:spPr bwMode="auto">
              <a:xfrm>
                <a:off x="693857" y="1814232"/>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681" name="Rectangle 2075">
                <a:extLst>
                  <a:ext uri="{FF2B5EF4-FFF2-40B4-BE49-F238E27FC236}">
                    <a16:creationId xmlns:a16="http://schemas.microsoft.com/office/drawing/2014/main" id="{40C6BBAF-CF1E-A4B9-B5C8-569670FDD480}"/>
                  </a:ext>
                </a:extLst>
              </p:cNvPr>
              <p:cNvSpPr>
                <a:spLocks noChangeArrowheads="1"/>
              </p:cNvSpPr>
              <p:nvPr/>
            </p:nvSpPr>
            <p:spPr bwMode="auto">
              <a:xfrm>
                <a:off x="830272" y="1777441"/>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682" name="Rectangle 2076">
                <a:extLst>
                  <a:ext uri="{FF2B5EF4-FFF2-40B4-BE49-F238E27FC236}">
                    <a16:creationId xmlns:a16="http://schemas.microsoft.com/office/drawing/2014/main" id="{7A855D95-D8A1-04B8-39A2-4CCA13BE96F1}"/>
                  </a:ext>
                </a:extLst>
              </p:cNvPr>
              <p:cNvSpPr>
                <a:spLocks noChangeArrowheads="1"/>
              </p:cNvSpPr>
              <p:nvPr/>
            </p:nvSpPr>
            <p:spPr bwMode="auto">
              <a:xfrm>
                <a:off x="865307" y="1814232"/>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683" name="Rectangle 2077">
                <a:extLst>
                  <a:ext uri="{FF2B5EF4-FFF2-40B4-BE49-F238E27FC236}">
                    <a16:creationId xmlns:a16="http://schemas.microsoft.com/office/drawing/2014/main" id="{EC18A1FD-C746-2798-7C47-A957DAE1B57B}"/>
                  </a:ext>
                </a:extLst>
              </p:cNvPr>
              <p:cNvSpPr>
                <a:spLocks noChangeArrowheads="1"/>
              </p:cNvSpPr>
              <p:nvPr/>
            </p:nvSpPr>
            <p:spPr bwMode="auto">
              <a:xfrm>
                <a:off x="957382" y="1814232"/>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684" name="Rectangle 2078">
                <a:extLst>
                  <a:ext uri="{FF2B5EF4-FFF2-40B4-BE49-F238E27FC236}">
                    <a16:creationId xmlns:a16="http://schemas.microsoft.com/office/drawing/2014/main" id="{047AB595-0491-14FC-5E69-241F18A2A6B0}"/>
                  </a:ext>
                </a:extLst>
              </p:cNvPr>
              <p:cNvSpPr>
                <a:spLocks noChangeArrowheads="1"/>
              </p:cNvSpPr>
              <p:nvPr/>
            </p:nvSpPr>
            <p:spPr bwMode="auto">
              <a:xfrm>
                <a:off x="1093797" y="1777441"/>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685" name="Rectangle 2079">
                <a:extLst>
                  <a:ext uri="{FF2B5EF4-FFF2-40B4-BE49-F238E27FC236}">
                    <a16:creationId xmlns:a16="http://schemas.microsoft.com/office/drawing/2014/main" id="{ED65C78A-A400-CAB6-EC41-D62D7EEE8F1F}"/>
                  </a:ext>
                </a:extLst>
              </p:cNvPr>
              <p:cNvSpPr>
                <a:spLocks noChangeArrowheads="1"/>
              </p:cNvSpPr>
              <p:nvPr/>
            </p:nvSpPr>
            <p:spPr bwMode="auto">
              <a:xfrm>
                <a:off x="1128832" y="1814232"/>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686" name="Rectangle 2080">
                <a:extLst>
                  <a:ext uri="{FF2B5EF4-FFF2-40B4-BE49-F238E27FC236}">
                    <a16:creationId xmlns:a16="http://schemas.microsoft.com/office/drawing/2014/main" id="{7D2ABC66-CBD8-6F9C-631E-36D734FDC1DE}"/>
                  </a:ext>
                </a:extLst>
              </p:cNvPr>
              <p:cNvSpPr>
                <a:spLocks noChangeArrowheads="1"/>
              </p:cNvSpPr>
              <p:nvPr/>
            </p:nvSpPr>
            <p:spPr bwMode="auto">
              <a:xfrm>
                <a:off x="1220907" y="1814232"/>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687" name="Rectangle 2081">
                <a:extLst>
                  <a:ext uri="{FF2B5EF4-FFF2-40B4-BE49-F238E27FC236}">
                    <a16:creationId xmlns:a16="http://schemas.microsoft.com/office/drawing/2014/main" id="{A56092A1-FDAE-11FD-E843-6CBD2D6EEDD0}"/>
                  </a:ext>
                </a:extLst>
              </p:cNvPr>
              <p:cNvSpPr>
                <a:spLocks noChangeArrowheads="1"/>
              </p:cNvSpPr>
              <p:nvPr/>
            </p:nvSpPr>
            <p:spPr bwMode="auto">
              <a:xfrm>
                <a:off x="1357322" y="1777441"/>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688" name="Rectangle 2082">
                <a:extLst>
                  <a:ext uri="{FF2B5EF4-FFF2-40B4-BE49-F238E27FC236}">
                    <a16:creationId xmlns:a16="http://schemas.microsoft.com/office/drawing/2014/main" id="{3110F549-C3FE-E05A-A008-308E709C37EC}"/>
                  </a:ext>
                </a:extLst>
              </p:cNvPr>
              <p:cNvSpPr>
                <a:spLocks noChangeArrowheads="1"/>
              </p:cNvSpPr>
              <p:nvPr/>
            </p:nvSpPr>
            <p:spPr bwMode="auto">
              <a:xfrm>
                <a:off x="1392357" y="1814232"/>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689" name="Rectangle 2083">
                <a:extLst>
                  <a:ext uri="{FF2B5EF4-FFF2-40B4-BE49-F238E27FC236}">
                    <a16:creationId xmlns:a16="http://schemas.microsoft.com/office/drawing/2014/main" id="{61F472DA-BA79-B785-F8E1-399EB256F6C8}"/>
                  </a:ext>
                </a:extLst>
              </p:cNvPr>
              <p:cNvSpPr>
                <a:spLocks noChangeArrowheads="1"/>
              </p:cNvSpPr>
              <p:nvPr/>
            </p:nvSpPr>
            <p:spPr bwMode="auto">
              <a:xfrm>
                <a:off x="1484432" y="1814232"/>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grpSp>
        <p:grpSp>
          <p:nvGrpSpPr>
            <p:cNvPr id="635" name="Group 1457">
              <a:extLst>
                <a:ext uri="{FF2B5EF4-FFF2-40B4-BE49-F238E27FC236}">
                  <a16:creationId xmlns:a16="http://schemas.microsoft.com/office/drawing/2014/main" id="{AE01A68A-8D21-80D4-7C31-8ABD12CD9A5B}"/>
                </a:ext>
              </a:extLst>
            </p:cNvPr>
            <p:cNvGrpSpPr/>
            <p:nvPr/>
          </p:nvGrpSpPr>
          <p:grpSpPr bwMode="auto">
            <a:xfrm>
              <a:off x="7325297" y="1394996"/>
              <a:ext cx="1114185" cy="751417"/>
              <a:chOff x="517764" y="1384300"/>
              <a:chExt cx="1114185" cy="751417"/>
            </a:xfrm>
          </p:grpSpPr>
          <p:sp>
            <p:nvSpPr>
              <p:cNvPr id="636" name="Rectangle 2030">
                <a:extLst>
                  <a:ext uri="{FF2B5EF4-FFF2-40B4-BE49-F238E27FC236}">
                    <a16:creationId xmlns:a16="http://schemas.microsoft.com/office/drawing/2014/main" id="{9971AD62-81D5-60CF-62D8-8D68D7F44233}"/>
                  </a:ext>
                </a:extLst>
              </p:cNvPr>
              <p:cNvSpPr/>
              <p:nvPr/>
            </p:nvSpPr>
            <p:spPr bwMode="auto">
              <a:xfrm>
                <a:off x="517679" y="1384799"/>
                <a:ext cx="1114332" cy="750863"/>
              </a:xfrm>
              <a:prstGeom prst="rect">
                <a:avLst/>
              </a:prstGeom>
              <a:solidFill>
                <a:schemeClr val="bg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anchor="ctr" anchorCtr="1"/>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algn="ctr">
                  <a:spcBef>
                    <a:spcPct val="50000"/>
                  </a:spcBef>
                  <a:defRPr/>
                </a:pPr>
                <a:endParaRPr lang="en-US" altLang="zh-CN" sz="2400">
                  <a:solidFill>
                    <a:srgbClr val="000000"/>
                  </a:solidFill>
                  <a:latin typeface="Trebuchet MS" panose="020B0603020202020204" pitchFamily="34" charset="0"/>
                  <a:cs typeface="Arial" panose="020B0604020202020204" pitchFamily="34" charset="0"/>
                </a:endParaRPr>
              </a:p>
            </p:txBody>
          </p:sp>
          <p:sp>
            <p:nvSpPr>
              <p:cNvPr id="637" name="Rectangle 2031">
                <a:extLst>
                  <a:ext uri="{FF2B5EF4-FFF2-40B4-BE49-F238E27FC236}">
                    <a16:creationId xmlns:a16="http://schemas.microsoft.com/office/drawing/2014/main" id="{7EA45AD9-E511-FA1C-1C7A-15F63AD8B86C}"/>
                  </a:ext>
                </a:extLst>
              </p:cNvPr>
              <p:cNvSpPr>
                <a:spLocks noChangeArrowheads="1"/>
              </p:cNvSpPr>
              <p:nvPr/>
            </p:nvSpPr>
            <p:spPr bwMode="auto">
              <a:xfrm>
                <a:off x="725801" y="1433925"/>
                <a:ext cx="698111" cy="137160"/>
              </a:xfrm>
              <a:prstGeom prst="rect">
                <a:avLst/>
              </a:prstGeom>
              <a:solidFill>
                <a:srgbClr val="DA581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2400">
                  <a:solidFill>
                    <a:srgbClr val="000000"/>
                  </a:solidFill>
                  <a:latin typeface="Trebuchet MS" panose="020B0603020202020204" pitchFamily="34" charset="0"/>
                  <a:ea typeface="MS PGothic" panose="020B0600070205080204" pitchFamily="34" charset="-128"/>
                </a:endParaRPr>
              </a:p>
            </p:txBody>
          </p:sp>
          <p:sp>
            <p:nvSpPr>
              <p:cNvPr id="638" name="Rectangle 2032">
                <a:extLst>
                  <a:ext uri="{FF2B5EF4-FFF2-40B4-BE49-F238E27FC236}">
                    <a16:creationId xmlns:a16="http://schemas.microsoft.com/office/drawing/2014/main" id="{3E35063F-57F2-8E60-974A-939B22799B0E}"/>
                  </a:ext>
                </a:extLst>
              </p:cNvPr>
              <p:cNvSpPr>
                <a:spLocks noChangeArrowheads="1"/>
              </p:cNvSpPr>
              <p:nvPr/>
            </p:nvSpPr>
            <p:spPr bwMode="auto">
              <a:xfrm>
                <a:off x="567050" y="1950358"/>
                <a:ext cx="1015612" cy="137160"/>
              </a:xfrm>
              <a:prstGeom prst="rect">
                <a:avLst/>
              </a:prstGeom>
              <a:solidFill>
                <a:srgbClr val="AEC3F5"/>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2400">
                  <a:solidFill>
                    <a:srgbClr val="000000"/>
                  </a:solidFill>
                  <a:latin typeface="Trebuchet MS" panose="020B0603020202020204" pitchFamily="34" charset="0"/>
                  <a:ea typeface="MS PGothic" panose="020B0600070205080204" pitchFamily="34" charset="-128"/>
                </a:endParaRPr>
              </a:p>
            </p:txBody>
          </p:sp>
          <p:sp>
            <p:nvSpPr>
              <p:cNvPr id="639" name="Rectangle 2033">
                <a:extLst>
                  <a:ext uri="{FF2B5EF4-FFF2-40B4-BE49-F238E27FC236}">
                    <a16:creationId xmlns:a16="http://schemas.microsoft.com/office/drawing/2014/main" id="{77930201-F0D0-EA0E-77C1-D85092038E6B}"/>
                  </a:ext>
                </a:extLst>
              </p:cNvPr>
              <p:cNvSpPr>
                <a:spLocks noChangeArrowheads="1"/>
              </p:cNvSpPr>
              <p:nvPr/>
            </p:nvSpPr>
            <p:spPr bwMode="auto">
              <a:xfrm>
                <a:off x="566747" y="1609166"/>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640" name="Rectangle 2034">
                <a:extLst>
                  <a:ext uri="{FF2B5EF4-FFF2-40B4-BE49-F238E27FC236}">
                    <a16:creationId xmlns:a16="http://schemas.microsoft.com/office/drawing/2014/main" id="{7F2FBA70-0D3E-2518-1ACE-A8AA6E6152EE}"/>
                  </a:ext>
                </a:extLst>
              </p:cNvPr>
              <p:cNvSpPr>
                <a:spLocks noChangeArrowheads="1"/>
              </p:cNvSpPr>
              <p:nvPr/>
            </p:nvSpPr>
            <p:spPr bwMode="auto">
              <a:xfrm>
                <a:off x="601782" y="1645957"/>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641" name="Rectangle 2035">
                <a:extLst>
                  <a:ext uri="{FF2B5EF4-FFF2-40B4-BE49-F238E27FC236}">
                    <a16:creationId xmlns:a16="http://schemas.microsoft.com/office/drawing/2014/main" id="{B9FE5D21-D147-FE6C-FA51-87B31B08E448}"/>
                  </a:ext>
                </a:extLst>
              </p:cNvPr>
              <p:cNvSpPr>
                <a:spLocks noChangeArrowheads="1"/>
              </p:cNvSpPr>
              <p:nvPr/>
            </p:nvSpPr>
            <p:spPr bwMode="auto">
              <a:xfrm>
                <a:off x="693857" y="1645957"/>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642" name="Rectangle 2036">
                <a:extLst>
                  <a:ext uri="{FF2B5EF4-FFF2-40B4-BE49-F238E27FC236}">
                    <a16:creationId xmlns:a16="http://schemas.microsoft.com/office/drawing/2014/main" id="{F60AB1D3-E4AC-2C33-E339-8AA92AF7AFDA}"/>
                  </a:ext>
                </a:extLst>
              </p:cNvPr>
              <p:cNvSpPr>
                <a:spLocks noChangeArrowheads="1"/>
              </p:cNvSpPr>
              <p:nvPr/>
            </p:nvSpPr>
            <p:spPr bwMode="auto">
              <a:xfrm>
                <a:off x="830272" y="1609166"/>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643" name="Rectangle 2037">
                <a:extLst>
                  <a:ext uri="{FF2B5EF4-FFF2-40B4-BE49-F238E27FC236}">
                    <a16:creationId xmlns:a16="http://schemas.microsoft.com/office/drawing/2014/main" id="{62651FEA-E038-DC11-0F54-F3D1855A8CC3}"/>
                  </a:ext>
                </a:extLst>
              </p:cNvPr>
              <p:cNvSpPr>
                <a:spLocks noChangeArrowheads="1"/>
              </p:cNvSpPr>
              <p:nvPr/>
            </p:nvSpPr>
            <p:spPr bwMode="auto">
              <a:xfrm>
                <a:off x="865307" y="1645957"/>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644" name="Rectangle 2038">
                <a:extLst>
                  <a:ext uri="{FF2B5EF4-FFF2-40B4-BE49-F238E27FC236}">
                    <a16:creationId xmlns:a16="http://schemas.microsoft.com/office/drawing/2014/main" id="{6D4ED1A4-8C1D-3C1C-49FD-73D0979501B2}"/>
                  </a:ext>
                </a:extLst>
              </p:cNvPr>
              <p:cNvSpPr>
                <a:spLocks noChangeArrowheads="1"/>
              </p:cNvSpPr>
              <p:nvPr/>
            </p:nvSpPr>
            <p:spPr bwMode="auto">
              <a:xfrm>
                <a:off x="957382" y="1645957"/>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645" name="Rectangle 2039">
                <a:extLst>
                  <a:ext uri="{FF2B5EF4-FFF2-40B4-BE49-F238E27FC236}">
                    <a16:creationId xmlns:a16="http://schemas.microsoft.com/office/drawing/2014/main" id="{DCE56D18-757D-DBC3-6CC2-A5A3DC3DEDE1}"/>
                  </a:ext>
                </a:extLst>
              </p:cNvPr>
              <p:cNvSpPr>
                <a:spLocks noChangeArrowheads="1"/>
              </p:cNvSpPr>
              <p:nvPr/>
            </p:nvSpPr>
            <p:spPr bwMode="auto">
              <a:xfrm>
                <a:off x="1093797" y="1609166"/>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646" name="Rectangle 2040">
                <a:extLst>
                  <a:ext uri="{FF2B5EF4-FFF2-40B4-BE49-F238E27FC236}">
                    <a16:creationId xmlns:a16="http://schemas.microsoft.com/office/drawing/2014/main" id="{AB890905-F05B-DD1E-6327-5931B347A95B}"/>
                  </a:ext>
                </a:extLst>
              </p:cNvPr>
              <p:cNvSpPr>
                <a:spLocks noChangeArrowheads="1"/>
              </p:cNvSpPr>
              <p:nvPr/>
            </p:nvSpPr>
            <p:spPr bwMode="auto">
              <a:xfrm>
                <a:off x="1128832" y="1645957"/>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647" name="Rectangle 2041">
                <a:extLst>
                  <a:ext uri="{FF2B5EF4-FFF2-40B4-BE49-F238E27FC236}">
                    <a16:creationId xmlns:a16="http://schemas.microsoft.com/office/drawing/2014/main" id="{1995E210-670D-8354-5851-0F55C9E56E2E}"/>
                  </a:ext>
                </a:extLst>
              </p:cNvPr>
              <p:cNvSpPr>
                <a:spLocks noChangeArrowheads="1"/>
              </p:cNvSpPr>
              <p:nvPr/>
            </p:nvSpPr>
            <p:spPr bwMode="auto">
              <a:xfrm>
                <a:off x="1220907" y="1645957"/>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648" name="Rectangle 2042">
                <a:extLst>
                  <a:ext uri="{FF2B5EF4-FFF2-40B4-BE49-F238E27FC236}">
                    <a16:creationId xmlns:a16="http://schemas.microsoft.com/office/drawing/2014/main" id="{8D1BABFB-3F7C-00D6-F8E6-8D07771C81D6}"/>
                  </a:ext>
                </a:extLst>
              </p:cNvPr>
              <p:cNvSpPr>
                <a:spLocks noChangeArrowheads="1"/>
              </p:cNvSpPr>
              <p:nvPr/>
            </p:nvSpPr>
            <p:spPr bwMode="auto">
              <a:xfrm>
                <a:off x="1357322" y="1609166"/>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649" name="Rectangle 2043">
                <a:extLst>
                  <a:ext uri="{FF2B5EF4-FFF2-40B4-BE49-F238E27FC236}">
                    <a16:creationId xmlns:a16="http://schemas.microsoft.com/office/drawing/2014/main" id="{F2C8B476-2FDA-9768-16EB-877FB65ABD79}"/>
                  </a:ext>
                </a:extLst>
              </p:cNvPr>
              <p:cNvSpPr>
                <a:spLocks noChangeArrowheads="1"/>
              </p:cNvSpPr>
              <p:nvPr/>
            </p:nvSpPr>
            <p:spPr bwMode="auto">
              <a:xfrm>
                <a:off x="1392357" y="1645957"/>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650" name="Rectangle 2044">
                <a:extLst>
                  <a:ext uri="{FF2B5EF4-FFF2-40B4-BE49-F238E27FC236}">
                    <a16:creationId xmlns:a16="http://schemas.microsoft.com/office/drawing/2014/main" id="{26F9E14B-8C84-6F12-3757-EF2ADBE3AD94}"/>
                  </a:ext>
                </a:extLst>
              </p:cNvPr>
              <p:cNvSpPr>
                <a:spLocks noChangeArrowheads="1"/>
              </p:cNvSpPr>
              <p:nvPr/>
            </p:nvSpPr>
            <p:spPr bwMode="auto">
              <a:xfrm>
                <a:off x="1484432" y="1645957"/>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651" name="Rectangle 2045">
                <a:extLst>
                  <a:ext uri="{FF2B5EF4-FFF2-40B4-BE49-F238E27FC236}">
                    <a16:creationId xmlns:a16="http://schemas.microsoft.com/office/drawing/2014/main" id="{0C7DEED8-6A0C-EEF5-3399-1630953F0067}"/>
                  </a:ext>
                </a:extLst>
              </p:cNvPr>
              <p:cNvSpPr>
                <a:spLocks noChangeArrowheads="1"/>
              </p:cNvSpPr>
              <p:nvPr/>
            </p:nvSpPr>
            <p:spPr bwMode="auto">
              <a:xfrm>
                <a:off x="566747" y="1777441"/>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652" name="Rectangle 2046">
                <a:extLst>
                  <a:ext uri="{FF2B5EF4-FFF2-40B4-BE49-F238E27FC236}">
                    <a16:creationId xmlns:a16="http://schemas.microsoft.com/office/drawing/2014/main" id="{FD337ECA-8B0A-B9A3-471C-47A763116D93}"/>
                  </a:ext>
                </a:extLst>
              </p:cNvPr>
              <p:cNvSpPr>
                <a:spLocks noChangeArrowheads="1"/>
              </p:cNvSpPr>
              <p:nvPr/>
            </p:nvSpPr>
            <p:spPr bwMode="auto">
              <a:xfrm>
                <a:off x="601782" y="1814232"/>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653" name="Rectangle 2047">
                <a:extLst>
                  <a:ext uri="{FF2B5EF4-FFF2-40B4-BE49-F238E27FC236}">
                    <a16:creationId xmlns:a16="http://schemas.microsoft.com/office/drawing/2014/main" id="{618D38D1-6B05-21EF-EDCF-C799CBFD487E}"/>
                  </a:ext>
                </a:extLst>
              </p:cNvPr>
              <p:cNvSpPr>
                <a:spLocks noChangeArrowheads="1"/>
              </p:cNvSpPr>
              <p:nvPr/>
            </p:nvSpPr>
            <p:spPr bwMode="auto">
              <a:xfrm>
                <a:off x="693857" y="1814232"/>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654" name="Rectangle 2048">
                <a:extLst>
                  <a:ext uri="{FF2B5EF4-FFF2-40B4-BE49-F238E27FC236}">
                    <a16:creationId xmlns:a16="http://schemas.microsoft.com/office/drawing/2014/main" id="{9BA368AE-0B34-1440-8B9A-C440CE03DAA1}"/>
                  </a:ext>
                </a:extLst>
              </p:cNvPr>
              <p:cNvSpPr>
                <a:spLocks noChangeArrowheads="1"/>
              </p:cNvSpPr>
              <p:nvPr/>
            </p:nvSpPr>
            <p:spPr bwMode="auto">
              <a:xfrm>
                <a:off x="830272" y="1777441"/>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655" name="Rectangle 2049">
                <a:extLst>
                  <a:ext uri="{FF2B5EF4-FFF2-40B4-BE49-F238E27FC236}">
                    <a16:creationId xmlns:a16="http://schemas.microsoft.com/office/drawing/2014/main" id="{53A5ECF3-D257-D83D-714A-FC5F4E405421}"/>
                  </a:ext>
                </a:extLst>
              </p:cNvPr>
              <p:cNvSpPr>
                <a:spLocks noChangeArrowheads="1"/>
              </p:cNvSpPr>
              <p:nvPr/>
            </p:nvSpPr>
            <p:spPr bwMode="auto">
              <a:xfrm>
                <a:off x="865307" y="1814232"/>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656" name="Rectangle 2050">
                <a:extLst>
                  <a:ext uri="{FF2B5EF4-FFF2-40B4-BE49-F238E27FC236}">
                    <a16:creationId xmlns:a16="http://schemas.microsoft.com/office/drawing/2014/main" id="{3E586AFE-9468-5751-3DCF-83D13EE9D960}"/>
                  </a:ext>
                </a:extLst>
              </p:cNvPr>
              <p:cNvSpPr>
                <a:spLocks noChangeArrowheads="1"/>
              </p:cNvSpPr>
              <p:nvPr/>
            </p:nvSpPr>
            <p:spPr bwMode="auto">
              <a:xfrm>
                <a:off x="957382" y="1814232"/>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657" name="Rectangle 2051">
                <a:extLst>
                  <a:ext uri="{FF2B5EF4-FFF2-40B4-BE49-F238E27FC236}">
                    <a16:creationId xmlns:a16="http://schemas.microsoft.com/office/drawing/2014/main" id="{6D0FF1C6-6B82-7712-8C06-69863E9B1802}"/>
                  </a:ext>
                </a:extLst>
              </p:cNvPr>
              <p:cNvSpPr>
                <a:spLocks noChangeArrowheads="1"/>
              </p:cNvSpPr>
              <p:nvPr/>
            </p:nvSpPr>
            <p:spPr bwMode="auto">
              <a:xfrm>
                <a:off x="1093797" y="1777441"/>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658" name="Rectangle 2052">
                <a:extLst>
                  <a:ext uri="{FF2B5EF4-FFF2-40B4-BE49-F238E27FC236}">
                    <a16:creationId xmlns:a16="http://schemas.microsoft.com/office/drawing/2014/main" id="{A0495B52-6EBE-F52D-4DA8-80C1C6E5C408}"/>
                  </a:ext>
                </a:extLst>
              </p:cNvPr>
              <p:cNvSpPr>
                <a:spLocks noChangeArrowheads="1"/>
              </p:cNvSpPr>
              <p:nvPr/>
            </p:nvSpPr>
            <p:spPr bwMode="auto">
              <a:xfrm>
                <a:off x="1128832" y="1814232"/>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659" name="Rectangle 2053">
                <a:extLst>
                  <a:ext uri="{FF2B5EF4-FFF2-40B4-BE49-F238E27FC236}">
                    <a16:creationId xmlns:a16="http://schemas.microsoft.com/office/drawing/2014/main" id="{18A70154-DBF8-BD98-6BE3-8E0C299BC734}"/>
                  </a:ext>
                </a:extLst>
              </p:cNvPr>
              <p:cNvSpPr>
                <a:spLocks noChangeArrowheads="1"/>
              </p:cNvSpPr>
              <p:nvPr/>
            </p:nvSpPr>
            <p:spPr bwMode="auto">
              <a:xfrm>
                <a:off x="1220907" y="1814232"/>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660" name="Rectangle 2054">
                <a:extLst>
                  <a:ext uri="{FF2B5EF4-FFF2-40B4-BE49-F238E27FC236}">
                    <a16:creationId xmlns:a16="http://schemas.microsoft.com/office/drawing/2014/main" id="{76711781-8576-10F5-DC6B-4B6A13BE0F2F}"/>
                  </a:ext>
                </a:extLst>
              </p:cNvPr>
              <p:cNvSpPr>
                <a:spLocks noChangeArrowheads="1"/>
              </p:cNvSpPr>
              <p:nvPr/>
            </p:nvSpPr>
            <p:spPr bwMode="auto">
              <a:xfrm>
                <a:off x="1357322" y="1777441"/>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661" name="Rectangle 2055">
                <a:extLst>
                  <a:ext uri="{FF2B5EF4-FFF2-40B4-BE49-F238E27FC236}">
                    <a16:creationId xmlns:a16="http://schemas.microsoft.com/office/drawing/2014/main" id="{FA36F8AD-F94D-AC33-6A60-2781172A2D1E}"/>
                  </a:ext>
                </a:extLst>
              </p:cNvPr>
              <p:cNvSpPr>
                <a:spLocks noChangeArrowheads="1"/>
              </p:cNvSpPr>
              <p:nvPr/>
            </p:nvSpPr>
            <p:spPr bwMode="auto">
              <a:xfrm>
                <a:off x="1392357" y="1814232"/>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662" name="Rectangle 2056">
                <a:extLst>
                  <a:ext uri="{FF2B5EF4-FFF2-40B4-BE49-F238E27FC236}">
                    <a16:creationId xmlns:a16="http://schemas.microsoft.com/office/drawing/2014/main" id="{E354F68A-CFBA-5A26-4941-AE6CAFF322F9}"/>
                  </a:ext>
                </a:extLst>
              </p:cNvPr>
              <p:cNvSpPr>
                <a:spLocks noChangeArrowheads="1"/>
              </p:cNvSpPr>
              <p:nvPr/>
            </p:nvSpPr>
            <p:spPr bwMode="auto">
              <a:xfrm>
                <a:off x="1484432" y="1814232"/>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grpSp>
      </p:grpSp>
      <p:grpSp>
        <p:nvGrpSpPr>
          <p:cNvPr id="719" name="Group 2113">
            <a:extLst>
              <a:ext uri="{FF2B5EF4-FFF2-40B4-BE49-F238E27FC236}">
                <a16:creationId xmlns:a16="http://schemas.microsoft.com/office/drawing/2014/main" id="{AD0F71C9-49AA-3053-17AC-FA8ED338F638}"/>
              </a:ext>
            </a:extLst>
          </p:cNvPr>
          <p:cNvGrpSpPr/>
          <p:nvPr/>
        </p:nvGrpSpPr>
        <p:grpSpPr bwMode="auto">
          <a:xfrm>
            <a:off x="4818766" y="4122656"/>
            <a:ext cx="3954463" cy="877888"/>
            <a:chOff x="4545730" y="1328822"/>
            <a:chExt cx="3954134" cy="877859"/>
          </a:xfrm>
        </p:grpSpPr>
        <p:sp>
          <p:nvSpPr>
            <p:cNvPr id="720" name="Rectangle 2114">
              <a:extLst>
                <a:ext uri="{FF2B5EF4-FFF2-40B4-BE49-F238E27FC236}">
                  <a16:creationId xmlns:a16="http://schemas.microsoft.com/office/drawing/2014/main" id="{B5A89C4A-5765-0AC3-0BC7-E3322FD8B555}"/>
                </a:ext>
              </a:extLst>
            </p:cNvPr>
            <p:cNvSpPr/>
            <p:nvPr/>
          </p:nvSpPr>
          <p:spPr bwMode="auto">
            <a:xfrm>
              <a:off x="4560017" y="1328822"/>
              <a:ext cx="3939847" cy="877859"/>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anchor="ctr" anchorCtr="1"/>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algn="ctr">
                <a:spcBef>
                  <a:spcPct val="50000"/>
                </a:spcBef>
                <a:defRPr/>
              </a:pPr>
              <a:endParaRPr lang="en-US" altLang="zh-CN" sz="2400">
                <a:solidFill>
                  <a:srgbClr val="000000"/>
                </a:solidFill>
                <a:latin typeface="Trebuchet MS" panose="020B0603020202020204" pitchFamily="34" charset="0"/>
                <a:cs typeface="Arial" panose="020B0604020202020204" pitchFamily="34" charset="0"/>
              </a:endParaRPr>
            </a:p>
          </p:txBody>
        </p:sp>
        <p:grpSp>
          <p:nvGrpSpPr>
            <p:cNvPr id="721" name="Group 1486">
              <a:extLst>
                <a:ext uri="{FF2B5EF4-FFF2-40B4-BE49-F238E27FC236}">
                  <a16:creationId xmlns:a16="http://schemas.microsoft.com/office/drawing/2014/main" id="{BEE25493-80E2-996E-1047-B509798FD154}"/>
                </a:ext>
              </a:extLst>
            </p:cNvPr>
            <p:cNvGrpSpPr/>
            <p:nvPr/>
          </p:nvGrpSpPr>
          <p:grpSpPr bwMode="auto">
            <a:xfrm>
              <a:off x="4545730" y="1393547"/>
              <a:ext cx="463081" cy="747517"/>
              <a:chOff x="3940698" y="1394549"/>
              <a:chExt cx="463081" cy="747517"/>
            </a:xfrm>
          </p:grpSpPr>
          <p:sp>
            <p:nvSpPr>
              <p:cNvPr id="806" name="Rectangle 2200">
                <a:extLst>
                  <a:ext uri="{FF2B5EF4-FFF2-40B4-BE49-F238E27FC236}">
                    <a16:creationId xmlns:a16="http://schemas.microsoft.com/office/drawing/2014/main" id="{B851FF6F-E848-683E-EA52-498D441AF664}"/>
                  </a:ext>
                </a:extLst>
              </p:cNvPr>
              <p:cNvSpPr>
                <a:spLocks noChangeArrowheads="1"/>
              </p:cNvSpPr>
              <p:nvPr/>
            </p:nvSpPr>
            <p:spPr bwMode="auto">
              <a:xfrm>
                <a:off x="4004141" y="1394549"/>
                <a:ext cx="336195" cy="747517"/>
              </a:xfrm>
              <a:prstGeom prst="rect">
                <a:avLst/>
              </a:prstGeom>
              <a:solidFill>
                <a:srgbClr val="8B9CC3"/>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2400">
                  <a:solidFill>
                    <a:srgbClr val="000000"/>
                  </a:solidFill>
                  <a:latin typeface="Trebuchet MS" panose="020B0603020202020204" pitchFamily="34" charset="0"/>
                  <a:ea typeface="MS PGothic" panose="020B0600070205080204" pitchFamily="34" charset="-128"/>
                </a:endParaRPr>
              </a:p>
            </p:txBody>
          </p:sp>
          <p:sp>
            <p:nvSpPr>
              <p:cNvPr id="807" name="TextBox 2201">
                <a:extLst>
                  <a:ext uri="{FF2B5EF4-FFF2-40B4-BE49-F238E27FC236}">
                    <a16:creationId xmlns:a16="http://schemas.microsoft.com/office/drawing/2014/main" id="{E7DDE877-0A6C-7016-1D39-C68B33919347}"/>
                  </a:ext>
                </a:extLst>
              </p:cNvPr>
              <p:cNvSpPr txBox="1">
                <a:spLocks noChangeArrowheads="1"/>
              </p:cNvSpPr>
              <p:nvPr/>
            </p:nvSpPr>
            <p:spPr bwMode="auto">
              <a:xfrm>
                <a:off x="3940698" y="1622113"/>
                <a:ext cx="463081"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r>
                  <a:rPr lang="en-US" altLang="zh-CN" sz="1300">
                    <a:solidFill>
                      <a:srgbClr val="000000"/>
                    </a:solidFill>
                    <a:latin typeface="Myriad Pro Black" charset="0"/>
                    <a:ea typeface="MS PGothic" panose="020B0600070205080204" pitchFamily="34" charset="-128"/>
                  </a:rPr>
                  <a:t>Tex</a:t>
                </a:r>
              </a:p>
            </p:txBody>
          </p:sp>
        </p:grpSp>
        <p:grpSp>
          <p:nvGrpSpPr>
            <p:cNvPr id="722" name="Group 1428">
              <a:extLst>
                <a:ext uri="{FF2B5EF4-FFF2-40B4-BE49-F238E27FC236}">
                  <a16:creationId xmlns:a16="http://schemas.microsoft.com/office/drawing/2014/main" id="{4CD18458-A2F7-CAD2-67BB-71314A86345C}"/>
                </a:ext>
              </a:extLst>
            </p:cNvPr>
            <p:cNvGrpSpPr/>
            <p:nvPr/>
          </p:nvGrpSpPr>
          <p:grpSpPr bwMode="auto">
            <a:xfrm>
              <a:off x="4993845" y="1389648"/>
              <a:ext cx="1114185" cy="751417"/>
              <a:chOff x="517764" y="1384300"/>
              <a:chExt cx="1114185" cy="751417"/>
            </a:xfrm>
          </p:grpSpPr>
          <p:sp>
            <p:nvSpPr>
              <p:cNvPr id="779" name="Rectangle 2173">
                <a:extLst>
                  <a:ext uri="{FF2B5EF4-FFF2-40B4-BE49-F238E27FC236}">
                    <a16:creationId xmlns:a16="http://schemas.microsoft.com/office/drawing/2014/main" id="{DC0DEDEF-6377-9715-CEC1-AE2C46AD7C7A}"/>
                  </a:ext>
                </a:extLst>
              </p:cNvPr>
              <p:cNvSpPr/>
              <p:nvPr/>
            </p:nvSpPr>
            <p:spPr bwMode="auto">
              <a:xfrm>
                <a:off x="517287" y="1383797"/>
                <a:ext cx="1114332" cy="752450"/>
              </a:xfrm>
              <a:prstGeom prst="rect">
                <a:avLst/>
              </a:prstGeom>
              <a:solidFill>
                <a:schemeClr val="bg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anchor="ctr" anchorCtr="1"/>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algn="ctr">
                  <a:spcBef>
                    <a:spcPct val="50000"/>
                  </a:spcBef>
                  <a:defRPr/>
                </a:pPr>
                <a:endParaRPr lang="en-US" altLang="zh-CN" sz="2400">
                  <a:solidFill>
                    <a:srgbClr val="000000"/>
                  </a:solidFill>
                  <a:latin typeface="Trebuchet MS" panose="020B0603020202020204" pitchFamily="34" charset="0"/>
                  <a:cs typeface="Arial" panose="020B0604020202020204" pitchFamily="34" charset="0"/>
                </a:endParaRPr>
              </a:p>
            </p:txBody>
          </p:sp>
          <p:sp>
            <p:nvSpPr>
              <p:cNvPr id="780" name="Rectangle 2174">
                <a:extLst>
                  <a:ext uri="{FF2B5EF4-FFF2-40B4-BE49-F238E27FC236}">
                    <a16:creationId xmlns:a16="http://schemas.microsoft.com/office/drawing/2014/main" id="{A336C0FF-7984-F797-ED4F-136550EC7A54}"/>
                  </a:ext>
                </a:extLst>
              </p:cNvPr>
              <p:cNvSpPr>
                <a:spLocks noChangeArrowheads="1"/>
              </p:cNvSpPr>
              <p:nvPr/>
            </p:nvSpPr>
            <p:spPr bwMode="auto">
              <a:xfrm>
                <a:off x="725801" y="1433925"/>
                <a:ext cx="698111" cy="137160"/>
              </a:xfrm>
              <a:prstGeom prst="rect">
                <a:avLst/>
              </a:prstGeom>
              <a:solidFill>
                <a:srgbClr val="DA581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2400">
                  <a:solidFill>
                    <a:srgbClr val="000000"/>
                  </a:solidFill>
                  <a:latin typeface="Trebuchet MS" panose="020B0603020202020204" pitchFamily="34" charset="0"/>
                  <a:ea typeface="MS PGothic" panose="020B0600070205080204" pitchFamily="34" charset="-128"/>
                </a:endParaRPr>
              </a:p>
            </p:txBody>
          </p:sp>
          <p:sp>
            <p:nvSpPr>
              <p:cNvPr id="781" name="Rectangle 2175">
                <a:extLst>
                  <a:ext uri="{FF2B5EF4-FFF2-40B4-BE49-F238E27FC236}">
                    <a16:creationId xmlns:a16="http://schemas.microsoft.com/office/drawing/2014/main" id="{995A903B-8669-6B09-B0B8-29B5375FE271}"/>
                  </a:ext>
                </a:extLst>
              </p:cNvPr>
              <p:cNvSpPr>
                <a:spLocks noChangeArrowheads="1"/>
              </p:cNvSpPr>
              <p:nvPr/>
            </p:nvSpPr>
            <p:spPr bwMode="auto">
              <a:xfrm>
                <a:off x="567050" y="1950358"/>
                <a:ext cx="1015612" cy="137160"/>
              </a:xfrm>
              <a:prstGeom prst="rect">
                <a:avLst/>
              </a:prstGeom>
              <a:solidFill>
                <a:srgbClr val="AEC3F5"/>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2400">
                  <a:solidFill>
                    <a:srgbClr val="000000"/>
                  </a:solidFill>
                  <a:latin typeface="Trebuchet MS" panose="020B0603020202020204" pitchFamily="34" charset="0"/>
                  <a:ea typeface="MS PGothic" panose="020B0600070205080204" pitchFamily="34" charset="-128"/>
                </a:endParaRPr>
              </a:p>
            </p:txBody>
          </p:sp>
          <p:sp>
            <p:nvSpPr>
              <p:cNvPr id="782" name="Rectangle 2176">
                <a:extLst>
                  <a:ext uri="{FF2B5EF4-FFF2-40B4-BE49-F238E27FC236}">
                    <a16:creationId xmlns:a16="http://schemas.microsoft.com/office/drawing/2014/main" id="{F3FC277C-3010-B450-DBA6-801681D418E1}"/>
                  </a:ext>
                </a:extLst>
              </p:cNvPr>
              <p:cNvSpPr>
                <a:spLocks noChangeArrowheads="1"/>
              </p:cNvSpPr>
              <p:nvPr/>
            </p:nvSpPr>
            <p:spPr bwMode="auto">
              <a:xfrm>
                <a:off x="566747" y="1609166"/>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783" name="Rectangle 2177">
                <a:extLst>
                  <a:ext uri="{FF2B5EF4-FFF2-40B4-BE49-F238E27FC236}">
                    <a16:creationId xmlns:a16="http://schemas.microsoft.com/office/drawing/2014/main" id="{D32AE34F-C8E5-4C7B-2B3B-B43C7BB43255}"/>
                  </a:ext>
                </a:extLst>
              </p:cNvPr>
              <p:cNvSpPr>
                <a:spLocks noChangeArrowheads="1"/>
              </p:cNvSpPr>
              <p:nvPr/>
            </p:nvSpPr>
            <p:spPr bwMode="auto">
              <a:xfrm>
                <a:off x="601782" y="1645957"/>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784" name="Rectangle 2178">
                <a:extLst>
                  <a:ext uri="{FF2B5EF4-FFF2-40B4-BE49-F238E27FC236}">
                    <a16:creationId xmlns:a16="http://schemas.microsoft.com/office/drawing/2014/main" id="{B64DF0F1-5F5B-1467-EEEE-A817AE79E5AC}"/>
                  </a:ext>
                </a:extLst>
              </p:cNvPr>
              <p:cNvSpPr>
                <a:spLocks noChangeArrowheads="1"/>
              </p:cNvSpPr>
              <p:nvPr/>
            </p:nvSpPr>
            <p:spPr bwMode="auto">
              <a:xfrm>
                <a:off x="693857" y="1645957"/>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785" name="Rectangle 2179">
                <a:extLst>
                  <a:ext uri="{FF2B5EF4-FFF2-40B4-BE49-F238E27FC236}">
                    <a16:creationId xmlns:a16="http://schemas.microsoft.com/office/drawing/2014/main" id="{D03F7DC8-6D96-B302-26C0-2CE82418E108}"/>
                  </a:ext>
                </a:extLst>
              </p:cNvPr>
              <p:cNvSpPr>
                <a:spLocks noChangeArrowheads="1"/>
              </p:cNvSpPr>
              <p:nvPr/>
            </p:nvSpPr>
            <p:spPr bwMode="auto">
              <a:xfrm>
                <a:off x="830272" y="1609166"/>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786" name="Rectangle 2180">
                <a:extLst>
                  <a:ext uri="{FF2B5EF4-FFF2-40B4-BE49-F238E27FC236}">
                    <a16:creationId xmlns:a16="http://schemas.microsoft.com/office/drawing/2014/main" id="{DE1675A0-F3D8-3E89-0A0F-A2C314608C4B}"/>
                  </a:ext>
                </a:extLst>
              </p:cNvPr>
              <p:cNvSpPr>
                <a:spLocks noChangeArrowheads="1"/>
              </p:cNvSpPr>
              <p:nvPr/>
            </p:nvSpPr>
            <p:spPr bwMode="auto">
              <a:xfrm>
                <a:off x="865307" y="1645957"/>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787" name="Rectangle 2181">
                <a:extLst>
                  <a:ext uri="{FF2B5EF4-FFF2-40B4-BE49-F238E27FC236}">
                    <a16:creationId xmlns:a16="http://schemas.microsoft.com/office/drawing/2014/main" id="{B623C721-4231-8073-E7D8-1DCF15FB6E23}"/>
                  </a:ext>
                </a:extLst>
              </p:cNvPr>
              <p:cNvSpPr>
                <a:spLocks noChangeArrowheads="1"/>
              </p:cNvSpPr>
              <p:nvPr/>
            </p:nvSpPr>
            <p:spPr bwMode="auto">
              <a:xfrm>
                <a:off x="957382" y="1645957"/>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788" name="Rectangle 2182">
                <a:extLst>
                  <a:ext uri="{FF2B5EF4-FFF2-40B4-BE49-F238E27FC236}">
                    <a16:creationId xmlns:a16="http://schemas.microsoft.com/office/drawing/2014/main" id="{BA5138FC-6911-FDC3-D9A0-34F0D891847C}"/>
                  </a:ext>
                </a:extLst>
              </p:cNvPr>
              <p:cNvSpPr>
                <a:spLocks noChangeArrowheads="1"/>
              </p:cNvSpPr>
              <p:nvPr/>
            </p:nvSpPr>
            <p:spPr bwMode="auto">
              <a:xfrm>
                <a:off x="1093797" y="1609166"/>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789" name="Rectangle 2183">
                <a:extLst>
                  <a:ext uri="{FF2B5EF4-FFF2-40B4-BE49-F238E27FC236}">
                    <a16:creationId xmlns:a16="http://schemas.microsoft.com/office/drawing/2014/main" id="{0569C226-7E17-F521-4848-61DA85BDD60C}"/>
                  </a:ext>
                </a:extLst>
              </p:cNvPr>
              <p:cNvSpPr>
                <a:spLocks noChangeArrowheads="1"/>
              </p:cNvSpPr>
              <p:nvPr/>
            </p:nvSpPr>
            <p:spPr bwMode="auto">
              <a:xfrm>
                <a:off x="1128832" y="1645957"/>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790" name="Rectangle 2184">
                <a:extLst>
                  <a:ext uri="{FF2B5EF4-FFF2-40B4-BE49-F238E27FC236}">
                    <a16:creationId xmlns:a16="http://schemas.microsoft.com/office/drawing/2014/main" id="{80F7F5B8-6D1C-8383-C1DB-ED0D35B7F19D}"/>
                  </a:ext>
                </a:extLst>
              </p:cNvPr>
              <p:cNvSpPr>
                <a:spLocks noChangeArrowheads="1"/>
              </p:cNvSpPr>
              <p:nvPr/>
            </p:nvSpPr>
            <p:spPr bwMode="auto">
              <a:xfrm>
                <a:off x="1220907" y="1645957"/>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791" name="Rectangle 2185">
                <a:extLst>
                  <a:ext uri="{FF2B5EF4-FFF2-40B4-BE49-F238E27FC236}">
                    <a16:creationId xmlns:a16="http://schemas.microsoft.com/office/drawing/2014/main" id="{56258126-7D48-2E79-A8FC-3CDF5A60A962}"/>
                  </a:ext>
                </a:extLst>
              </p:cNvPr>
              <p:cNvSpPr>
                <a:spLocks noChangeArrowheads="1"/>
              </p:cNvSpPr>
              <p:nvPr/>
            </p:nvSpPr>
            <p:spPr bwMode="auto">
              <a:xfrm>
                <a:off x="1357322" y="1609166"/>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792" name="Rectangle 2186">
                <a:extLst>
                  <a:ext uri="{FF2B5EF4-FFF2-40B4-BE49-F238E27FC236}">
                    <a16:creationId xmlns:a16="http://schemas.microsoft.com/office/drawing/2014/main" id="{DAF90857-FC94-34B6-1C48-3AB537CB5F02}"/>
                  </a:ext>
                </a:extLst>
              </p:cNvPr>
              <p:cNvSpPr>
                <a:spLocks noChangeArrowheads="1"/>
              </p:cNvSpPr>
              <p:nvPr/>
            </p:nvSpPr>
            <p:spPr bwMode="auto">
              <a:xfrm>
                <a:off x="1392357" y="1645957"/>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793" name="Rectangle 2187">
                <a:extLst>
                  <a:ext uri="{FF2B5EF4-FFF2-40B4-BE49-F238E27FC236}">
                    <a16:creationId xmlns:a16="http://schemas.microsoft.com/office/drawing/2014/main" id="{3D7D010A-06D4-8BB9-ED57-540C005A26D5}"/>
                  </a:ext>
                </a:extLst>
              </p:cNvPr>
              <p:cNvSpPr>
                <a:spLocks noChangeArrowheads="1"/>
              </p:cNvSpPr>
              <p:nvPr/>
            </p:nvSpPr>
            <p:spPr bwMode="auto">
              <a:xfrm>
                <a:off x="1484432" y="1645957"/>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794" name="Rectangle 2188">
                <a:extLst>
                  <a:ext uri="{FF2B5EF4-FFF2-40B4-BE49-F238E27FC236}">
                    <a16:creationId xmlns:a16="http://schemas.microsoft.com/office/drawing/2014/main" id="{CE812CC4-2950-69F4-9680-6B6164B11D94}"/>
                  </a:ext>
                </a:extLst>
              </p:cNvPr>
              <p:cNvSpPr>
                <a:spLocks noChangeArrowheads="1"/>
              </p:cNvSpPr>
              <p:nvPr/>
            </p:nvSpPr>
            <p:spPr bwMode="auto">
              <a:xfrm>
                <a:off x="566747" y="1777441"/>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795" name="Rectangle 2189">
                <a:extLst>
                  <a:ext uri="{FF2B5EF4-FFF2-40B4-BE49-F238E27FC236}">
                    <a16:creationId xmlns:a16="http://schemas.microsoft.com/office/drawing/2014/main" id="{F408D130-4FF3-CE3B-080C-0FCC2945D62E}"/>
                  </a:ext>
                </a:extLst>
              </p:cNvPr>
              <p:cNvSpPr>
                <a:spLocks noChangeArrowheads="1"/>
              </p:cNvSpPr>
              <p:nvPr/>
            </p:nvSpPr>
            <p:spPr bwMode="auto">
              <a:xfrm>
                <a:off x="601782" y="1814232"/>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796" name="Rectangle 2190">
                <a:extLst>
                  <a:ext uri="{FF2B5EF4-FFF2-40B4-BE49-F238E27FC236}">
                    <a16:creationId xmlns:a16="http://schemas.microsoft.com/office/drawing/2014/main" id="{5102B1CB-9B16-4351-BB7D-E6C1245A6DC4}"/>
                  </a:ext>
                </a:extLst>
              </p:cNvPr>
              <p:cNvSpPr>
                <a:spLocks noChangeArrowheads="1"/>
              </p:cNvSpPr>
              <p:nvPr/>
            </p:nvSpPr>
            <p:spPr bwMode="auto">
              <a:xfrm>
                <a:off x="693857" y="1814232"/>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797" name="Rectangle 2191">
                <a:extLst>
                  <a:ext uri="{FF2B5EF4-FFF2-40B4-BE49-F238E27FC236}">
                    <a16:creationId xmlns:a16="http://schemas.microsoft.com/office/drawing/2014/main" id="{0B7A1E75-698B-CEA0-6AB8-799EBF7DBD63}"/>
                  </a:ext>
                </a:extLst>
              </p:cNvPr>
              <p:cNvSpPr>
                <a:spLocks noChangeArrowheads="1"/>
              </p:cNvSpPr>
              <p:nvPr/>
            </p:nvSpPr>
            <p:spPr bwMode="auto">
              <a:xfrm>
                <a:off x="830272" y="1777441"/>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798" name="Rectangle 2192">
                <a:extLst>
                  <a:ext uri="{FF2B5EF4-FFF2-40B4-BE49-F238E27FC236}">
                    <a16:creationId xmlns:a16="http://schemas.microsoft.com/office/drawing/2014/main" id="{3348F83F-A726-0F6E-F9FC-580501315433}"/>
                  </a:ext>
                </a:extLst>
              </p:cNvPr>
              <p:cNvSpPr>
                <a:spLocks noChangeArrowheads="1"/>
              </p:cNvSpPr>
              <p:nvPr/>
            </p:nvSpPr>
            <p:spPr bwMode="auto">
              <a:xfrm>
                <a:off x="865307" y="1814232"/>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799" name="Rectangle 2193">
                <a:extLst>
                  <a:ext uri="{FF2B5EF4-FFF2-40B4-BE49-F238E27FC236}">
                    <a16:creationId xmlns:a16="http://schemas.microsoft.com/office/drawing/2014/main" id="{0B12B077-A462-E3E4-3FDA-0C4BA47B3215}"/>
                  </a:ext>
                </a:extLst>
              </p:cNvPr>
              <p:cNvSpPr>
                <a:spLocks noChangeArrowheads="1"/>
              </p:cNvSpPr>
              <p:nvPr/>
            </p:nvSpPr>
            <p:spPr bwMode="auto">
              <a:xfrm>
                <a:off x="957382" y="1814232"/>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800" name="Rectangle 2194">
                <a:extLst>
                  <a:ext uri="{FF2B5EF4-FFF2-40B4-BE49-F238E27FC236}">
                    <a16:creationId xmlns:a16="http://schemas.microsoft.com/office/drawing/2014/main" id="{C5230089-F950-6036-D790-5802B2BDA358}"/>
                  </a:ext>
                </a:extLst>
              </p:cNvPr>
              <p:cNvSpPr>
                <a:spLocks noChangeArrowheads="1"/>
              </p:cNvSpPr>
              <p:nvPr/>
            </p:nvSpPr>
            <p:spPr bwMode="auto">
              <a:xfrm>
                <a:off x="1093797" y="1777441"/>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801" name="Rectangle 2195">
                <a:extLst>
                  <a:ext uri="{FF2B5EF4-FFF2-40B4-BE49-F238E27FC236}">
                    <a16:creationId xmlns:a16="http://schemas.microsoft.com/office/drawing/2014/main" id="{213D52C9-23F5-D29A-BDC4-7ADE101E8F88}"/>
                  </a:ext>
                </a:extLst>
              </p:cNvPr>
              <p:cNvSpPr>
                <a:spLocks noChangeArrowheads="1"/>
              </p:cNvSpPr>
              <p:nvPr/>
            </p:nvSpPr>
            <p:spPr bwMode="auto">
              <a:xfrm>
                <a:off x="1128832" y="1814232"/>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802" name="Rectangle 2196">
                <a:extLst>
                  <a:ext uri="{FF2B5EF4-FFF2-40B4-BE49-F238E27FC236}">
                    <a16:creationId xmlns:a16="http://schemas.microsoft.com/office/drawing/2014/main" id="{4F70AFD2-B85A-082F-21CA-5141C1E4C2FB}"/>
                  </a:ext>
                </a:extLst>
              </p:cNvPr>
              <p:cNvSpPr>
                <a:spLocks noChangeArrowheads="1"/>
              </p:cNvSpPr>
              <p:nvPr/>
            </p:nvSpPr>
            <p:spPr bwMode="auto">
              <a:xfrm>
                <a:off x="1220907" y="1814232"/>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803" name="Rectangle 2197">
                <a:extLst>
                  <a:ext uri="{FF2B5EF4-FFF2-40B4-BE49-F238E27FC236}">
                    <a16:creationId xmlns:a16="http://schemas.microsoft.com/office/drawing/2014/main" id="{334DB87C-8F17-65E3-BAEC-B25B3EED49FC}"/>
                  </a:ext>
                </a:extLst>
              </p:cNvPr>
              <p:cNvSpPr>
                <a:spLocks noChangeArrowheads="1"/>
              </p:cNvSpPr>
              <p:nvPr/>
            </p:nvSpPr>
            <p:spPr bwMode="auto">
              <a:xfrm>
                <a:off x="1357322" y="1777441"/>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804" name="Rectangle 2198">
                <a:extLst>
                  <a:ext uri="{FF2B5EF4-FFF2-40B4-BE49-F238E27FC236}">
                    <a16:creationId xmlns:a16="http://schemas.microsoft.com/office/drawing/2014/main" id="{A1E799BF-9DDA-DEE1-B3C9-5CA7EF0B6E1A}"/>
                  </a:ext>
                </a:extLst>
              </p:cNvPr>
              <p:cNvSpPr>
                <a:spLocks noChangeArrowheads="1"/>
              </p:cNvSpPr>
              <p:nvPr/>
            </p:nvSpPr>
            <p:spPr bwMode="auto">
              <a:xfrm>
                <a:off x="1392357" y="1814232"/>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805" name="Rectangle 2199">
                <a:extLst>
                  <a:ext uri="{FF2B5EF4-FFF2-40B4-BE49-F238E27FC236}">
                    <a16:creationId xmlns:a16="http://schemas.microsoft.com/office/drawing/2014/main" id="{997CCEB4-1B5E-5D26-0265-8D6077374F81}"/>
                  </a:ext>
                </a:extLst>
              </p:cNvPr>
              <p:cNvSpPr>
                <a:spLocks noChangeArrowheads="1"/>
              </p:cNvSpPr>
              <p:nvPr/>
            </p:nvSpPr>
            <p:spPr bwMode="auto">
              <a:xfrm>
                <a:off x="1484432" y="1814232"/>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grpSp>
        <p:grpSp>
          <p:nvGrpSpPr>
            <p:cNvPr id="723" name="Group 1429">
              <a:extLst>
                <a:ext uri="{FF2B5EF4-FFF2-40B4-BE49-F238E27FC236}">
                  <a16:creationId xmlns:a16="http://schemas.microsoft.com/office/drawing/2014/main" id="{1A465AA4-0CEA-798F-594E-C9A3D6647F65}"/>
                </a:ext>
              </a:extLst>
            </p:cNvPr>
            <p:cNvGrpSpPr/>
            <p:nvPr/>
          </p:nvGrpSpPr>
          <p:grpSpPr bwMode="auto">
            <a:xfrm>
              <a:off x="6162245" y="1394996"/>
              <a:ext cx="1114185" cy="751417"/>
              <a:chOff x="517764" y="1384300"/>
              <a:chExt cx="1114185" cy="751417"/>
            </a:xfrm>
          </p:grpSpPr>
          <p:sp>
            <p:nvSpPr>
              <p:cNvPr id="752" name="Rectangle 2146">
                <a:extLst>
                  <a:ext uri="{FF2B5EF4-FFF2-40B4-BE49-F238E27FC236}">
                    <a16:creationId xmlns:a16="http://schemas.microsoft.com/office/drawing/2014/main" id="{205AB9BA-BCA2-6D88-82B4-DBFFD7A0D923}"/>
                  </a:ext>
                </a:extLst>
              </p:cNvPr>
              <p:cNvSpPr/>
              <p:nvPr/>
            </p:nvSpPr>
            <p:spPr bwMode="auto">
              <a:xfrm>
                <a:off x="517189" y="1384799"/>
                <a:ext cx="1114332" cy="750863"/>
              </a:xfrm>
              <a:prstGeom prst="rect">
                <a:avLst/>
              </a:prstGeom>
              <a:solidFill>
                <a:schemeClr val="bg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anchor="ctr" anchorCtr="1"/>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algn="ctr">
                  <a:spcBef>
                    <a:spcPct val="50000"/>
                  </a:spcBef>
                  <a:defRPr/>
                </a:pPr>
                <a:endParaRPr lang="en-US" altLang="zh-CN" sz="2400">
                  <a:solidFill>
                    <a:srgbClr val="000000"/>
                  </a:solidFill>
                  <a:latin typeface="Trebuchet MS" panose="020B0603020202020204" pitchFamily="34" charset="0"/>
                  <a:cs typeface="Arial" panose="020B0604020202020204" pitchFamily="34" charset="0"/>
                </a:endParaRPr>
              </a:p>
            </p:txBody>
          </p:sp>
          <p:sp>
            <p:nvSpPr>
              <p:cNvPr id="753" name="Rectangle 2147">
                <a:extLst>
                  <a:ext uri="{FF2B5EF4-FFF2-40B4-BE49-F238E27FC236}">
                    <a16:creationId xmlns:a16="http://schemas.microsoft.com/office/drawing/2014/main" id="{D032DD15-5842-1018-B5BE-7FA784899799}"/>
                  </a:ext>
                </a:extLst>
              </p:cNvPr>
              <p:cNvSpPr>
                <a:spLocks noChangeArrowheads="1"/>
              </p:cNvSpPr>
              <p:nvPr/>
            </p:nvSpPr>
            <p:spPr bwMode="auto">
              <a:xfrm>
                <a:off x="725801" y="1433925"/>
                <a:ext cx="698111" cy="137160"/>
              </a:xfrm>
              <a:prstGeom prst="rect">
                <a:avLst/>
              </a:prstGeom>
              <a:solidFill>
                <a:srgbClr val="DA581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2400">
                  <a:solidFill>
                    <a:srgbClr val="000000"/>
                  </a:solidFill>
                  <a:latin typeface="Trebuchet MS" panose="020B0603020202020204" pitchFamily="34" charset="0"/>
                  <a:ea typeface="MS PGothic" panose="020B0600070205080204" pitchFamily="34" charset="-128"/>
                </a:endParaRPr>
              </a:p>
            </p:txBody>
          </p:sp>
          <p:sp>
            <p:nvSpPr>
              <p:cNvPr id="754" name="Rectangle 2148">
                <a:extLst>
                  <a:ext uri="{FF2B5EF4-FFF2-40B4-BE49-F238E27FC236}">
                    <a16:creationId xmlns:a16="http://schemas.microsoft.com/office/drawing/2014/main" id="{725649BA-FB0F-55BD-CDC9-E9688A90BD07}"/>
                  </a:ext>
                </a:extLst>
              </p:cNvPr>
              <p:cNvSpPr>
                <a:spLocks noChangeArrowheads="1"/>
              </p:cNvSpPr>
              <p:nvPr/>
            </p:nvSpPr>
            <p:spPr bwMode="auto">
              <a:xfrm>
                <a:off x="567050" y="1950358"/>
                <a:ext cx="1015612" cy="137160"/>
              </a:xfrm>
              <a:prstGeom prst="rect">
                <a:avLst/>
              </a:prstGeom>
              <a:solidFill>
                <a:srgbClr val="AEC3F5"/>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2400">
                  <a:solidFill>
                    <a:srgbClr val="000000"/>
                  </a:solidFill>
                  <a:latin typeface="Trebuchet MS" panose="020B0603020202020204" pitchFamily="34" charset="0"/>
                  <a:ea typeface="MS PGothic" panose="020B0600070205080204" pitchFamily="34" charset="-128"/>
                </a:endParaRPr>
              </a:p>
            </p:txBody>
          </p:sp>
          <p:sp>
            <p:nvSpPr>
              <p:cNvPr id="755" name="Rectangle 2149">
                <a:extLst>
                  <a:ext uri="{FF2B5EF4-FFF2-40B4-BE49-F238E27FC236}">
                    <a16:creationId xmlns:a16="http://schemas.microsoft.com/office/drawing/2014/main" id="{0E786803-2632-D72A-D74E-BB249141A917}"/>
                  </a:ext>
                </a:extLst>
              </p:cNvPr>
              <p:cNvSpPr>
                <a:spLocks noChangeArrowheads="1"/>
              </p:cNvSpPr>
              <p:nvPr/>
            </p:nvSpPr>
            <p:spPr bwMode="auto">
              <a:xfrm>
                <a:off x="566747" y="1609166"/>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756" name="Rectangle 2150">
                <a:extLst>
                  <a:ext uri="{FF2B5EF4-FFF2-40B4-BE49-F238E27FC236}">
                    <a16:creationId xmlns:a16="http://schemas.microsoft.com/office/drawing/2014/main" id="{8B19598C-6A20-EDD7-E65F-CF9889155370}"/>
                  </a:ext>
                </a:extLst>
              </p:cNvPr>
              <p:cNvSpPr>
                <a:spLocks noChangeArrowheads="1"/>
              </p:cNvSpPr>
              <p:nvPr/>
            </p:nvSpPr>
            <p:spPr bwMode="auto">
              <a:xfrm>
                <a:off x="601782" y="1645957"/>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757" name="Rectangle 2151">
                <a:extLst>
                  <a:ext uri="{FF2B5EF4-FFF2-40B4-BE49-F238E27FC236}">
                    <a16:creationId xmlns:a16="http://schemas.microsoft.com/office/drawing/2014/main" id="{EA17E8C8-9982-B836-A550-D76676929D26}"/>
                  </a:ext>
                </a:extLst>
              </p:cNvPr>
              <p:cNvSpPr>
                <a:spLocks noChangeArrowheads="1"/>
              </p:cNvSpPr>
              <p:nvPr/>
            </p:nvSpPr>
            <p:spPr bwMode="auto">
              <a:xfrm>
                <a:off x="693857" y="1645957"/>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758" name="Rectangle 2152">
                <a:extLst>
                  <a:ext uri="{FF2B5EF4-FFF2-40B4-BE49-F238E27FC236}">
                    <a16:creationId xmlns:a16="http://schemas.microsoft.com/office/drawing/2014/main" id="{8901605B-CBE1-33AC-948D-6EB98D0C75BF}"/>
                  </a:ext>
                </a:extLst>
              </p:cNvPr>
              <p:cNvSpPr>
                <a:spLocks noChangeArrowheads="1"/>
              </p:cNvSpPr>
              <p:nvPr/>
            </p:nvSpPr>
            <p:spPr bwMode="auto">
              <a:xfrm>
                <a:off x="830272" y="1609166"/>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759" name="Rectangle 2153">
                <a:extLst>
                  <a:ext uri="{FF2B5EF4-FFF2-40B4-BE49-F238E27FC236}">
                    <a16:creationId xmlns:a16="http://schemas.microsoft.com/office/drawing/2014/main" id="{8E4E9698-663C-D634-D2F3-1092F38D87B4}"/>
                  </a:ext>
                </a:extLst>
              </p:cNvPr>
              <p:cNvSpPr>
                <a:spLocks noChangeArrowheads="1"/>
              </p:cNvSpPr>
              <p:nvPr/>
            </p:nvSpPr>
            <p:spPr bwMode="auto">
              <a:xfrm>
                <a:off x="865307" y="1645957"/>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760" name="Rectangle 2154">
                <a:extLst>
                  <a:ext uri="{FF2B5EF4-FFF2-40B4-BE49-F238E27FC236}">
                    <a16:creationId xmlns:a16="http://schemas.microsoft.com/office/drawing/2014/main" id="{201873B7-A02C-8E11-B47A-A4F305B300B6}"/>
                  </a:ext>
                </a:extLst>
              </p:cNvPr>
              <p:cNvSpPr>
                <a:spLocks noChangeArrowheads="1"/>
              </p:cNvSpPr>
              <p:nvPr/>
            </p:nvSpPr>
            <p:spPr bwMode="auto">
              <a:xfrm>
                <a:off x="957382" y="1645957"/>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761" name="Rectangle 2155">
                <a:extLst>
                  <a:ext uri="{FF2B5EF4-FFF2-40B4-BE49-F238E27FC236}">
                    <a16:creationId xmlns:a16="http://schemas.microsoft.com/office/drawing/2014/main" id="{66EAD8C8-6B58-A671-365C-DA30D0ED86EC}"/>
                  </a:ext>
                </a:extLst>
              </p:cNvPr>
              <p:cNvSpPr>
                <a:spLocks noChangeArrowheads="1"/>
              </p:cNvSpPr>
              <p:nvPr/>
            </p:nvSpPr>
            <p:spPr bwMode="auto">
              <a:xfrm>
                <a:off x="1093797" y="1609166"/>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762" name="Rectangle 2156">
                <a:extLst>
                  <a:ext uri="{FF2B5EF4-FFF2-40B4-BE49-F238E27FC236}">
                    <a16:creationId xmlns:a16="http://schemas.microsoft.com/office/drawing/2014/main" id="{A8DFCBD8-40FF-1897-F8D0-DFBFBB107166}"/>
                  </a:ext>
                </a:extLst>
              </p:cNvPr>
              <p:cNvSpPr>
                <a:spLocks noChangeArrowheads="1"/>
              </p:cNvSpPr>
              <p:nvPr/>
            </p:nvSpPr>
            <p:spPr bwMode="auto">
              <a:xfrm>
                <a:off x="1128832" y="1645957"/>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763" name="Rectangle 2157">
                <a:extLst>
                  <a:ext uri="{FF2B5EF4-FFF2-40B4-BE49-F238E27FC236}">
                    <a16:creationId xmlns:a16="http://schemas.microsoft.com/office/drawing/2014/main" id="{24CB73C9-3692-58E3-3AA4-7E46E434E127}"/>
                  </a:ext>
                </a:extLst>
              </p:cNvPr>
              <p:cNvSpPr>
                <a:spLocks noChangeArrowheads="1"/>
              </p:cNvSpPr>
              <p:nvPr/>
            </p:nvSpPr>
            <p:spPr bwMode="auto">
              <a:xfrm>
                <a:off x="1220907" y="1645957"/>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764" name="Rectangle 2158">
                <a:extLst>
                  <a:ext uri="{FF2B5EF4-FFF2-40B4-BE49-F238E27FC236}">
                    <a16:creationId xmlns:a16="http://schemas.microsoft.com/office/drawing/2014/main" id="{A23DC024-3727-4012-EE68-0B499D16106C}"/>
                  </a:ext>
                </a:extLst>
              </p:cNvPr>
              <p:cNvSpPr>
                <a:spLocks noChangeArrowheads="1"/>
              </p:cNvSpPr>
              <p:nvPr/>
            </p:nvSpPr>
            <p:spPr bwMode="auto">
              <a:xfrm>
                <a:off x="1357322" y="1609166"/>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765" name="Rectangle 2159">
                <a:extLst>
                  <a:ext uri="{FF2B5EF4-FFF2-40B4-BE49-F238E27FC236}">
                    <a16:creationId xmlns:a16="http://schemas.microsoft.com/office/drawing/2014/main" id="{D807490E-99DB-0181-EDB9-0E8F37DF7C2C}"/>
                  </a:ext>
                </a:extLst>
              </p:cNvPr>
              <p:cNvSpPr>
                <a:spLocks noChangeArrowheads="1"/>
              </p:cNvSpPr>
              <p:nvPr/>
            </p:nvSpPr>
            <p:spPr bwMode="auto">
              <a:xfrm>
                <a:off x="1392357" y="1645957"/>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766" name="Rectangle 2160">
                <a:extLst>
                  <a:ext uri="{FF2B5EF4-FFF2-40B4-BE49-F238E27FC236}">
                    <a16:creationId xmlns:a16="http://schemas.microsoft.com/office/drawing/2014/main" id="{1BC26A5E-42D6-C5B6-9FBF-1337F41FF43B}"/>
                  </a:ext>
                </a:extLst>
              </p:cNvPr>
              <p:cNvSpPr>
                <a:spLocks noChangeArrowheads="1"/>
              </p:cNvSpPr>
              <p:nvPr/>
            </p:nvSpPr>
            <p:spPr bwMode="auto">
              <a:xfrm>
                <a:off x="1484432" y="1645957"/>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767" name="Rectangle 2161">
                <a:extLst>
                  <a:ext uri="{FF2B5EF4-FFF2-40B4-BE49-F238E27FC236}">
                    <a16:creationId xmlns:a16="http://schemas.microsoft.com/office/drawing/2014/main" id="{392651A9-D730-6882-E50C-CC637300281B}"/>
                  </a:ext>
                </a:extLst>
              </p:cNvPr>
              <p:cNvSpPr>
                <a:spLocks noChangeArrowheads="1"/>
              </p:cNvSpPr>
              <p:nvPr/>
            </p:nvSpPr>
            <p:spPr bwMode="auto">
              <a:xfrm>
                <a:off x="566747" y="1777441"/>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768" name="Rectangle 2162">
                <a:extLst>
                  <a:ext uri="{FF2B5EF4-FFF2-40B4-BE49-F238E27FC236}">
                    <a16:creationId xmlns:a16="http://schemas.microsoft.com/office/drawing/2014/main" id="{1B1757AF-BD10-8249-0311-A7198FE12651}"/>
                  </a:ext>
                </a:extLst>
              </p:cNvPr>
              <p:cNvSpPr>
                <a:spLocks noChangeArrowheads="1"/>
              </p:cNvSpPr>
              <p:nvPr/>
            </p:nvSpPr>
            <p:spPr bwMode="auto">
              <a:xfrm>
                <a:off x="601782" y="1814232"/>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769" name="Rectangle 2163">
                <a:extLst>
                  <a:ext uri="{FF2B5EF4-FFF2-40B4-BE49-F238E27FC236}">
                    <a16:creationId xmlns:a16="http://schemas.microsoft.com/office/drawing/2014/main" id="{D3593FB2-D91C-0242-7567-AD65E0A30E4B}"/>
                  </a:ext>
                </a:extLst>
              </p:cNvPr>
              <p:cNvSpPr>
                <a:spLocks noChangeArrowheads="1"/>
              </p:cNvSpPr>
              <p:nvPr/>
            </p:nvSpPr>
            <p:spPr bwMode="auto">
              <a:xfrm>
                <a:off x="693857" y="1814232"/>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770" name="Rectangle 2164">
                <a:extLst>
                  <a:ext uri="{FF2B5EF4-FFF2-40B4-BE49-F238E27FC236}">
                    <a16:creationId xmlns:a16="http://schemas.microsoft.com/office/drawing/2014/main" id="{BDA9A52D-3BB4-F948-AF26-DC292E7E3B34}"/>
                  </a:ext>
                </a:extLst>
              </p:cNvPr>
              <p:cNvSpPr>
                <a:spLocks noChangeArrowheads="1"/>
              </p:cNvSpPr>
              <p:nvPr/>
            </p:nvSpPr>
            <p:spPr bwMode="auto">
              <a:xfrm>
                <a:off x="830272" y="1777441"/>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771" name="Rectangle 2165">
                <a:extLst>
                  <a:ext uri="{FF2B5EF4-FFF2-40B4-BE49-F238E27FC236}">
                    <a16:creationId xmlns:a16="http://schemas.microsoft.com/office/drawing/2014/main" id="{45739065-8959-51E9-921C-6BA5B086F436}"/>
                  </a:ext>
                </a:extLst>
              </p:cNvPr>
              <p:cNvSpPr>
                <a:spLocks noChangeArrowheads="1"/>
              </p:cNvSpPr>
              <p:nvPr/>
            </p:nvSpPr>
            <p:spPr bwMode="auto">
              <a:xfrm>
                <a:off x="865307" y="1814232"/>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772" name="Rectangle 2166">
                <a:extLst>
                  <a:ext uri="{FF2B5EF4-FFF2-40B4-BE49-F238E27FC236}">
                    <a16:creationId xmlns:a16="http://schemas.microsoft.com/office/drawing/2014/main" id="{9FAB151D-0FB7-D70C-6E84-DEF9AE395F3B}"/>
                  </a:ext>
                </a:extLst>
              </p:cNvPr>
              <p:cNvSpPr>
                <a:spLocks noChangeArrowheads="1"/>
              </p:cNvSpPr>
              <p:nvPr/>
            </p:nvSpPr>
            <p:spPr bwMode="auto">
              <a:xfrm>
                <a:off x="957382" y="1814232"/>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773" name="Rectangle 2167">
                <a:extLst>
                  <a:ext uri="{FF2B5EF4-FFF2-40B4-BE49-F238E27FC236}">
                    <a16:creationId xmlns:a16="http://schemas.microsoft.com/office/drawing/2014/main" id="{5D3BE52D-295B-D847-2F8F-4B6F76904382}"/>
                  </a:ext>
                </a:extLst>
              </p:cNvPr>
              <p:cNvSpPr>
                <a:spLocks noChangeArrowheads="1"/>
              </p:cNvSpPr>
              <p:nvPr/>
            </p:nvSpPr>
            <p:spPr bwMode="auto">
              <a:xfrm>
                <a:off x="1093797" y="1777441"/>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774" name="Rectangle 2168">
                <a:extLst>
                  <a:ext uri="{FF2B5EF4-FFF2-40B4-BE49-F238E27FC236}">
                    <a16:creationId xmlns:a16="http://schemas.microsoft.com/office/drawing/2014/main" id="{B5364AA9-1A97-9099-F0ED-807FBE9E616F}"/>
                  </a:ext>
                </a:extLst>
              </p:cNvPr>
              <p:cNvSpPr>
                <a:spLocks noChangeArrowheads="1"/>
              </p:cNvSpPr>
              <p:nvPr/>
            </p:nvSpPr>
            <p:spPr bwMode="auto">
              <a:xfrm>
                <a:off x="1128832" y="1814232"/>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775" name="Rectangle 2169">
                <a:extLst>
                  <a:ext uri="{FF2B5EF4-FFF2-40B4-BE49-F238E27FC236}">
                    <a16:creationId xmlns:a16="http://schemas.microsoft.com/office/drawing/2014/main" id="{96A3D554-2AD1-779F-C46B-53EB52880779}"/>
                  </a:ext>
                </a:extLst>
              </p:cNvPr>
              <p:cNvSpPr>
                <a:spLocks noChangeArrowheads="1"/>
              </p:cNvSpPr>
              <p:nvPr/>
            </p:nvSpPr>
            <p:spPr bwMode="auto">
              <a:xfrm>
                <a:off x="1220907" y="1814232"/>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776" name="Rectangle 2170">
                <a:extLst>
                  <a:ext uri="{FF2B5EF4-FFF2-40B4-BE49-F238E27FC236}">
                    <a16:creationId xmlns:a16="http://schemas.microsoft.com/office/drawing/2014/main" id="{EC1820B4-DB2D-5482-DA4C-D861E8C33887}"/>
                  </a:ext>
                </a:extLst>
              </p:cNvPr>
              <p:cNvSpPr>
                <a:spLocks noChangeArrowheads="1"/>
              </p:cNvSpPr>
              <p:nvPr/>
            </p:nvSpPr>
            <p:spPr bwMode="auto">
              <a:xfrm>
                <a:off x="1357322" y="1777441"/>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777" name="Rectangle 2171">
                <a:extLst>
                  <a:ext uri="{FF2B5EF4-FFF2-40B4-BE49-F238E27FC236}">
                    <a16:creationId xmlns:a16="http://schemas.microsoft.com/office/drawing/2014/main" id="{3A2D2275-EE90-5D16-2648-81661DF72E85}"/>
                  </a:ext>
                </a:extLst>
              </p:cNvPr>
              <p:cNvSpPr>
                <a:spLocks noChangeArrowheads="1"/>
              </p:cNvSpPr>
              <p:nvPr/>
            </p:nvSpPr>
            <p:spPr bwMode="auto">
              <a:xfrm>
                <a:off x="1392357" y="1814232"/>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778" name="Rectangle 2172">
                <a:extLst>
                  <a:ext uri="{FF2B5EF4-FFF2-40B4-BE49-F238E27FC236}">
                    <a16:creationId xmlns:a16="http://schemas.microsoft.com/office/drawing/2014/main" id="{99F98266-CAA8-982B-3827-4766EE5BC860}"/>
                  </a:ext>
                </a:extLst>
              </p:cNvPr>
              <p:cNvSpPr>
                <a:spLocks noChangeArrowheads="1"/>
              </p:cNvSpPr>
              <p:nvPr/>
            </p:nvSpPr>
            <p:spPr bwMode="auto">
              <a:xfrm>
                <a:off x="1484432" y="1814232"/>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grpSp>
        <p:grpSp>
          <p:nvGrpSpPr>
            <p:cNvPr id="724" name="Group 1457">
              <a:extLst>
                <a:ext uri="{FF2B5EF4-FFF2-40B4-BE49-F238E27FC236}">
                  <a16:creationId xmlns:a16="http://schemas.microsoft.com/office/drawing/2014/main" id="{BE18BA4F-CEF4-65B4-913C-57554C4CDEC4}"/>
                </a:ext>
              </a:extLst>
            </p:cNvPr>
            <p:cNvGrpSpPr/>
            <p:nvPr/>
          </p:nvGrpSpPr>
          <p:grpSpPr bwMode="auto">
            <a:xfrm>
              <a:off x="7325297" y="1394996"/>
              <a:ext cx="1114185" cy="751417"/>
              <a:chOff x="517764" y="1384300"/>
              <a:chExt cx="1114185" cy="751417"/>
            </a:xfrm>
          </p:grpSpPr>
          <p:sp>
            <p:nvSpPr>
              <p:cNvPr id="725" name="Rectangle 2119">
                <a:extLst>
                  <a:ext uri="{FF2B5EF4-FFF2-40B4-BE49-F238E27FC236}">
                    <a16:creationId xmlns:a16="http://schemas.microsoft.com/office/drawing/2014/main" id="{D63D6216-FDBF-D352-ED87-44C51BEEE65D}"/>
                  </a:ext>
                </a:extLst>
              </p:cNvPr>
              <p:cNvSpPr/>
              <p:nvPr/>
            </p:nvSpPr>
            <p:spPr bwMode="auto">
              <a:xfrm>
                <a:off x="517679" y="1384799"/>
                <a:ext cx="1114332" cy="750863"/>
              </a:xfrm>
              <a:prstGeom prst="rect">
                <a:avLst/>
              </a:prstGeom>
              <a:solidFill>
                <a:schemeClr val="bg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anchor="ctr" anchorCtr="1"/>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algn="ctr">
                  <a:spcBef>
                    <a:spcPct val="50000"/>
                  </a:spcBef>
                  <a:defRPr/>
                </a:pPr>
                <a:endParaRPr lang="en-US" altLang="zh-CN" sz="2400">
                  <a:solidFill>
                    <a:srgbClr val="000000"/>
                  </a:solidFill>
                  <a:latin typeface="Trebuchet MS" panose="020B0603020202020204" pitchFamily="34" charset="0"/>
                  <a:cs typeface="Arial" panose="020B0604020202020204" pitchFamily="34" charset="0"/>
                </a:endParaRPr>
              </a:p>
            </p:txBody>
          </p:sp>
          <p:sp>
            <p:nvSpPr>
              <p:cNvPr id="726" name="Rectangle 2120">
                <a:extLst>
                  <a:ext uri="{FF2B5EF4-FFF2-40B4-BE49-F238E27FC236}">
                    <a16:creationId xmlns:a16="http://schemas.microsoft.com/office/drawing/2014/main" id="{784C1E6F-8751-0918-76E8-F453C33547B5}"/>
                  </a:ext>
                </a:extLst>
              </p:cNvPr>
              <p:cNvSpPr>
                <a:spLocks noChangeArrowheads="1"/>
              </p:cNvSpPr>
              <p:nvPr/>
            </p:nvSpPr>
            <p:spPr bwMode="auto">
              <a:xfrm>
                <a:off x="725801" y="1433925"/>
                <a:ext cx="698111" cy="137160"/>
              </a:xfrm>
              <a:prstGeom prst="rect">
                <a:avLst/>
              </a:prstGeom>
              <a:solidFill>
                <a:srgbClr val="DA581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2400">
                  <a:solidFill>
                    <a:srgbClr val="000000"/>
                  </a:solidFill>
                  <a:latin typeface="Trebuchet MS" panose="020B0603020202020204" pitchFamily="34" charset="0"/>
                  <a:ea typeface="MS PGothic" panose="020B0600070205080204" pitchFamily="34" charset="-128"/>
                </a:endParaRPr>
              </a:p>
            </p:txBody>
          </p:sp>
          <p:sp>
            <p:nvSpPr>
              <p:cNvPr id="727" name="Rectangle 2121">
                <a:extLst>
                  <a:ext uri="{FF2B5EF4-FFF2-40B4-BE49-F238E27FC236}">
                    <a16:creationId xmlns:a16="http://schemas.microsoft.com/office/drawing/2014/main" id="{BF98EF10-6B02-B8C9-39CD-5F0E8A9440FB}"/>
                  </a:ext>
                </a:extLst>
              </p:cNvPr>
              <p:cNvSpPr>
                <a:spLocks noChangeArrowheads="1"/>
              </p:cNvSpPr>
              <p:nvPr/>
            </p:nvSpPr>
            <p:spPr bwMode="auto">
              <a:xfrm>
                <a:off x="567050" y="1950358"/>
                <a:ext cx="1015612" cy="137160"/>
              </a:xfrm>
              <a:prstGeom prst="rect">
                <a:avLst/>
              </a:prstGeom>
              <a:solidFill>
                <a:srgbClr val="AEC3F5"/>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2400">
                  <a:solidFill>
                    <a:srgbClr val="000000"/>
                  </a:solidFill>
                  <a:latin typeface="Trebuchet MS" panose="020B0603020202020204" pitchFamily="34" charset="0"/>
                  <a:ea typeface="MS PGothic" panose="020B0600070205080204" pitchFamily="34" charset="-128"/>
                </a:endParaRPr>
              </a:p>
            </p:txBody>
          </p:sp>
          <p:sp>
            <p:nvSpPr>
              <p:cNvPr id="728" name="Rectangle 2122">
                <a:extLst>
                  <a:ext uri="{FF2B5EF4-FFF2-40B4-BE49-F238E27FC236}">
                    <a16:creationId xmlns:a16="http://schemas.microsoft.com/office/drawing/2014/main" id="{0804260E-17E7-3462-9A6C-0F405842FAC8}"/>
                  </a:ext>
                </a:extLst>
              </p:cNvPr>
              <p:cNvSpPr>
                <a:spLocks noChangeArrowheads="1"/>
              </p:cNvSpPr>
              <p:nvPr/>
            </p:nvSpPr>
            <p:spPr bwMode="auto">
              <a:xfrm>
                <a:off x="566747" y="1609166"/>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729" name="Rectangle 2123">
                <a:extLst>
                  <a:ext uri="{FF2B5EF4-FFF2-40B4-BE49-F238E27FC236}">
                    <a16:creationId xmlns:a16="http://schemas.microsoft.com/office/drawing/2014/main" id="{233D4400-E4F1-89ED-CCA7-E20D9066F96D}"/>
                  </a:ext>
                </a:extLst>
              </p:cNvPr>
              <p:cNvSpPr>
                <a:spLocks noChangeArrowheads="1"/>
              </p:cNvSpPr>
              <p:nvPr/>
            </p:nvSpPr>
            <p:spPr bwMode="auto">
              <a:xfrm>
                <a:off x="601782" y="1645957"/>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730" name="Rectangle 2124">
                <a:extLst>
                  <a:ext uri="{FF2B5EF4-FFF2-40B4-BE49-F238E27FC236}">
                    <a16:creationId xmlns:a16="http://schemas.microsoft.com/office/drawing/2014/main" id="{4581A594-16A7-7577-BE03-D78E1994E2EB}"/>
                  </a:ext>
                </a:extLst>
              </p:cNvPr>
              <p:cNvSpPr>
                <a:spLocks noChangeArrowheads="1"/>
              </p:cNvSpPr>
              <p:nvPr/>
            </p:nvSpPr>
            <p:spPr bwMode="auto">
              <a:xfrm>
                <a:off x="693857" y="1645957"/>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731" name="Rectangle 2125">
                <a:extLst>
                  <a:ext uri="{FF2B5EF4-FFF2-40B4-BE49-F238E27FC236}">
                    <a16:creationId xmlns:a16="http://schemas.microsoft.com/office/drawing/2014/main" id="{FCD8987D-F2C3-ED70-370C-B233BBA08390}"/>
                  </a:ext>
                </a:extLst>
              </p:cNvPr>
              <p:cNvSpPr>
                <a:spLocks noChangeArrowheads="1"/>
              </p:cNvSpPr>
              <p:nvPr/>
            </p:nvSpPr>
            <p:spPr bwMode="auto">
              <a:xfrm>
                <a:off x="830272" y="1609166"/>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732" name="Rectangle 2126">
                <a:extLst>
                  <a:ext uri="{FF2B5EF4-FFF2-40B4-BE49-F238E27FC236}">
                    <a16:creationId xmlns:a16="http://schemas.microsoft.com/office/drawing/2014/main" id="{B159E10C-A9EA-7DD3-616C-427352DE822A}"/>
                  </a:ext>
                </a:extLst>
              </p:cNvPr>
              <p:cNvSpPr>
                <a:spLocks noChangeArrowheads="1"/>
              </p:cNvSpPr>
              <p:nvPr/>
            </p:nvSpPr>
            <p:spPr bwMode="auto">
              <a:xfrm>
                <a:off x="865307" y="1645957"/>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733" name="Rectangle 2127">
                <a:extLst>
                  <a:ext uri="{FF2B5EF4-FFF2-40B4-BE49-F238E27FC236}">
                    <a16:creationId xmlns:a16="http://schemas.microsoft.com/office/drawing/2014/main" id="{33811A2C-16B0-0CF7-EBE5-A6F98967172B}"/>
                  </a:ext>
                </a:extLst>
              </p:cNvPr>
              <p:cNvSpPr>
                <a:spLocks noChangeArrowheads="1"/>
              </p:cNvSpPr>
              <p:nvPr/>
            </p:nvSpPr>
            <p:spPr bwMode="auto">
              <a:xfrm>
                <a:off x="957382" y="1645957"/>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734" name="Rectangle 2128">
                <a:extLst>
                  <a:ext uri="{FF2B5EF4-FFF2-40B4-BE49-F238E27FC236}">
                    <a16:creationId xmlns:a16="http://schemas.microsoft.com/office/drawing/2014/main" id="{0CCD8B22-EEC6-B0D3-E1C3-4094AA5D3C0D}"/>
                  </a:ext>
                </a:extLst>
              </p:cNvPr>
              <p:cNvSpPr>
                <a:spLocks noChangeArrowheads="1"/>
              </p:cNvSpPr>
              <p:nvPr/>
            </p:nvSpPr>
            <p:spPr bwMode="auto">
              <a:xfrm>
                <a:off x="1093797" y="1609166"/>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735" name="Rectangle 2129">
                <a:extLst>
                  <a:ext uri="{FF2B5EF4-FFF2-40B4-BE49-F238E27FC236}">
                    <a16:creationId xmlns:a16="http://schemas.microsoft.com/office/drawing/2014/main" id="{7616F52F-6C5C-7BEA-86FD-49A3A6EA5690}"/>
                  </a:ext>
                </a:extLst>
              </p:cNvPr>
              <p:cNvSpPr>
                <a:spLocks noChangeArrowheads="1"/>
              </p:cNvSpPr>
              <p:nvPr/>
            </p:nvSpPr>
            <p:spPr bwMode="auto">
              <a:xfrm>
                <a:off x="1128832" y="1645957"/>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736" name="Rectangle 2130">
                <a:extLst>
                  <a:ext uri="{FF2B5EF4-FFF2-40B4-BE49-F238E27FC236}">
                    <a16:creationId xmlns:a16="http://schemas.microsoft.com/office/drawing/2014/main" id="{B0E451E1-49FB-753F-AB11-58C7CAFBAF02}"/>
                  </a:ext>
                </a:extLst>
              </p:cNvPr>
              <p:cNvSpPr>
                <a:spLocks noChangeArrowheads="1"/>
              </p:cNvSpPr>
              <p:nvPr/>
            </p:nvSpPr>
            <p:spPr bwMode="auto">
              <a:xfrm>
                <a:off x="1220907" y="1645957"/>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737" name="Rectangle 2131">
                <a:extLst>
                  <a:ext uri="{FF2B5EF4-FFF2-40B4-BE49-F238E27FC236}">
                    <a16:creationId xmlns:a16="http://schemas.microsoft.com/office/drawing/2014/main" id="{4E70E807-F4FC-B7ED-B98A-3AA0DA0F3DFA}"/>
                  </a:ext>
                </a:extLst>
              </p:cNvPr>
              <p:cNvSpPr>
                <a:spLocks noChangeArrowheads="1"/>
              </p:cNvSpPr>
              <p:nvPr/>
            </p:nvSpPr>
            <p:spPr bwMode="auto">
              <a:xfrm>
                <a:off x="1357322" y="1609166"/>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738" name="Rectangle 2132">
                <a:extLst>
                  <a:ext uri="{FF2B5EF4-FFF2-40B4-BE49-F238E27FC236}">
                    <a16:creationId xmlns:a16="http://schemas.microsoft.com/office/drawing/2014/main" id="{72B67384-B822-F169-B3BA-11D03EB1F65F}"/>
                  </a:ext>
                </a:extLst>
              </p:cNvPr>
              <p:cNvSpPr>
                <a:spLocks noChangeArrowheads="1"/>
              </p:cNvSpPr>
              <p:nvPr/>
            </p:nvSpPr>
            <p:spPr bwMode="auto">
              <a:xfrm>
                <a:off x="1392357" y="1645957"/>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739" name="Rectangle 2133">
                <a:extLst>
                  <a:ext uri="{FF2B5EF4-FFF2-40B4-BE49-F238E27FC236}">
                    <a16:creationId xmlns:a16="http://schemas.microsoft.com/office/drawing/2014/main" id="{23ABB23D-A5A3-D36D-B93F-80CFAA2C8345}"/>
                  </a:ext>
                </a:extLst>
              </p:cNvPr>
              <p:cNvSpPr>
                <a:spLocks noChangeArrowheads="1"/>
              </p:cNvSpPr>
              <p:nvPr/>
            </p:nvSpPr>
            <p:spPr bwMode="auto">
              <a:xfrm>
                <a:off x="1484432" y="1645957"/>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740" name="Rectangle 2134">
                <a:extLst>
                  <a:ext uri="{FF2B5EF4-FFF2-40B4-BE49-F238E27FC236}">
                    <a16:creationId xmlns:a16="http://schemas.microsoft.com/office/drawing/2014/main" id="{6C81580A-EA90-5912-E2E1-3B73B3DAB590}"/>
                  </a:ext>
                </a:extLst>
              </p:cNvPr>
              <p:cNvSpPr>
                <a:spLocks noChangeArrowheads="1"/>
              </p:cNvSpPr>
              <p:nvPr/>
            </p:nvSpPr>
            <p:spPr bwMode="auto">
              <a:xfrm>
                <a:off x="566747" y="1777441"/>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741" name="Rectangle 2135">
                <a:extLst>
                  <a:ext uri="{FF2B5EF4-FFF2-40B4-BE49-F238E27FC236}">
                    <a16:creationId xmlns:a16="http://schemas.microsoft.com/office/drawing/2014/main" id="{AFDF304A-45C0-3B56-F61E-F6872B58ABD5}"/>
                  </a:ext>
                </a:extLst>
              </p:cNvPr>
              <p:cNvSpPr>
                <a:spLocks noChangeArrowheads="1"/>
              </p:cNvSpPr>
              <p:nvPr/>
            </p:nvSpPr>
            <p:spPr bwMode="auto">
              <a:xfrm>
                <a:off x="601782" y="1814232"/>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742" name="Rectangle 2136">
                <a:extLst>
                  <a:ext uri="{FF2B5EF4-FFF2-40B4-BE49-F238E27FC236}">
                    <a16:creationId xmlns:a16="http://schemas.microsoft.com/office/drawing/2014/main" id="{D019A702-84A6-0AAD-7C38-31DA4D80E828}"/>
                  </a:ext>
                </a:extLst>
              </p:cNvPr>
              <p:cNvSpPr>
                <a:spLocks noChangeArrowheads="1"/>
              </p:cNvSpPr>
              <p:nvPr/>
            </p:nvSpPr>
            <p:spPr bwMode="auto">
              <a:xfrm>
                <a:off x="693857" y="1814232"/>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743" name="Rectangle 2137">
                <a:extLst>
                  <a:ext uri="{FF2B5EF4-FFF2-40B4-BE49-F238E27FC236}">
                    <a16:creationId xmlns:a16="http://schemas.microsoft.com/office/drawing/2014/main" id="{9E1B32EB-B991-F16B-262E-0D19893DD7D0}"/>
                  </a:ext>
                </a:extLst>
              </p:cNvPr>
              <p:cNvSpPr>
                <a:spLocks noChangeArrowheads="1"/>
              </p:cNvSpPr>
              <p:nvPr/>
            </p:nvSpPr>
            <p:spPr bwMode="auto">
              <a:xfrm>
                <a:off x="830272" y="1777441"/>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744" name="Rectangle 2138">
                <a:extLst>
                  <a:ext uri="{FF2B5EF4-FFF2-40B4-BE49-F238E27FC236}">
                    <a16:creationId xmlns:a16="http://schemas.microsoft.com/office/drawing/2014/main" id="{64432F3D-CF44-2327-2CBC-8BC0B559E586}"/>
                  </a:ext>
                </a:extLst>
              </p:cNvPr>
              <p:cNvSpPr>
                <a:spLocks noChangeArrowheads="1"/>
              </p:cNvSpPr>
              <p:nvPr/>
            </p:nvSpPr>
            <p:spPr bwMode="auto">
              <a:xfrm>
                <a:off x="865307" y="1814232"/>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745" name="Rectangle 2139">
                <a:extLst>
                  <a:ext uri="{FF2B5EF4-FFF2-40B4-BE49-F238E27FC236}">
                    <a16:creationId xmlns:a16="http://schemas.microsoft.com/office/drawing/2014/main" id="{9DED56B2-379E-60A1-F3C5-13D7C82758C0}"/>
                  </a:ext>
                </a:extLst>
              </p:cNvPr>
              <p:cNvSpPr>
                <a:spLocks noChangeArrowheads="1"/>
              </p:cNvSpPr>
              <p:nvPr/>
            </p:nvSpPr>
            <p:spPr bwMode="auto">
              <a:xfrm>
                <a:off x="957382" y="1814232"/>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746" name="Rectangle 2140">
                <a:extLst>
                  <a:ext uri="{FF2B5EF4-FFF2-40B4-BE49-F238E27FC236}">
                    <a16:creationId xmlns:a16="http://schemas.microsoft.com/office/drawing/2014/main" id="{81ABDC27-03DD-5789-0055-E75D3F0AB256}"/>
                  </a:ext>
                </a:extLst>
              </p:cNvPr>
              <p:cNvSpPr>
                <a:spLocks noChangeArrowheads="1"/>
              </p:cNvSpPr>
              <p:nvPr/>
            </p:nvSpPr>
            <p:spPr bwMode="auto">
              <a:xfrm>
                <a:off x="1093797" y="1777441"/>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747" name="Rectangle 2141">
                <a:extLst>
                  <a:ext uri="{FF2B5EF4-FFF2-40B4-BE49-F238E27FC236}">
                    <a16:creationId xmlns:a16="http://schemas.microsoft.com/office/drawing/2014/main" id="{61607850-3DD5-3D09-E9A6-85DA9B69A9A2}"/>
                  </a:ext>
                </a:extLst>
              </p:cNvPr>
              <p:cNvSpPr>
                <a:spLocks noChangeArrowheads="1"/>
              </p:cNvSpPr>
              <p:nvPr/>
            </p:nvSpPr>
            <p:spPr bwMode="auto">
              <a:xfrm>
                <a:off x="1128832" y="1814232"/>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748" name="Rectangle 2142">
                <a:extLst>
                  <a:ext uri="{FF2B5EF4-FFF2-40B4-BE49-F238E27FC236}">
                    <a16:creationId xmlns:a16="http://schemas.microsoft.com/office/drawing/2014/main" id="{3DD622EA-13F0-44DD-5C61-55F109D7F144}"/>
                  </a:ext>
                </a:extLst>
              </p:cNvPr>
              <p:cNvSpPr>
                <a:spLocks noChangeArrowheads="1"/>
              </p:cNvSpPr>
              <p:nvPr/>
            </p:nvSpPr>
            <p:spPr bwMode="auto">
              <a:xfrm>
                <a:off x="1220907" y="1814232"/>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749" name="Rectangle 2143">
                <a:extLst>
                  <a:ext uri="{FF2B5EF4-FFF2-40B4-BE49-F238E27FC236}">
                    <a16:creationId xmlns:a16="http://schemas.microsoft.com/office/drawing/2014/main" id="{427F9005-073C-5E5A-0C67-CD80C8B13E16}"/>
                  </a:ext>
                </a:extLst>
              </p:cNvPr>
              <p:cNvSpPr>
                <a:spLocks noChangeArrowheads="1"/>
              </p:cNvSpPr>
              <p:nvPr/>
            </p:nvSpPr>
            <p:spPr bwMode="auto">
              <a:xfrm>
                <a:off x="1357322" y="1777441"/>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750" name="Rectangle 2144">
                <a:extLst>
                  <a:ext uri="{FF2B5EF4-FFF2-40B4-BE49-F238E27FC236}">
                    <a16:creationId xmlns:a16="http://schemas.microsoft.com/office/drawing/2014/main" id="{094FC470-BD27-E559-682B-96AFE0383EF5}"/>
                  </a:ext>
                </a:extLst>
              </p:cNvPr>
              <p:cNvSpPr>
                <a:spLocks noChangeArrowheads="1"/>
              </p:cNvSpPr>
              <p:nvPr/>
            </p:nvSpPr>
            <p:spPr bwMode="auto">
              <a:xfrm>
                <a:off x="1392357" y="1814232"/>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751" name="Rectangle 2145">
                <a:extLst>
                  <a:ext uri="{FF2B5EF4-FFF2-40B4-BE49-F238E27FC236}">
                    <a16:creationId xmlns:a16="http://schemas.microsoft.com/office/drawing/2014/main" id="{E5383FD7-6EAF-EA0E-FA4C-9A96FC44D17F}"/>
                  </a:ext>
                </a:extLst>
              </p:cNvPr>
              <p:cNvSpPr>
                <a:spLocks noChangeArrowheads="1"/>
              </p:cNvSpPr>
              <p:nvPr/>
            </p:nvSpPr>
            <p:spPr bwMode="auto">
              <a:xfrm>
                <a:off x="1484432" y="1814232"/>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grpSp>
      </p:grpSp>
      <p:grpSp>
        <p:nvGrpSpPr>
          <p:cNvPr id="808" name="Group 2202">
            <a:extLst>
              <a:ext uri="{FF2B5EF4-FFF2-40B4-BE49-F238E27FC236}">
                <a16:creationId xmlns:a16="http://schemas.microsoft.com/office/drawing/2014/main" id="{586E97EA-A62A-BEA3-4AF1-69305CE09C7F}"/>
              </a:ext>
            </a:extLst>
          </p:cNvPr>
          <p:cNvGrpSpPr/>
          <p:nvPr/>
        </p:nvGrpSpPr>
        <p:grpSpPr bwMode="auto">
          <a:xfrm>
            <a:off x="4818766" y="5002131"/>
            <a:ext cx="3954463" cy="877888"/>
            <a:chOff x="4545730" y="1328822"/>
            <a:chExt cx="3954134" cy="877859"/>
          </a:xfrm>
        </p:grpSpPr>
        <p:sp>
          <p:nvSpPr>
            <p:cNvPr id="809" name="Rectangle 2203">
              <a:extLst>
                <a:ext uri="{FF2B5EF4-FFF2-40B4-BE49-F238E27FC236}">
                  <a16:creationId xmlns:a16="http://schemas.microsoft.com/office/drawing/2014/main" id="{DB1171F2-6BA4-4211-0288-653E4B23983E}"/>
                </a:ext>
              </a:extLst>
            </p:cNvPr>
            <p:cNvSpPr/>
            <p:nvPr/>
          </p:nvSpPr>
          <p:spPr bwMode="auto">
            <a:xfrm>
              <a:off x="4560017" y="1328822"/>
              <a:ext cx="3939847" cy="877859"/>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anchor="ctr" anchorCtr="1"/>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algn="ctr">
                <a:spcBef>
                  <a:spcPct val="50000"/>
                </a:spcBef>
                <a:defRPr/>
              </a:pPr>
              <a:endParaRPr lang="en-US" altLang="zh-CN" sz="2400">
                <a:solidFill>
                  <a:srgbClr val="000000"/>
                </a:solidFill>
                <a:latin typeface="Trebuchet MS" panose="020B0603020202020204" pitchFamily="34" charset="0"/>
                <a:cs typeface="Arial" panose="020B0604020202020204" pitchFamily="34" charset="0"/>
              </a:endParaRPr>
            </a:p>
          </p:txBody>
        </p:sp>
        <p:grpSp>
          <p:nvGrpSpPr>
            <p:cNvPr id="810" name="Group 1486">
              <a:extLst>
                <a:ext uri="{FF2B5EF4-FFF2-40B4-BE49-F238E27FC236}">
                  <a16:creationId xmlns:a16="http://schemas.microsoft.com/office/drawing/2014/main" id="{32E793AF-E004-8D61-0F72-526CADA4D5CF}"/>
                </a:ext>
              </a:extLst>
            </p:cNvPr>
            <p:cNvGrpSpPr/>
            <p:nvPr/>
          </p:nvGrpSpPr>
          <p:grpSpPr bwMode="auto">
            <a:xfrm>
              <a:off x="4545730" y="1393547"/>
              <a:ext cx="463081" cy="747517"/>
              <a:chOff x="3940698" y="1394549"/>
              <a:chExt cx="463081" cy="747517"/>
            </a:xfrm>
          </p:grpSpPr>
          <p:sp>
            <p:nvSpPr>
              <p:cNvPr id="895" name="Rectangle 2289">
                <a:extLst>
                  <a:ext uri="{FF2B5EF4-FFF2-40B4-BE49-F238E27FC236}">
                    <a16:creationId xmlns:a16="http://schemas.microsoft.com/office/drawing/2014/main" id="{1EFC29D1-7D17-0F68-A964-0F4F891AE7CE}"/>
                  </a:ext>
                </a:extLst>
              </p:cNvPr>
              <p:cNvSpPr>
                <a:spLocks noChangeArrowheads="1"/>
              </p:cNvSpPr>
              <p:nvPr/>
            </p:nvSpPr>
            <p:spPr bwMode="auto">
              <a:xfrm>
                <a:off x="4004141" y="1394549"/>
                <a:ext cx="336195" cy="747517"/>
              </a:xfrm>
              <a:prstGeom prst="rect">
                <a:avLst/>
              </a:prstGeom>
              <a:solidFill>
                <a:srgbClr val="8B9CC3"/>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2400">
                  <a:solidFill>
                    <a:srgbClr val="000000"/>
                  </a:solidFill>
                  <a:latin typeface="Trebuchet MS" panose="020B0603020202020204" pitchFamily="34" charset="0"/>
                  <a:ea typeface="MS PGothic" panose="020B0600070205080204" pitchFamily="34" charset="-128"/>
                </a:endParaRPr>
              </a:p>
            </p:txBody>
          </p:sp>
          <p:sp>
            <p:nvSpPr>
              <p:cNvPr id="896" name="TextBox 2290">
                <a:extLst>
                  <a:ext uri="{FF2B5EF4-FFF2-40B4-BE49-F238E27FC236}">
                    <a16:creationId xmlns:a16="http://schemas.microsoft.com/office/drawing/2014/main" id="{80BA72B3-CE65-E347-6019-F5AE106A1EEF}"/>
                  </a:ext>
                </a:extLst>
              </p:cNvPr>
              <p:cNvSpPr txBox="1">
                <a:spLocks noChangeArrowheads="1"/>
              </p:cNvSpPr>
              <p:nvPr/>
            </p:nvSpPr>
            <p:spPr bwMode="auto">
              <a:xfrm>
                <a:off x="3940698" y="1622113"/>
                <a:ext cx="463081"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r>
                  <a:rPr lang="en-US" altLang="zh-CN" sz="1300">
                    <a:solidFill>
                      <a:srgbClr val="000000"/>
                    </a:solidFill>
                    <a:latin typeface="Myriad Pro Black" charset="0"/>
                    <a:ea typeface="MS PGothic" panose="020B0600070205080204" pitchFamily="34" charset="-128"/>
                  </a:rPr>
                  <a:t>Tex</a:t>
                </a:r>
              </a:p>
            </p:txBody>
          </p:sp>
        </p:grpSp>
        <p:grpSp>
          <p:nvGrpSpPr>
            <p:cNvPr id="811" name="Group 1428">
              <a:extLst>
                <a:ext uri="{FF2B5EF4-FFF2-40B4-BE49-F238E27FC236}">
                  <a16:creationId xmlns:a16="http://schemas.microsoft.com/office/drawing/2014/main" id="{D83455FF-B502-A2FE-603E-6592B3E6A41C}"/>
                </a:ext>
              </a:extLst>
            </p:cNvPr>
            <p:cNvGrpSpPr/>
            <p:nvPr/>
          </p:nvGrpSpPr>
          <p:grpSpPr bwMode="auto">
            <a:xfrm>
              <a:off x="4993845" y="1389648"/>
              <a:ext cx="1114185" cy="751417"/>
              <a:chOff x="517764" y="1384300"/>
              <a:chExt cx="1114185" cy="751417"/>
            </a:xfrm>
          </p:grpSpPr>
          <p:sp>
            <p:nvSpPr>
              <p:cNvPr id="868" name="Rectangle 2262">
                <a:extLst>
                  <a:ext uri="{FF2B5EF4-FFF2-40B4-BE49-F238E27FC236}">
                    <a16:creationId xmlns:a16="http://schemas.microsoft.com/office/drawing/2014/main" id="{DB998A44-50E4-B949-5A1E-88CA339B17FC}"/>
                  </a:ext>
                </a:extLst>
              </p:cNvPr>
              <p:cNvSpPr/>
              <p:nvPr/>
            </p:nvSpPr>
            <p:spPr bwMode="auto">
              <a:xfrm>
                <a:off x="517287" y="1383797"/>
                <a:ext cx="1114332" cy="752450"/>
              </a:xfrm>
              <a:prstGeom prst="rect">
                <a:avLst/>
              </a:prstGeom>
              <a:solidFill>
                <a:schemeClr val="bg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anchor="ctr" anchorCtr="1"/>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algn="ctr">
                  <a:spcBef>
                    <a:spcPct val="50000"/>
                  </a:spcBef>
                  <a:defRPr/>
                </a:pPr>
                <a:endParaRPr lang="en-US" altLang="zh-CN" sz="2400">
                  <a:solidFill>
                    <a:srgbClr val="000000"/>
                  </a:solidFill>
                  <a:latin typeface="Trebuchet MS" panose="020B0603020202020204" pitchFamily="34" charset="0"/>
                  <a:cs typeface="Arial" panose="020B0604020202020204" pitchFamily="34" charset="0"/>
                </a:endParaRPr>
              </a:p>
            </p:txBody>
          </p:sp>
          <p:sp>
            <p:nvSpPr>
              <p:cNvPr id="869" name="Rectangle 2263">
                <a:extLst>
                  <a:ext uri="{FF2B5EF4-FFF2-40B4-BE49-F238E27FC236}">
                    <a16:creationId xmlns:a16="http://schemas.microsoft.com/office/drawing/2014/main" id="{E8FAE3FA-275F-7155-B17F-B2228560E47B}"/>
                  </a:ext>
                </a:extLst>
              </p:cNvPr>
              <p:cNvSpPr>
                <a:spLocks noChangeArrowheads="1"/>
              </p:cNvSpPr>
              <p:nvPr/>
            </p:nvSpPr>
            <p:spPr bwMode="auto">
              <a:xfrm>
                <a:off x="725801" y="1433925"/>
                <a:ext cx="698111" cy="137160"/>
              </a:xfrm>
              <a:prstGeom prst="rect">
                <a:avLst/>
              </a:prstGeom>
              <a:solidFill>
                <a:srgbClr val="DA581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2400">
                  <a:solidFill>
                    <a:srgbClr val="000000"/>
                  </a:solidFill>
                  <a:latin typeface="Trebuchet MS" panose="020B0603020202020204" pitchFamily="34" charset="0"/>
                  <a:ea typeface="MS PGothic" panose="020B0600070205080204" pitchFamily="34" charset="-128"/>
                </a:endParaRPr>
              </a:p>
            </p:txBody>
          </p:sp>
          <p:sp>
            <p:nvSpPr>
              <p:cNvPr id="870" name="Rectangle 2264">
                <a:extLst>
                  <a:ext uri="{FF2B5EF4-FFF2-40B4-BE49-F238E27FC236}">
                    <a16:creationId xmlns:a16="http://schemas.microsoft.com/office/drawing/2014/main" id="{F8CD8F68-964D-E2DD-8B1F-F32A4EEFD993}"/>
                  </a:ext>
                </a:extLst>
              </p:cNvPr>
              <p:cNvSpPr>
                <a:spLocks noChangeArrowheads="1"/>
              </p:cNvSpPr>
              <p:nvPr/>
            </p:nvSpPr>
            <p:spPr bwMode="auto">
              <a:xfrm>
                <a:off x="567050" y="1950358"/>
                <a:ext cx="1015612" cy="137160"/>
              </a:xfrm>
              <a:prstGeom prst="rect">
                <a:avLst/>
              </a:prstGeom>
              <a:solidFill>
                <a:srgbClr val="AEC3F5"/>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2400">
                  <a:solidFill>
                    <a:srgbClr val="000000"/>
                  </a:solidFill>
                  <a:latin typeface="Trebuchet MS" panose="020B0603020202020204" pitchFamily="34" charset="0"/>
                  <a:ea typeface="MS PGothic" panose="020B0600070205080204" pitchFamily="34" charset="-128"/>
                </a:endParaRPr>
              </a:p>
            </p:txBody>
          </p:sp>
          <p:sp>
            <p:nvSpPr>
              <p:cNvPr id="871" name="Rectangle 2265">
                <a:extLst>
                  <a:ext uri="{FF2B5EF4-FFF2-40B4-BE49-F238E27FC236}">
                    <a16:creationId xmlns:a16="http://schemas.microsoft.com/office/drawing/2014/main" id="{8298A4A7-B0A4-97B6-18F6-D9DD292DFD10}"/>
                  </a:ext>
                </a:extLst>
              </p:cNvPr>
              <p:cNvSpPr>
                <a:spLocks noChangeArrowheads="1"/>
              </p:cNvSpPr>
              <p:nvPr/>
            </p:nvSpPr>
            <p:spPr bwMode="auto">
              <a:xfrm>
                <a:off x="566747" y="1609166"/>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872" name="Rectangle 2266">
                <a:extLst>
                  <a:ext uri="{FF2B5EF4-FFF2-40B4-BE49-F238E27FC236}">
                    <a16:creationId xmlns:a16="http://schemas.microsoft.com/office/drawing/2014/main" id="{51F6871D-1A13-2C30-787B-9EB81BC2A347}"/>
                  </a:ext>
                </a:extLst>
              </p:cNvPr>
              <p:cNvSpPr>
                <a:spLocks noChangeArrowheads="1"/>
              </p:cNvSpPr>
              <p:nvPr/>
            </p:nvSpPr>
            <p:spPr bwMode="auto">
              <a:xfrm>
                <a:off x="601782" y="1645957"/>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873" name="Rectangle 2267">
                <a:extLst>
                  <a:ext uri="{FF2B5EF4-FFF2-40B4-BE49-F238E27FC236}">
                    <a16:creationId xmlns:a16="http://schemas.microsoft.com/office/drawing/2014/main" id="{80413250-FF80-0BF8-ADB5-6A6C02E503FE}"/>
                  </a:ext>
                </a:extLst>
              </p:cNvPr>
              <p:cNvSpPr>
                <a:spLocks noChangeArrowheads="1"/>
              </p:cNvSpPr>
              <p:nvPr/>
            </p:nvSpPr>
            <p:spPr bwMode="auto">
              <a:xfrm>
                <a:off x="693857" y="1645957"/>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874" name="Rectangle 2268">
                <a:extLst>
                  <a:ext uri="{FF2B5EF4-FFF2-40B4-BE49-F238E27FC236}">
                    <a16:creationId xmlns:a16="http://schemas.microsoft.com/office/drawing/2014/main" id="{E18DF062-B692-F001-D66A-40BB92D92B59}"/>
                  </a:ext>
                </a:extLst>
              </p:cNvPr>
              <p:cNvSpPr>
                <a:spLocks noChangeArrowheads="1"/>
              </p:cNvSpPr>
              <p:nvPr/>
            </p:nvSpPr>
            <p:spPr bwMode="auto">
              <a:xfrm>
                <a:off x="830272" y="1609166"/>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875" name="Rectangle 2269">
                <a:extLst>
                  <a:ext uri="{FF2B5EF4-FFF2-40B4-BE49-F238E27FC236}">
                    <a16:creationId xmlns:a16="http://schemas.microsoft.com/office/drawing/2014/main" id="{5B8BC5C5-C4EA-F0F2-AB0E-F3C1A24936C1}"/>
                  </a:ext>
                </a:extLst>
              </p:cNvPr>
              <p:cNvSpPr>
                <a:spLocks noChangeArrowheads="1"/>
              </p:cNvSpPr>
              <p:nvPr/>
            </p:nvSpPr>
            <p:spPr bwMode="auto">
              <a:xfrm>
                <a:off x="865307" y="1645957"/>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876" name="Rectangle 2270">
                <a:extLst>
                  <a:ext uri="{FF2B5EF4-FFF2-40B4-BE49-F238E27FC236}">
                    <a16:creationId xmlns:a16="http://schemas.microsoft.com/office/drawing/2014/main" id="{A5DD64C6-05ED-327A-ABE0-BEA90BC1DA09}"/>
                  </a:ext>
                </a:extLst>
              </p:cNvPr>
              <p:cNvSpPr>
                <a:spLocks noChangeArrowheads="1"/>
              </p:cNvSpPr>
              <p:nvPr/>
            </p:nvSpPr>
            <p:spPr bwMode="auto">
              <a:xfrm>
                <a:off x="957382" y="1645957"/>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877" name="Rectangle 2271">
                <a:extLst>
                  <a:ext uri="{FF2B5EF4-FFF2-40B4-BE49-F238E27FC236}">
                    <a16:creationId xmlns:a16="http://schemas.microsoft.com/office/drawing/2014/main" id="{8B9B4B1B-C195-1700-6C93-DD5EA9C5A64C}"/>
                  </a:ext>
                </a:extLst>
              </p:cNvPr>
              <p:cNvSpPr>
                <a:spLocks noChangeArrowheads="1"/>
              </p:cNvSpPr>
              <p:nvPr/>
            </p:nvSpPr>
            <p:spPr bwMode="auto">
              <a:xfrm>
                <a:off x="1093797" y="1609166"/>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878" name="Rectangle 2272">
                <a:extLst>
                  <a:ext uri="{FF2B5EF4-FFF2-40B4-BE49-F238E27FC236}">
                    <a16:creationId xmlns:a16="http://schemas.microsoft.com/office/drawing/2014/main" id="{47867445-FFBE-FB10-0BAD-ECCB81CA23D9}"/>
                  </a:ext>
                </a:extLst>
              </p:cNvPr>
              <p:cNvSpPr>
                <a:spLocks noChangeArrowheads="1"/>
              </p:cNvSpPr>
              <p:nvPr/>
            </p:nvSpPr>
            <p:spPr bwMode="auto">
              <a:xfrm>
                <a:off x="1128832" y="1645957"/>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879" name="Rectangle 2273">
                <a:extLst>
                  <a:ext uri="{FF2B5EF4-FFF2-40B4-BE49-F238E27FC236}">
                    <a16:creationId xmlns:a16="http://schemas.microsoft.com/office/drawing/2014/main" id="{DC622A0E-4C8F-BE82-B3D7-1C58527CE4E4}"/>
                  </a:ext>
                </a:extLst>
              </p:cNvPr>
              <p:cNvSpPr>
                <a:spLocks noChangeArrowheads="1"/>
              </p:cNvSpPr>
              <p:nvPr/>
            </p:nvSpPr>
            <p:spPr bwMode="auto">
              <a:xfrm>
                <a:off x="1220907" y="1645957"/>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880" name="Rectangle 2274">
                <a:extLst>
                  <a:ext uri="{FF2B5EF4-FFF2-40B4-BE49-F238E27FC236}">
                    <a16:creationId xmlns:a16="http://schemas.microsoft.com/office/drawing/2014/main" id="{446D6D59-84EF-23DB-E9D9-B92520DB684D}"/>
                  </a:ext>
                </a:extLst>
              </p:cNvPr>
              <p:cNvSpPr>
                <a:spLocks noChangeArrowheads="1"/>
              </p:cNvSpPr>
              <p:nvPr/>
            </p:nvSpPr>
            <p:spPr bwMode="auto">
              <a:xfrm>
                <a:off x="1357322" y="1609166"/>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881" name="Rectangle 2275">
                <a:extLst>
                  <a:ext uri="{FF2B5EF4-FFF2-40B4-BE49-F238E27FC236}">
                    <a16:creationId xmlns:a16="http://schemas.microsoft.com/office/drawing/2014/main" id="{49DE10B1-D03C-1250-0B2B-AFA59B1EDD8B}"/>
                  </a:ext>
                </a:extLst>
              </p:cNvPr>
              <p:cNvSpPr>
                <a:spLocks noChangeArrowheads="1"/>
              </p:cNvSpPr>
              <p:nvPr/>
            </p:nvSpPr>
            <p:spPr bwMode="auto">
              <a:xfrm>
                <a:off x="1392357" y="1645957"/>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882" name="Rectangle 2276">
                <a:extLst>
                  <a:ext uri="{FF2B5EF4-FFF2-40B4-BE49-F238E27FC236}">
                    <a16:creationId xmlns:a16="http://schemas.microsoft.com/office/drawing/2014/main" id="{F9B6CA64-F605-B3F4-9435-2BAA95CB792A}"/>
                  </a:ext>
                </a:extLst>
              </p:cNvPr>
              <p:cNvSpPr>
                <a:spLocks noChangeArrowheads="1"/>
              </p:cNvSpPr>
              <p:nvPr/>
            </p:nvSpPr>
            <p:spPr bwMode="auto">
              <a:xfrm>
                <a:off x="1484432" y="1645957"/>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883" name="Rectangle 2277">
                <a:extLst>
                  <a:ext uri="{FF2B5EF4-FFF2-40B4-BE49-F238E27FC236}">
                    <a16:creationId xmlns:a16="http://schemas.microsoft.com/office/drawing/2014/main" id="{47CEE86A-D541-81C3-FD0A-00858DE5DFCE}"/>
                  </a:ext>
                </a:extLst>
              </p:cNvPr>
              <p:cNvSpPr>
                <a:spLocks noChangeArrowheads="1"/>
              </p:cNvSpPr>
              <p:nvPr/>
            </p:nvSpPr>
            <p:spPr bwMode="auto">
              <a:xfrm>
                <a:off x="566747" y="1777441"/>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884" name="Rectangle 2278">
                <a:extLst>
                  <a:ext uri="{FF2B5EF4-FFF2-40B4-BE49-F238E27FC236}">
                    <a16:creationId xmlns:a16="http://schemas.microsoft.com/office/drawing/2014/main" id="{B69FA191-8858-A215-3D25-B3B0669D21BD}"/>
                  </a:ext>
                </a:extLst>
              </p:cNvPr>
              <p:cNvSpPr>
                <a:spLocks noChangeArrowheads="1"/>
              </p:cNvSpPr>
              <p:nvPr/>
            </p:nvSpPr>
            <p:spPr bwMode="auto">
              <a:xfrm>
                <a:off x="601782" y="1814232"/>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885" name="Rectangle 2279">
                <a:extLst>
                  <a:ext uri="{FF2B5EF4-FFF2-40B4-BE49-F238E27FC236}">
                    <a16:creationId xmlns:a16="http://schemas.microsoft.com/office/drawing/2014/main" id="{6E69C6BA-A21B-5DA9-71BB-E7D5998F4310}"/>
                  </a:ext>
                </a:extLst>
              </p:cNvPr>
              <p:cNvSpPr>
                <a:spLocks noChangeArrowheads="1"/>
              </p:cNvSpPr>
              <p:nvPr/>
            </p:nvSpPr>
            <p:spPr bwMode="auto">
              <a:xfrm>
                <a:off x="693857" y="1814232"/>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886" name="Rectangle 2280">
                <a:extLst>
                  <a:ext uri="{FF2B5EF4-FFF2-40B4-BE49-F238E27FC236}">
                    <a16:creationId xmlns:a16="http://schemas.microsoft.com/office/drawing/2014/main" id="{83F1F6BD-C4BF-2C58-5938-7816EB7C7F0E}"/>
                  </a:ext>
                </a:extLst>
              </p:cNvPr>
              <p:cNvSpPr>
                <a:spLocks noChangeArrowheads="1"/>
              </p:cNvSpPr>
              <p:nvPr/>
            </p:nvSpPr>
            <p:spPr bwMode="auto">
              <a:xfrm>
                <a:off x="830272" y="1777441"/>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887" name="Rectangle 2281">
                <a:extLst>
                  <a:ext uri="{FF2B5EF4-FFF2-40B4-BE49-F238E27FC236}">
                    <a16:creationId xmlns:a16="http://schemas.microsoft.com/office/drawing/2014/main" id="{04630B39-EA02-F05B-AD53-C925DC3EBD0D}"/>
                  </a:ext>
                </a:extLst>
              </p:cNvPr>
              <p:cNvSpPr>
                <a:spLocks noChangeArrowheads="1"/>
              </p:cNvSpPr>
              <p:nvPr/>
            </p:nvSpPr>
            <p:spPr bwMode="auto">
              <a:xfrm>
                <a:off x="865307" y="1814232"/>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888" name="Rectangle 2282">
                <a:extLst>
                  <a:ext uri="{FF2B5EF4-FFF2-40B4-BE49-F238E27FC236}">
                    <a16:creationId xmlns:a16="http://schemas.microsoft.com/office/drawing/2014/main" id="{F8FC5FB5-62A2-B5FD-5A18-1C0A5BB2868C}"/>
                  </a:ext>
                </a:extLst>
              </p:cNvPr>
              <p:cNvSpPr>
                <a:spLocks noChangeArrowheads="1"/>
              </p:cNvSpPr>
              <p:nvPr/>
            </p:nvSpPr>
            <p:spPr bwMode="auto">
              <a:xfrm>
                <a:off x="957382" y="1814232"/>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889" name="Rectangle 2283">
                <a:extLst>
                  <a:ext uri="{FF2B5EF4-FFF2-40B4-BE49-F238E27FC236}">
                    <a16:creationId xmlns:a16="http://schemas.microsoft.com/office/drawing/2014/main" id="{C1614BA3-3ABC-FD10-E0F4-43BC09F29B7F}"/>
                  </a:ext>
                </a:extLst>
              </p:cNvPr>
              <p:cNvSpPr>
                <a:spLocks noChangeArrowheads="1"/>
              </p:cNvSpPr>
              <p:nvPr/>
            </p:nvSpPr>
            <p:spPr bwMode="auto">
              <a:xfrm>
                <a:off x="1093797" y="1777441"/>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890" name="Rectangle 2284">
                <a:extLst>
                  <a:ext uri="{FF2B5EF4-FFF2-40B4-BE49-F238E27FC236}">
                    <a16:creationId xmlns:a16="http://schemas.microsoft.com/office/drawing/2014/main" id="{F6ED4899-7A03-0D31-224D-403F8E5FBE12}"/>
                  </a:ext>
                </a:extLst>
              </p:cNvPr>
              <p:cNvSpPr>
                <a:spLocks noChangeArrowheads="1"/>
              </p:cNvSpPr>
              <p:nvPr/>
            </p:nvSpPr>
            <p:spPr bwMode="auto">
              <a:xfrm>
                <a:off x="1128832" y="1814232"/>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891" name="Rectangle 2285">
                <a:extLst>
                  <a:ext uri="{FF2B5EF4-FFF2-40B4-BE49-F238E27FC236}">
                    <a16:creationId xmlns:a16="http://schemas.microsoft.com/office/drawing/2014/main" id="{B39DDBF8-2BF9-A035-FAF8-583733B16AEE}"/>
                  </a:ext>
                </a:extLst>
              </p:cNvPr>
              <p:cNvSpPr>
                <a:spLocks noChangeArrowheads="1"/>
              </p:cNvSpPr>
              <p:nvPr/>
            </p:nvSpPr>
            <p:spPr bwMode="auto">
              <a:xfrm>
                <a:off x="1220907" y="1814232"/>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892" name="Rectangle 2286">
                <a:extLst>
                  <a:ext uri="{FF2B5EF4-FFF2-40B4-BE49-F238E27FC236}">
                    <a16:creationId xmlns:a16="http://schemas.microsoft.com/office/drawing/2014/main" id="{ABC97C9C-91D9-A5A3-79E7-1FC2FD2CF5A7}"/>
                  </a:ext>
                </a:extLst>
              </p:cNvPr>
              <p:cNvSpPr>
                <a:spLocks noChangeArrowheads="1"/>
              </p:cNvSpPr>
              <p:nvPr/>
            </p:nvSpPr>
            <p:spPr bwMode="auto">
              <a:xfrm>
                <a:off x="1357322" y="1777441"/>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893" name="Rectangle 2287">
                <a:extLst>
                  <a:ext uri="{FF2B5EF4-FFF2-40B4-BE49-F238E27FC236}">
                    <a16:creationId xmlns:a16="http://schemas.microsoft.com/office/drawing/2014/main" id="{EB051A99-51EA-3BD2-3F08-637A0265FB5C}"/>
                  </a:ext>
                </a:extLst>
              </p:cNvPr>
              <p:cNvSpPr>
                <a:spLocks noChangeArrowheads="1"/>
              </p:cNvSpPr>
              <p:nvPr/>
            </p:nvSpPr>
            <p:spPr bwMode="auto">
              <a:xfrm>
                <a:off x="1392357" y="1814232"/>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894" name="Rectangle 2288">
                <a:extLst>
                  <a:ext uri="{FF2B5EF4-FFF2-40B4-BE49-F238E27FC236}">
                    <a16:creationId xmlns:a16="http://schemas.microsoft.com/office/drawing/2014/main" id="{A2B073CA-9963-94DB-E2AC-4BF9AC033543}"/>
                  </a:ext>
                </a:extLst>
              </p:cNvPr>
              <p:cNvSpPr>
                <a:spLocks noChangeArrowheads="1"/>
              </p:cNvSpPr>
              <p:nvPr/>
            </p:nvSpPr>
            <p:spPr bwMode="auto">
              <a:xfrm>
                <a:off x="1484432" y="1814232"/>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grpSp>
        <p:grpSp>
          <p:nvGrpSpPr>
            <p:cNvPr id="812" name="Group 1429">
              <a:extLst>
                <a:ext uri="{FF2B5EF4-FFF2-40B4-BE49-F238E27FC236}">
                  <a16:creationId xmlns:a16="http://schemas.microsoft.com/office/drawing/2014/main" id="{C631AF3E-730C-46AE-F7B9-4E477617B994}"/>
                </a:ext>
              </a:extLst>
            </p:cNvPr>
            <p:cNvGrpSpPr/>
            <p:nvPr/>
          </p:nvGrpSpPr>
          <p:grpSpPr bwMode="auto">
            <a:xfrm>
              <a:off x="6162245" y="1394996"/>
              <a:ext cx="1114185" cy="751417"/>
              <a:chOff x="517764" y="1384300"/>
              <a:chExt cx="1114185" cy="751417"/>
            </a:xfrm>
          </p:grpSpPr>
          <p:sp>
            <p:nvSpPr>
              <p:cNvPr id="841" name="Rectangle 2235">
                <a:extLst>
                  <a:ext uri="{FF2B5EF4-FFF2-40B4-BE49-F238E27FC236}">
                    <a16:creationId xmlns:a16="http://schemas.microsoft.com/office/drawing/2014/main" id="{D0A6D5E2-2B9C-23A9-69A3-FF3361FE81ED}"/>
                  </a:ext>
                </a:extLst>
              </p:cNvPr>
              <p:cNvSpPr/>
              <p:nvPr/>
            </p:nvSpPr>
            <p:spPr bwMode="auto">
              <a:xfrm>
                <a:off x="517189" y="1384799"/>
                <a:ext cx="1114332" cy="750863"/>
              </a:xfrm>
              <a:prstGeom prst="rect">
                <a:avLst/>
              </a:prstGeom>
              <a:solidFill>
                <a:schemeClr val="bg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anchor="ctr" anchorCtr="1"/>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algn="ctr">
                  <a:spcBef>
                    <a:spcPct val="50000"/>
                  </a:spcBef>
                  <a:defRPr/>
                </a:pPr>
                <a:endParaRPr lang="en-US" altLang="zh-CN" sz="2400">
                  <a:solidFill>
                    <a:srgbClr val="000000"/>
                  </a:solidFill>
                  <a:latin typeface="Trebuchet MS" panose="020B0603020202020204" pitchFamily="34" charset="0"/>
                  <a:cs typeface="Arial" panose="020B0604020202020204" pitchFamily="34" charset="0"/>
                </a:endParaRPr>
              </a:p>
            </p:txBody>
          </p:sp>
          <p:sp>
            <p:nvSpPr>
              <p:cNvPr id="842" name="Rectangle 2236">
                <a:extLst>
                  <a:ext uri="{FF2B5EF4-FFF2-40B4-BE49-F238E27FC236}">
                    <a16:creationId xmlns:a16="http://schemas.microsoft.com/office/drawing/2014/main" id="{BB686916-E39D-C342-2C83-863676274082}"/>
                  </a:ext>
                </a:extLst>
              </p:cNvPr>
              <p:cNvSpPr>
                <a:spLocks noChangeArrowheads="1"/>
              </p:cNvSpPr>
              <p:nvPr/>
            </p:nvSpPr>
            <p:spPr bwMode="auto">
              <a:xfrm>
                <a:off x="725801" y="1433925"/>
                <a:ext cx="698111" cy="137160"/>
              </a:xfrm>
              <a:prstGeom prst="rect">
                <a:avLst/>
              </a:prstGeom>
              <a:solidFill>
                <a:srgbClr val="DA581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2400">
                  <a:solidFill>
                    <a:srgbClr val="000000"/>
                  </a:solidFill>
                  <a:latin typeface="Trebuchet MS" panose="020B0603020202020204" pitchFamily="34" charset="0"/>
                  <a:ea typeface="MS PGothic" panose="020B0600070205080204" pitchFamily="34" charset="-128"/>
                </a:endParaRPr>
              </a:p>
            </p:txBody>
          </p:sp>
          <p:sp>
            <p:nvSpPr>
              <p:cNvPr id="843" name="Rectangle 2237">
                <a:extLst>
                  <a:ext uri="{FF2B5EF4-FFF2-40B4-BE49-F238E27FC236}">
                    <a16:creationId xmlns:a16="http://schemas.microsoft.com/office/drawing/2014/main" id="{B0565882-56CC-0795-0651-FC2DDB200682}"/>
                  </a:ext>
                </a:extLst>
              </p:cNvPr>
              <p:cNvSpPr>
                <a:spLocks noChangeArrowheads="1"/>
              </p:cNvSpPr>
              <p:nvPr/>
            </p:nvSpPr>
            <p:spPr bwMode="auto">
              <a:xfrm>
                <a:off x="567050" y="1950358"/>
                <a:ext cx="1015612" cy="137160"/>
              </a:xfrm>
              <a:prstGeom prst="rect">
                <a:avLst/>
              </a:prstGeom>
              <a:solidFill>
                <a:srgbClr val="AEC3F5"/>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2400">
                  <a:solidFill>
                    <a:srgbClr val="000000"/>
                  </a:solidFill>
                  <a:latin typeface="Trebuchet MS" panose="020B0603020202020204" pitchFamily="34" charset="0"/>
                  <a:ea typeface="MS PGothic" panose="020B0600070205080204" pitchFamily="34" charset="-128"/>
                </a:endParaRPr>
              </a:p>
            </p:txBody>
          </p:sp>
          <p:sp>
            <p:nvSpPr>
              <p:cNvPr id="844" name="Rectangle 2238">
                <a:extLst>
                  <a:ext uri="{FF2B5EF4-FFF2-40B4-BE49-F238E27FC236}">
                    <a16:creationId xmlns:a16="http://schemas.microsoft.com/office/drawing/2014/main" id="{D8BC1DC4-2E3E-4736-59A4-44224FA61943}"/>
                  </a:ext>
                </a:extLst>
              </p:cNvPr>
              <p:cNvSpPr>
                <a:spLocks noChangeArrowheads="1"/>
              </p:cNvSpPr>
              <p:nvPr/>
            </p:nvSpPr>
            <p:spPr bwMode="auto">
              <a:xfrm>
                <a:off x="566747" y="1609166"/>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845" name="Rectangle 2239">
                <a:extLst>
                  <a:ext uri="{FF2B5EF4-FFF2-40B4-BE49-F238E27FC236}">
                    <a16:creationId xmlns:a16="http://schemas.microsoft.com/office/drawing/2014/main" id="{52CBCD62-311A-6FC0-E01A-E440DBD0E489}"/>
                  </a:ext>
                </a:extLst>
              </p:cNvPr>
              <p:cNvSpPr>
                <a:spLocks noChangeArrowheads="1"/>
              </p:cNvSpPr>
              <p:nvPr/>
            </p:nvSpPr>
            <p:spPr bwMode="auto">
              <a:xfrm>
                <a:off x="601782" y="1645957"/>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846" name="Rectangle 2240">
                <a:extLst>
                  <a:ext uri="{FF2B5EF4-FFF2-40B4-BE49-F238E27FC236}">
                    <a16:creationId xmlns:a16="http://schemas.microsoft.com/office/drawing/2014/main" id="{890F8246-BAF9-976B-5F39-9E9818457293}"/>
                  </a:ext>
                </a:extLst>
              </p:cNvPr>
              <p:cNvSpPr>
                <a:spLocks noChangeArrowheads="1"/>
              </p:cNvSpPr>
              <p:nvPr/>
            </p:nvSpPr>
            <p:spPr bwMode="auto">
              <a:xfrm>
                <a:off x="693857" y="1645957"/>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847" name="Rectangle 2241">
                <a:extLst>
                  <a:ext uri="{FF2B5EF4-FFF2-40B4-BE49-F238E27FC236}">
                    <a16:creationId xmlns:a16="http://schemas.microsoft.com/office/drawing/2014/main" id="{0E93DD6D-6802-CCDB-29A8-A3831152BB25}"/>
                  </a:ext>
                </a:extLst>
              </p:cNvPr>
              <p:cNvSpPr>
                <a:spLocks noChangeArrowheads="1"/>
              </p:cNvSpPr>
              <p:nvPr/>
            </p:nvSpPr>
            <p:spPr bwMode="auto">
              <a:xfrm>
                <a:off x="830272" y="1609166"/>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848" name="Rectangle 2242">
                <a:extLst>
                  <a:ext uri="{FF2B5EF4-FFF2-40B4-BE49-F238E27FC236}">
                    <a16:creationId xmlns:a16="http://schemas.microsoft.com/office/drawing/2014/main" id="{0FF3F01F-54E1-BB87-B1D4-D7C48F0365CF}"/>
                  </a:ext>
                </a:extLst>
              </p:cNvPr>
              <p:cNvSpPr>
                <a:spLocks noChangeArrowheads="1"/>
              </p:cNvSpPr>
              <p:nvPr/>
            </p:nvSpPr>
            <p:spPr bwMode="auto">
              <a:xfrm>
                <a:off x="865307" y="1645957"/>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849" name="Rectangle 2243">
                <a:extLst>
                  <a:ext uri="{FF2B5EF4-FFF2-40B4-BE49-F238E27FC236}">
                    <a16:creationId xmlns:a16="http://schemas.microsoft.com/office/drawing/2014/main" id="{1E904C0D-7138-32AA-1732-67EE5BCA56D9}"/>
                  </a:ext>
                </a:extLst>
              </p:cNvPr>
              <p:cNvSpPr>
                <a:spLocks noChangeArrowheads="1"/>
              </p:cNvSpPr>
              <p:nvPr/>
            </p:nvSpPr>
            <p:spPr bwMode="auto">
              <a:xfrm>
                <a:off x="957382" y="1645957"/>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850" name="Rectangle 2244">
                <a:extLst>
                  <a:ext uri="{FF2B5EF4-FFF2-40B4-BE49-F238E27FC236}">
                    <a16:creationId xmlns:a16="http://schemas.microsoft.com/office/drawing/2014/main" id="{C66A9321-FAE7-544E-D546-C15BA73CA325}"/>
                  </a:ext>
                </a:extLst>
              </p:cNvPr>
              <p:cNvSpPr>
                <a:spLocks noChangeArrowheads="1"/>
              </p:cNvSpPr>
              <p:nvPr/>
            </p:nvSpPr>
            <p:spPr bwMode="auto">
              <a:xfrm>
                <a:off x="1093797" y="1609166"/>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851" name="Rectangle 2245">
                <a:extLst>
                  <a:ext uri="{FF2B5EF4-FFF2-40B4-BE49-F238E27FC236}">
                    <a16:creationId xmlns:a16="http://schemas.microsoft.com/office/drawing/2014/main" id="{940469FC-C5DF-E939-0FA2-1FAB4B0775F9}"/>
                  </a:ext>
                </a:extLst>
              </p:cNvPr>
              <p:cNvSpPr>
                <a:spLocks noChangeArrowheads="1"/>
              </p:cNvSpPr>
              <p:nvPr/>
            </p:nvSpPr>
            <p:spPr bwMode="auto">
              <a:xfrm>
                <a:off x="1128832" y="1645957"/>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852" name="Rectangle 2246">
                <a:extLst>
                  <a:ext uri="{FF2B5EF4-FFF2-40B4-BE49-F238E27FC236}">
                    <a16:creationId xmlns:a16="http://schemas.microsoft.com/office/drawing/2014/main" id="{B7975C8E-FDF6-99A0-D240-134D173B4A84}"/>
                  </a:ext>
                </a:extLst>
              </p:cNvPr>
              <p:cNvSpPr>
                <a:spLocks noChangeArrowheads="1"/>
              </p:cNvSpPr>
              <p:nvPr/>
            </p:nvSpPr>
            <p:spPr bwMode="auto">
              <a:xfrm>
                <a:off x="1220907" y="1645957"/>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853" name="Rectangle 2247">
                <a:extLst>
                  <a:ext uri="{FF2B5EF4-FFF2-40B4-BE49-F238E27FC236}">
                    <a16:creationId xmlns:a16="http://schemas.microsoft.com/office/drawing/2014/main" id="{C91E1B69-C8CD-3E5D-3A92-7E171A36EB38}"/>
                  </a:ext>
                </a:extLst>
              </p:cNvPr>
              <p:cNvSpPr>
                <a:spLocks noChangeArrowheads="1"/>
              </p:cNvSpPr>
              <p:nvPr/>
            </p:nvSpPr>
            <p:spPr bwMode="auto">
              <a:xfrm>
                <a:off x="1357322" y="1609166"/>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854" name="Rectangle 2248">
                <a:extLst>
                  <a:ext uri="{FF2B5EF4-FFF2-40B4-BE49-F238E27FC236}">
                    <a16:creationId xmlns:a16="http://schemas.microsoft.com/office/drawing/2014/main" id="{549298FB-671E-D5F8-2C5E-DFF783AA4CAE}"/>
                  </a:ext>
                </a:extLst>
              </p:cNvPr>
              <p:cNvSpPr>
                <a:spLocks noChangeArrowheads="1"/>
              </p:cNvSpPr>
              <p:nvPr/>
            </p:nvSpPr>
            <p:spPr bwMode="auto">
              <a:xfrm>
                <a:off x="1392357" y="1645957"/>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855" name="Rectangle 2249">
                <a:extLst>
                  <a:ext uri="{FF2B5EF4-FFF2-40B4-BE49-F238E27FC236}">
                    <a16:creationId xmlns:a16="http://schemas.microsoft.com/office/drawing/2014/main" id="{91321E6E-D4DD-8195-596D-88481731F72A}"/>
                  </a:ext>
                </a:extLst>
              </p:cNvPr>
              <p:cNvSpPr>
                <a:spLocks noChangeArrowheads="1"/>
              </p:cNvSpPr>
              <p:nvPr/>
            </p:nvSpPr>
            <p:spPr bwMode="auto">
              <a:xfrm>
                <a:off x="1484432" y="1645957"/>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856" name="Rectangle 2250">
                <a:extLst>
                  <a:ext uri="{FF2B5EF4-FFF2-40B4-BE49-F238E27FC236}">
                    <a16:creationId xmlns:a16="http://schemas.microsoft.com/office/drawing/2014/main" id="{8460ADA4-60CC-734A-8A23-D32CA94E793E}"/>
                  </a:ext>
                </a:extLst>
              </p:cNvPr>
              <p:cNvSpPr>
                <a:spLocks noChangeArrowheads="1"/>
              </p:cNvSpPr>
              <p:nvPr/>
            </p:nvSpPr>
            <p:spPr bwMode="auto">
              <a:xfrm>
                <a:off x="566747" y="1777441"/>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857" name="Rectangle 2251">
                <a:extLst>
                  <a:ext uri="{FF2B5EF4-FFF2-40B4-BE49-F238E27FC236}">
                    <a16:creationId xmlns:a16="http://schemas.microsoft.com/office/drawing/2014/main" id="{4F8D776A-5042-779A-62AB-79FA946FC231}"/>
                  </a:ext>
                </a:extLst>
              </p:cNvPr>
              <p:cNvSpPr>
                <a:spLocks noChangeArrowheads="1"/>
              </p:cNvSpPr>
              <p:nvPr/>
            </p:nvSpPr>
            <p:spPr bwMode="auto">
              <a:xfrm>
                <a:off x="601782" y="1814232"/>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858" name="Rectangle 2252">
                <a:extLst>
                  <a:ext uri="{FF2B5EF4-FFF2-40B4-BE49-F238E27FC236}">
                    <a16:creationId xmlns:a16="http://schemas.microsoft.com/office/drawing/2014/main" id="{7164BAF8-8866-E3C1-56C2-3A7BED5AEAA9}"/>
                  </a:ext>
                </a:extLst>
              </p:cNvPr>
              <p:cNvSpPr>
                <a:spLocks noChangeArrowheads="1"/>
              </p:cNvSpPr>
              <p:nvPr/>
            </p:nvSpPr>
            <p:spPr bwMode="auto">
              <a:xfrm>
                <a:off x="693857" y="1814232"/>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859" name="Rectangle 2253">
                <a:extLst>
                  <a:ext uri="{FF2B5EF4-FFF2-40B4-BE49-F238E27FC236}">
                    <a16:creationId xmlns:a16="http://schemas.microsoft.com/office/drawing/2014/main" id="{7287626D-5948-2355-836E-925577907687}"/>
                  </a:ext>
                </a:extLst>
              </p:cNvPr>
              <p:cNvSpPr>
                <a:spLocks noChangeArrowheads="1"/>
              </p:cNvSpPr>
              <p:nvPr/>
            </p:nvSpPr>
            <p:spPr bwMode="auto">
              <a:xfrm>
                <a:off x="830272" y="1777441"/>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860" name="Rectangle 2254">
                <a:extLst>
                  <a:ext uri="{FF2B5EF4-FFF2-40B4-BE49-F238E27FC236}">
                    <a16:creationId xmlns:a16="http://schemas.microsoft.com/office/drawing/2014/main" id="{65A2FA24-128C-C3B3-F957-4BBFBB453ADD}"/>
                  </a:ext>
                </a:extLst>
              </p:cNvPr>
              <p:cNvSpPr>
                <a:spLocks noChangeArrowheads="1"/>
              </p:cNvSpPr>
              <p:nvPr/>
            </p:nvSpPr>
            <p:spPr bwMode="auto">
              <a:xfrm>
                <a:off x="865307" y="1814232"/>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861" name="Rectangle 2255">
                <a:extLst>
                  <a:ext uri="{FF2B5EF4-FFF2-40B4-BE49-F238E27FC236}">
                    <a16:creationId xmlns:a16="http://schemas.microsoft.com/office/drawing/2014/main" id="{16A555F0-0722-B3BC-6BD9-B9C1CA87AB3F}"/>
                  </a:ext>
                </a:extLst>
              </p:cNvPr>
              <p:cNvSpPr>
                <a:spLocks noChangeArrowheads="1"/>
              </p:cNvSpPr>
              <p:nvPr/>
            </p:nvSpPr>
            <p:spPr bwMode="auto">
              <a:xfrm>
                <a:off x="957382" y="1814232"/>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862" name="Rectangle 2256">
                <a:extLst>
                  <a:ext uri="{FF2B5EF4-FFF2-40B4-BE49-F238E27FC236}">
                    <a16:creationId xmlns:a16="http://schemas.microsoft.com/office/drawing/2014/main" id="{CB824099-A3D0-CCE5-C8A4-DB159AFC5D98}"/>
                  </a:ext>
                </a:extLst>
              </p:cNvPr>
              <p:cNvSpPr>
                <a:spLocks noChangeArrowheads="1"/>
              </p:cNvSpPr>
              <p:nvPr/>
            </p:nvSpPr>
            <p:spPr bwMode="auto">
              <a:xfrm>
                <a:off x="1093797" y="1777441"/>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863" name="Rectangle 2257">
                <a:extLst>
                  <a:ext uri="{FF2B5EF4-FFF2-40B4-BE49-F238E27FC236}">
                    <a16:creationId xmlns:a16="http://schemas.microsoft.com/office/drawing/2014/main" id="{DFB1853E-83E6-C1FE-12FC-18656DFD9CBC}"/>
                  </a:ext>
                </a:extLst>
              </p:cNvPr>
              <p:cNvSpPr>
                <a:spLocks noChangeArrowheads="1"/>
              </p:cNvSpPr>
              <p:nvPr/>
            </p:nvSpPr>
            <p:spPr bwMode="auto">
              <a:xfrm>
                <a:off x="1128832" y="1814232"/>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864" name="Rectangle 2258">
                <a:extLst>
                  <a:ext uri="{FF2B5EF4-FFF2-40B4-BE49-F238E27FC236}">
                    <a16:creationId xmlns:a16="http://schemas.microsoft.com/office/drawing/2014/main" id="{D635FF22-8140-A94F-2CEF-15F1358A6282}"/>
                  </a:ext>
                </a:extLst>
              </p:cNvPr>
              <p:cNvSpPr>
                <a:spLocks noChangeArrowheads="1"/>
              </p:cNvSpPr>
              <p:nvPr/>
            </p:nvSpPr>
            <p:spPr bwMode="auto">
              <a:xfrm>
                <a:off x="1220907" y="1814232"/>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865" name="Rectangle 2259">
                <a:extLst>
                  <a:ext uri="{FF2B5EF4-FFF2-40B4-BE49-F238E27FC236}">
                    <a16:creationId xmlns:a16="http://schemas.microsoft.com/office/drawing/2014/main" id="{783DC533-FBB4-DD00-5388-38F370617863}"/>
                  </a:ext>
                </a:extLst>
              </p:cNvPr>
              <p:cNvSpPr>
                <a:spLocks noChangeArrowheads="1"/>
              </p:cNvSpPr>
              <p:nvPr/>
            </p:nvSpPr>
            <p:spPr bwMode="auto">
              <a:xfrm>
                <a:off x="1357322" y="1777441"/>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866" name="Rectangle 2260">
                <a:extLst>
                  <a:ext uri="{FF2B5EF4-FFF2-40B4-BE49-F238E27FC236}">
                    <a16:creationId xmlns:a16="http://schemas.microsoft.com/office/drawing/2014/main" id="{91986C7D-E1C1-E519-7843-01C3BF46BEF5}"/>
                  </a:ext>
                </a:extLst>
              </p:cNvPr>
              <p:cNvSpPr>
                <a:spLocks noChangeArrowheads="1"/>
              </p:cNvSpPr>
              <p:nvPr/>
            </p:nvSpPr>
            <p:spPr bwMode="auto">
              <a:xfrm>
                <a:off x="1392357" y="1814232"/>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867" name="Rectangle 2261">
                <a:extLst>
                  <a:ext uri="{FF2B5EF4-FFF2-40B4-BE49-F238E27FC236}">
                    <a16:creationId xmlns:a16="http://schemas.microsoft.com/office/drawing/2014/main" id="{FF70E8C4-D3E9-318A-2F9F-15C2D560B932}"/>
                  </a:ext>
                </a:extLst>
              </p:cNvPr>
              <p:cNvSpPr>
                <a:spLocks noChangeArrowheads="1"/>
              </p:cNvSpPr>
              <p:nvPr/>
            </p:nvSpPr>
            <p:spPr bwMode="auto">
              <a:xfrm>
                <a:off x="1484432" y="1814232"/>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grpSp>
        <p:grpSp>
          <p:nvGrpSpPr>
            <p:cNvPr id="813" name="Group 1457">
              <a:extLst>
                <a:ext uri="{FF2B5EF4-FFF2-40B4-BE49-F238E27FC236}">
                  <a16:creationId xmlns:a16="http://schemas.microsoft.com/office/drawing/2014/main" id="{B38B3A55-5CB3-FE22-07DB-F95682B57BED}"/>
                </a:ext>
              </a:extLst>
            </p:cNvPr>
            <p:cNvGrpSpPr/>
            <p:nvPr/>
          </p:nvGrpSpPr>
          <p:grpSpPr bwMode="auto">
            <a:xfrm>
              <a:off x="7325297" y="1394996"/>
              <a:ext cx="1114185" cy="751417"/>
              <a:chOff x="517764" y="1384300"/>
              <a:chExt cx="1114185" cy="751417"/>
            </a:xfrm>
          </p:grpSpPr>
          <p:sp>
            <p:nvSpPr>
              <p:cNvPr id="814" name="Rectangle 2208">
                <a:extLst>
                  <a:ext uri="{FF2B5EF4-FFF2-40B4-BE49-F238E27FC236}">
                    <a16:creationId xmlns:a16="http://schemas.microsoft.com/office/drawing/2014/main" id="{5530C304-33CA-B8EE-E7B3-C7D8B38CCE16}"/>
                  </a:ext>
                </a:extLst>
              </p:cNvPr>
              <p:cNvSpPr/>
              <p:nvPr/>
            </p:nvSpPr>
            <p:spPr bwMode="auto">
              <a:xfrm>
                <a:off x="517679" y="1384799"/>
                <a:ext cx="1114332" cy="750863"/>
              </a:xfrm>
              <a:prstGeom prst="rect">
                <a:avLst/>
              </a:prstGeom>
              <a:solidFill>
                <a:schemeClr val="bg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anchor="ctr" anchorCtr="1"/>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algn="ctr">
                  <a:spcBef>
                    <a:spcPct val="50000"/>
                  </a:spcBef>
                  <a:defRPr/>
                </a:pPr>
                <a:endParaRPr lang="en-US" altLang="zh-CN" sz="2400">
                  <a:solidFill>
                    <a:srgbClr val="000000"/>
                  </a:solidFill>
                  <a:latin typeface="Trebuchet MS" panose="020B0603020202020204" pitchFamily="34" charset="0"/>
                  <a:cs typeface="Arial" panose="020B0604020202020204" pitchFamily="34" charset="0"/>
                </a:endParaRPr>
              </a:p>
            </p:txBody>
          </p:sp>
          <p:sp>
            <p:nvSpPr>
              <p:cNvPr id="815" name="Rectangle 2209">
                <a:extLst>
                  <a:ext uri="{FF2B5EF4-FFF2-40B4-BE49-F238E27FC236}">
                    <a16:creationId xmlns:a16="http://schemas.microsoft.com/office/drawing/2014/main" id="{3235AD1B-509B-545E-0825-41D64025F892}"/>
                  </a:ext>
                </a:extLst>
              </p:cNvPr>
              <p:cNvSpPr>
                <a:spLocks noChangeArrowheads="1"/>
              </p:cNvSpPr>
              <p:nvPr/>
            </p:nvSpPr>
            <p:spPr bwMode="auto">
              <a:xfrm>
                <a:off x="725801" y="1433925"/>
                <a:ext cx="698111" cy="137160"/>
              </a:xfrm>
              <a:prstGeom prst="rect">
                <a:avLst/>
              </a:prstGeom>
              <a:solidFill>
                <a:srgbClr val="DA581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2400">
                  <a:solidFill>
                    <a:srgbClr val="000000"/>
                  </a:solidFill>
                  <a:latin typeface="Trebuchet MS" panose="020B0603020202020204" pitchFamily="34" charset="0"/>
                  <a:ea typeface="MS PGothic" panose="020B0600070205080204" pitchFamily="34" charset="-128"/>
                </a:endParaRPr>
              </a:p>
            </p:txBody>
          </p:sp>
          <p:sp>
            <p:nvSpPr>
              <p:cNvPr id="816" name="Rectangle 2210">
                <a:extLst>
                  <a:ext uri="{FF2B5EF4-FFF2-40B4-BE49-F238E27FC236}">
                    <a16:creationId xmlns:a16="http://schemas.microsoft.com/office/drawing/2014/main" id="{1CF689FC-CCEB-4BF9-90C8-E2B71E2360BC}"/>
                  </a:ext>
                </a:extLst>
              </p:cNvPr>
              <p:cNvSpPr>
                <a:spLocks noChangeArrowheads="1"/>
              </p:cNvSpPr>
              <p:nvPr/>
            </p:nvSpPr>
            <p:spPr bwMode="auto">
              <a:xfrm>
                <a:off x="567050" y="1950358"/>
                <a:ext cx="1015612" cy="137160"/>
              </a:xfrm>
              <a:prstGeom prst="rect">
                <a:avLst/>
              </a:prstGeom>
              <a:solidFill>
                <a:srgbClr val="AEC3F5"/>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2400">
                  <a:solidFill>
                    <a:srgbClr val="000000"/>
                  </a:solidFill>
                  <a:latin typeface="Trebuchet MS" panose="020B0603020202020204" pitchFamily="34" charset="0"/>
                  <a:ea typeface="MS PGothic" panose="020B0600070205080204" pitchFamily="34" charset="-128"/>
                </a:endParaRPr>
              </a:p>
            </p:txBody>
          </p:sp>
          <p:sp>
            <p:nvSpPr>
              <p:cNvPr id="817" name="Rectangle 2211">
                <a:extLst>
                  <a:ext uri="{FF2B5EF4-FFF2-40B4-BE49-F238E27FC236}">
                    <a16:creationId xmlns:a16="http://schemas.microsoft.com/office/drawing/2014/main" id="{42E5BAA5-72C4-742E-176C-DE735EA6A17C}"/>
                  </a:ext>
                </a:extLst>
              </p:cNvPr>
              <p:cNvSpPr>
                <a:spLocks noChangeArrowheads="1"/>
              </p:cNvSpPr>
              <p:nvPr/>
            </p:nvSpPr>
            <p:spPr bwMode="auto">
              <a:xfrm>
                <a:off x="566747" y="1609166"/>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818" name="Rectangle 2212">
                <a:extLst>
                  <a:ext uri="{FF2B5EF4-FFF2-40B4-BE49-F238E27FC236}">
                    <a16:creationId xmlns:a16="http://schemas.microsoft.com/office/drawing/2014/main" id="{0751C961-2428-D787-0769-2B315856F87F}"/>
                  </a:ext>
                </a:extLst>
              </p:cNvPr>
              <p:cNvSpPr>
                <a:spLocks noChangeArrowheads="1"/>
              </p:cNvSpPr>
              <p:nvPr/>
            </p:nvSpPr>
            <p:spPr bwMode="auto">
              <a:xfrm>
                <a:off x="601782" y="1645957"/>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819" name="Rectangle 2213">
                <a:extLst>
                  <a:ext uri="{FF2B5EF4-FFF2-40B4-BE49-F238E27FC236}">
                    <a16:creationId xmlns:a16="http://schemas.microsoft.com/office/drawing/2014/main" id="{B80FD654-320E-882C-98FC-E89CF7415B16}"/>
                  </a:ext>
                </a:extLst>
              </p:cNvPr>
              <p:cNvSpPr>
                <a:spLocks noChangeArrowheads="1"/>
              </p:cNvSpPr>
              <p:nvPr/>
            </p:nvSpPr>
            <p:spPr bwMode="auto">
              <a:xfrm>
                <a:off x="693857" y="1645957"/>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820" name="Rectangle 2214">
                <a:extLst>
                  <a:ext uri="{FF2B5EF4-FFF2-40B4-BE49-F238E27FC236}">
                    <a16:creationId xmlns:a16="http://schemas.microsoft.com/office/drawing/2014/main" id="{FBC5F821-738B-3D02-2CC9-28E4D122648F}"/>
                  </a:ext>
                </a:extLst>
              </p:cNvPr>
              <p:cNvSpPr>
                <a:spLocks noChangeArrowheads="1"/>
              </p:cNvSpPr>
              <p:nvPr/>
            </p:nvSpPr>
            <p:spPr bwMode="auto">
              <a:xfrm>
                <a:off x="830272" y="1609166"/>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821" name="Rectangle 2215">
                <a:extLst>
                  <a:ext uri="{FF2B5EF4-FFF2-40B4-BE49-F238E27FC236}">
                    <a16:creationId xmlns:a16="http://schemas.microsoft.com/office/drawing/2014/main" id="{273C6B50-A794-32BE-AC95-1846A7663F6E}"/>
                  </a:ext>
                </a:extLst>
              </p:cNvPr>
              <p:cNvSpPr>
                <a:spLocks noChangeArrowheads="1"/>
              </p:cNvSpPr>
              <p:nvPr/>
            </p:nvSpPr>
            <p:spPr bwMode="auto">
              <a:xfrm>
                <a:off x="865307" y="1645957"/>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822" name="Rectangle 2216">
                <a:extLst>
                  <a:ext uri="{FF2B5EF4-FFF2-40B4-BE49-F238E27FC236}">
                    <a16:creationId xmlns:a16="http://schemas.microsoft.com/office/drawing/2014/main" id="{F4558842-71EC-6B58-01F3-BBB9B92AE731}"/>
                  </a:ext>
                </a:extLst>
              </p:cNvPr>
              <p:cNvSpPr>
                <a:spLocks noChangeArrowheads="1"/>
              </p:cNvSpPr>
              <p:nvPr/>
            </p:nvSpPr>
            <p:spPr bwMode="auto">
              <a:xfrm>
                <a:off x="957382" y="1645957"/>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823" name="Rectangle 2217">
                <a:extLst>
                  <a:ext uri="{FF2B5EF4-FFF2-40B4-BE49-F238E27FC236}">
                    <a16:creationId xmlns:a16="http://schemas.microsoft.com/office/drawing/2014/main" id="{F829F130-C0D4-6E23-9C0F-988567F8A5A2}"/>
                  </a:ext>
                </a:extLst>
              </p:cNvPr>
              <p:cNvSpPr>
                <a:spLocks noChangeArrowheads="1"/>
              </p:cNvSpPr>
              <p:nvPr/>
            </p:nvSpPr>
            <p:spPr bwMode="auto">
              <a:xfrm>
                <a:off x="1093797" y="1609166"/>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824" name="Rectangle 2218">
                <a:extLst>
                  <a:ext uri="{FF2B5EF4-FFF2-40B4-BE49-F238E27FC236}">
                    <a16:creationId xmlns:a16="http://schemas.microsoft.com/office/drawing/2014/main" id="{1D56E526-8E16-5501-33FB-4037D4316CF5}"/>
                  </a:ext>
                </a:extLst>
              </p:cNvPr>
              <p:cNvSpPr>
                <a:spLocks noChangeArrowheads="1"/>
              </p:cNvSpPr>
              <p:nvPr/>
            </p:nvSpPr>
            <p:spPr bwMode="auto">
              <a:xfrm>
                <a:off x="1128832" y="1645957"/>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825" name="Rectangle 2219">
                <a:extLst>
                  <a:ext uri="{FF2B5EF4-FFF2-40B4-BE49-F238E27FC236}">
                    <a16:creationId xmlns:a16="http://schemas.microsoft.com/office/drawing/2014/main" id="{720729CF-881B-D857-4072-96E12E86C68D}"/>
                  </a:ext>
                </a:extLst>
              </p:cNvPr>
              <p:cNvSpPr>
                <a:spLocks noChangeArrowheads="1"/>
              </p:cNvSpPr>
              <p:nvPr/>
            </p:nvSpPr>
            <p:spPr bwMode="auto">
              <a:xfrm>
                <a:off x="1220907" y="1645957"/>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826" name="Rectangle 2220">
                <a:extLst>
                  <a:ext uri="{FF2B5EF4-FFF2-40B4-BE49-F238E27FC236}">
                    <a16:creationId xmlns:a16="http://schemas.microsoft.com/office/drawing/2014/main" id="{8FB0263B-1C5B-E138-1375-97BA34DC0A78}"/>
                  </a:ext>
                </a:extLst>
              </p:cNvPr>
              <p:cNvSpPr>
                <a:spLocks noChangeArrowheads="1"/>
              </p:cNvSpPr>
              <p:nvPr/>
            </p:nvSpPr>
            <p:spPr bwMode="auto">
              <a:xfrm>
                <a:off x="1357322" y="1609166"/>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827" name="Rectangle 2221">
                <a:extLst>
                  <a:ext uri="{FF2B5EF4-FFF2-40B4-BE49-F238E27FC236}">
                    <a16:creationId xmlns:a16="http://schemas.microsoft.com/office/drawing/2014/main" id="{6305E994-D9DC-569D-0399-0B4FE7B1849C}"/>
                  </a:ext>
                </a:extLst>
              </p:cNvPr>
              <p:cNvSpPr>
                <a:spLocks noChangeArrowheads="1"/>
              </p:cNvSpPr>
              <p:nvPr/>
            </p:nvSpPr>
            <p:spPr bwMode="auto">
              <a:xfrm>
                <a:off x="1392357" y="1645957"/>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828" name="Rectangle 2222">
                <a:extLst>
                  <a:ext uri="{FF2B5EF4-FFF2-40B4-BE49-F238E27FC236}">
                    <a16:creationId xmlns:a16="http://schemas.microsoft.com/office/drawing/2014/main" id="{94B656DE-4B74-5629-6C67-6471C5AD3914}"/>
                  </a:ext>
                </a:extLst>
              </p:cNvPr>
              <p:cNvSpPr>
                <a:spLocks noChangeArrowheads="1"/>
              </p:cNvSpPr>
              <p:nvPr/>
            </p:nvSpPr>
            <p:spPr bwMode="auto">
              <a:xfrm>
                <a:off x="1484432" y="1645957"/>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829" name="Rectangle 2223">
                <a:extLst>
                  <a:ext uri="{FF2B5EF4-FFF2-40B4-BE49-F238E27FC236}">
                    <a16:creationId xmlns:a16="http://schemas.microsoft.com/office/drawing/2014/main" id="{E8E49BEF-B3AD-4FFD-1E05-F9477A3541A3}"/>
                  </a:ext>
                </a:extLst>
              </p:cNvPr>
              <p:cNvSpPr>
                <a:spLocks noChangeArrowheads="1"/>
              </p:cNvSpPr>
              <p:nvPr/>
            </p:nvSpPr>
            <p:spPr bwMode="auto">
              <a:xfrm>
                <a:off x="566747" y="1777441"/>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830" name="Rectangle 2224">
                <a:extLst>
                  <a:ext uri="{FF2B5EF4-FFF2-40B4-BE49-F238E27FC236}">
                    <a16:creationId xmlns:a16="http://schemas.microsoft.com/office/drawing/2014/main" id="{E0E392BD-887D-C7EB-CB86-DF9C91E38FA8}"/>
                  </a:ext>
                </a:extLst>
              </p:cNvPr>
              <p:cNvSpPr>
                <a:spLocks noChangeArrowheads="1"/>
              </p:cNvSpPr>
              <p:nvPr/>
            </p:nvSpPr>
            <p:spPr bwMode="auto">
              <a:xfrm>
                <a:off x="601782" y="1814232"/>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831" name="Rectangle 2225">
                <a:extLst>
                  <a:ext uri="{FF2B5EF4-FFF2-40B4-BE49-F238E27FC236}">
                    <a16:creationId xmlns:a16="http://schemas.microsoft.com/office/drawing/2014/main" id="{3D71D5B3-BE30-7DFB-EA52-FFC42169A696}"/>
                  </a:ext>
                </a:extLst>
              </p:cNvPr>
              <p:cNvSpPr>
                <a:spLocks noChangeArrowheads="1"/>
              </p:cNvSpPr>
              <p:nvPr/>
            </p:nvSpPr>
            <p:spPr bwMode="auto">
              <a:xfrm>
                <a:off x="693857" y="1814232"/>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832" name="Rectangle 2226">
                <a:extLst>
                  <a:ext uri="{FF2B5EF4-FFF2-40B4-BE49-F238E27FC236}">
                    <a16:creationId xmlns:a16="http://schemas.microsoft.com/office/drawing/2014/main" id="{C8668E3E-DE25-CA0C-3166-2B3182D00718}"/>
                  </a:ext>
                </a:extLst>
              </p:cNvPr>
              <p:cNvSpPr>
                <a:spLocks noChangeArrowheads="1"/>
              </p:cNvSpPr>
              <p:nvPr/>
            </p:nvSpPr>
            <p:spPr bwMode="auto">
              <a:xfrm>
                <a:off x="830272" y="1777441"/>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833" name="Rectangle 2227">
                <a:extLst>
                  <a:ext uri="{FF2B5EF4-FFF2-40B4-BE49-F238E27FC236}">
                    <a16:creationId xmlns:a16="http://schemas.microsoft.com/office/drawing/2014/main" id="{A81AA974-6E8A-F30C-9746-1AA67A75F481}"/>
                  </a:ext>
                </a:extLst>
              </p:cNvPr>
              <p:cNvSpPr>
                <a:spLocks noChangeArrowheads="1"/>
              </p:cNvSpPr>
              <p:nvPr/>
            </p:nvSpPr>
            <p:spPr bwMode="auto">
              <a:xfrm>
                <a:off x="865307" y="1814232"/>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834" name="Rectangle 2228">
                <a:extLst>
                  <a:ext uri="{FF2B5EF4-FFF2-40B4-BE49-F238E27FC236}">
                    <a16:creationId xmlns:a16="http://schemas.microsoft.com/office/drawing/2014/main" id="{BF8960A0-5522-93C5-96C6-FFFD34C1CF92}"/>
                  </a:ext>
                </a:extLst>
              </p:cNvPr>
              <p:cNvSpPr>
                <a:spLocks noChangeArrowheads="1"/>
              </p:cNvSpPr>
              <p:nvPr/>
            </p:nvSpPr>
            <p:spPr bwMode="auto">
              <a:xfrm>
                <a:off x="957382" y="1814232"/>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835" name="Rectangle 2229">
                <a:extLst>
                  <a:ext uri="{FF2B5EF4-FFF2-40B4-BE49-F238E27FC236}">
                    <a16:creationId xmlns:a16="http://schemas.microsoft.com/office/drawing/2014/main" id="{E5D37079-2D35-79A9-7FF0-14B0C219E9F0}"/>
                  </a:ext>
                </a:extLst>
              </p:cNvPr>
              <p:cNvSpPr>
                <a:spLocks noChangeArrowheads="1"/>
              </p:cNvSpPr>
              <p:nvPr/>
            </p:nvSpPr>
            <p:spPr bwMode="auto">
              <a:xfrm>
                <a:off x="1093797" y="1777441"/>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836" name="Rectangle 2230">
                <a:extLst>
                  <a:ext uri="{FF2B5EF4-FFF2-40B4-BE49-F238E27FC236}">
                    <a16:creationId xmlns:a16="http://schemas.microsoft.com/office/drawing/2014/main" id="{C9AA192C-2FCE-A788-321B-FCDF5076284C}"/>
                  </a:ext>
                </a:extLst>
              </p:cNvPr>
              <p:cNvSpPr>
                <a:spLocks noChangeArrowheads="1"/>
              </p:cNvSpPr>
              <p:nvPr/>
            </p:nvSpPr>
            <p:spPr bwMode="auto">
              <a:xfrm>
                <a:off x="1128832" y="1814232"/>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837" name="Rectangle 2231">
                <a:extLst>
                  <a:ext uri="{FF2B5EF4-FFF2-40B4-BE49-F238E27FC236}">
                    <a16:creationId xmlns:a16="http://schemas.microsoft.com/office/drawing/2014/main" id="{F515D846-C158-A9ED-87BE-F24EBD32DD00}"/>
                  </a:ext>
                </a:extLst>
              </p:cNvPr>
              <p:cNvSpPr>
                <a:spLocks noChangeArrowheads="1"/>
              </p:cNvSpPr>
              <p:nvPr/>
            </p:nvSpPr>
            <p:spPr bwMode="auto">
              <a:xfrm>
                <a:off x="1220907" y="1814232"/>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838" name="Rectangle 2232">
                <a:extLst>
                  <a:ext uri="{FF2B5EF4-FFF2-40B4-BE49-F238E27FC236}">
                    <a16:creationId xmlns:a16="http://schemas.microsoft.com/office/drawing/2014/main" id="{0832E47F-789A-2EA5-78E4-47F5C1A24A16}"/>
                  </a:ext>
                </a:extLst>
              </p:cNvPr>
              <p:cNvSpPr>
                <a:spLocks noChangeArrowheads="1"/>
              </p:cNvSpPr>
              <p:nvPr/>
            </p:nvSpPr>
            <p:spPr bwMode="auto">
              <a:xfrm>
                <a:off x="1357322" y="1777441"/>
                <a:ext cx="225644" cy="137083"/>
              </a:xfrm>
              <a:prstGeom prst="rect">
                <a:avLst/>
              </a:prstGeom>
              <a:solidFill>
                <a:srgbClr val="FFAF16"/>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algn="ctr">
                  <a:lnSpc>
                    <a:spcPct val="100000"/>
                  </a:lnSpc>
                  <a:spcBef>
                    <a:spcPct val="50000"/>
                  </a:spcBef>
                  <a:buFontTx/>
                  <a:buNone/>
                </a:pPr>
                <a:endParaRPr lang="zh-CN" altLang="zh-CN" sz="1200">
                  <a:solidFill>
                    <a:srgbClr val="000000"/>
                  </a:solidFill>
                  <a:latin typeface="Trebuchet MS" panose="020B0603020202020204" pitchFamily="34" charset="0"/>
                  <a:ea typeface="MS PGothic" panose="020B0600070205080204" pitchFamily="34" charset="-128"/>
                </a:endParaRPr>
              </a:p>
            </p:txBody>
          </p:sp>
          <p:sp>
            <p:nvSpPr>
              <p:cNvPr id="839" name="Rectangle 2233">
                <a:extLst>
                  <a:ext uri="{FF2B5EF4-FFF2-40B4-BE49-F238E27FC236}">
                    <a16:creationId xmlns:a16="http://schemas.microsoft.com/office/drawing/2014/main" id="{BF339A10-FB86-D8D1-0869-7E1AB56E423E}"/>
                  </a:ext>
                </a:extLst>
              </p:cNvPr>
              <p:cNvSpPr>
                <a:spLocks noChangeArrowheads="1"/>
              </p:cNvSpPr>
              <p:nvPr/>
            </p:nvSpPr>
            <p:spPr bwMode="auto">
              <a:xfrm>
                <a:off x="1392357" y="1814232"/>
                <a:ext cx="63500" cy="63500"/>
              </a:xfrm>
              <a:prstGeom prst="rect">
                <a:avLst/>
              </a:prstGeom>
              <a:solidFill>
                <a:srgbClr val="FFF25C"/>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sp>
            <p:nvSpPr>
              <p:cNvPr id="840" name="Rectangle 2234">
                <a:extLst>
                  <a:ext uri="{FF2B5EF4-FFF2-40B4-BE49-F238E27FC236}">
                    <a16:creationId xmlns:a16="http://schemas.microsoft.com/office/drawing/2014/main" id="{62AD03E7-AD97-A1D6-C39F-FDFD139FE714}"/>
                  </a:ext>
                </a:extLst>
              </p:cNvPr>
              <p:cNvSpPr>
                <a:spLocks noChangeArrowheads="1"/>
              </p:cNvSpPr>
              <p:nvPr/>
            </p:nvSpPr>
            <p:spPr bwMode="auto">
              <a:xfrm>
                <a:off x="1484432" y="1814232"/>
                <a:ext cx="63500" cy="63500"/>
              </a:xfrm>
              <a:prstGeom prst="rect">
                <a:avLst/>
              </a:prstGeom>
              <a:solidFill>
                <a:srgbClr val="4292B4"/>
              </a:solidFill>
              <a:ln w="12700">
                <a:solidFill>
                  <a:schemeClr val="tx1"/>
                </a:solidFill>
                <a:round/>
              </a:ln>
            </p:spPr>
            <p:txBody>
              <a:bodyPr anchor="ctr" anchorCtr="1"/>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endParaRPr lang="zh-CN" altLang="zh-CN" sz="1800">
                  <a:solidFill>
                    <a:srgbClr val="000000"/>
                  </a:solidFill>
                  <a:latin typeface="Arial" panose="020B0604020202020204" pitchFamily="34" charset="0"/>
                  <a:ea typeface="MS PGothic" panose="020B0600070205080204" pitchFamily="34" charset="-128"/>
                </a:endParaRPr>
              </a:p>
            </p:txBody>
          </p:sp>
        </p:grpSp>
      </p:grpSp>
      <p:grpSp>
        <p:nvGrpSpPr>
          <p:cNvPr id="897" name="Group 924">
            <a:extLst>
              <a:ext uri="{FF2B5EF4-FFF2-40B4-BE49-F238E27FC236}">
                <a16:creationId xmlns:a16="http://schemas.microsoft.com/office/drawing/2014/main" id="{28C4D50D-7DC6-8F9B-15E6-D471F8825AB0}"/>
              </a:ext>
            </a:extLst>
          </p:cNvPr>
          <p:cNvGrpSpPr/>
          <p:nvPr/>
        </p:nvGrpSpPr>
        <p:grpSpPr bwMode="auto">
          <a:xfrm>
            <a:off x="742066" y="1998581"/>
            <a:ext cx="825500" cy="276225"/>
            <a:chOff x="656433" y="1838325"/>
            <a:chExt cx="826293" cy="276999"/>
          </a:xfrm>
        </p:grpSpPr>
        <p:cxnSp>
          <p:nvCxnSpPr>
            <p:cNvPr id="898" name="Straight Connector 899">
              <a:extLst>
                <a:ext uri="{FF2B5EF4-FFF2-40B4-BE49-F238E27FC236}">
                  <a16:creationId xmlns:a16="http://schemas.microsoft.com/office/drawing/2014/main" id="{19EA7C32-C015-8466-3EDD-F37038A502A3}"/>
                </a:ext>
              </a:extLst>
            </p:cNvPr>
            <p:cNvCxnSpPr>
              <a:cxnSpLocks noChangeShapeType="1"/>
            </p:cNvCxnSpPr>
            <p:nvPr/>
          </p:nvCxnSpPr>
          <p:spPr bwMode="auto">
            <a:xfrm rot="5400000">
              <a:off x="594520"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899" name="Straight Connector 906">
              <a:extLst>
                <a:ext uri="{FF2B5EF4-FFF2-40B4-BE49-F238E27FC236}">
                  <a16:creationId xmlns:a16="http://schemas.microsoft.com/office/drawing/2014/main" id="{6DBC8BCA-6245-61C5-72A0-A50BE4CD01C0}"/>
                </a:ext>
              </a:extLst>
            </p:cNvPr>
            <p:cNvCxnSpPr>
              <a:cxnSpLocks noChangeShapeType="1"/>
            </p:cNvCxnSpPr>
            <p:nvPr/>
          </p:nvCxnSpPr>
          <p:spPr bwMode="auto">
            <a:xfrm rot="5400000">
              <a:off x="690828"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900" name="Straight Connector 907">
              <a:extLst>
                <a:ext uri="{FF2B5EF4-FFF2-40B4-BE49-F238E27FC236}">
                  <a16:creationId xmlns:a16="http://schemas.microsoft.com/office/drawing/2014/main" id="{92EE3C59-642A-DE96-5A4D-E49A45C3486F}"/>
                </a:ext>
              </a:extLst>
            </p:cNvPr>
            <p:cNvCxnSpPr>
              <a:cxnSpLocks noChangeShapeType="1"/>
            </p:cNvCxnSpPr>
            <p:nvPr/>
          </p:nvCxnSpPr>
          <p:spPr bwMode="auto">
            <a:xfrm rot="5400000">
              <a:off x="787136"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901" name="Straight Connector 908">
              <a:extLst>
                <a:ext uri="{FF2B5EF4-FFF2-40B4-BE49-F238E27FC236}">
                  <a16:creationId xmlns:a16="http://schemas.microsoft.com/office/drawing/2014/main" id="{C6E7C13B-575C-8E5B-715F-D7C6BA3E55D5}"/>
                </a:ext>
              </a:extLst>
            </p:cNvPr>
            <p:cNvCxnSpPr>
              <a:cxnSpLocks noChangeShapeType="1"/>
            </p:cNvCxnSpPr>
            <p:nvPr/>
          </p:nvCxnSpPr>
          <p:spPr bwMode="auto">
            <a:xfrm rot="5400000">
              <a:off x="1229520"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902" name="Straight Connector 909">
              <a:extLst>
                <a:ext uri="{FF2B5EF4-FFF2-40B4-BE49-F238E27FC236}">
                  <a16:creationId xmlns:a16="http://schemas.microsoft.com/office/drawing/2014/main" id="{EE8AB41D-1FE8-5DBA-3327-302C3ABFF9AB}"/>
                </a:ext>
              </a:extLst>
            </p:cNvPr>
            <p:cNvCxnSpPr>
              <a:cxnSpLocks noChangeShapeType="1"/>
            </p:cNvCxnSpPr>
            <p:nvPr/>
          </p:nvCxnSpPr>
          <p:spPr bwMode="auto">
            <a:xfrm rot="5400000">
              <a:off x="1324770"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903" name="Straight Connector 910">
              <a:extLst>
                <a:ext uri="{FF2B5EF4-FFF2-40B4-BE49-F238E27FC236}">
                  <a16:creationId xmlns:a16="http://schemas.microsoft.com/office/drawing/2014/main" id="{0182A9F4-5264-95F6-F8BC-60A479B2C5A7}"/>
                </a:ext>
              </a:extLst>
            </p:cNvPr>
            <p:cNvCxnSpPr>
              <a:cxnSpLocks noChangeShapeType="1"/>
            </p:cNvCxnSpPr>
            <p:nvPr/>
          </p:nvCxnSpPr>
          <p:spPr bwMode="auto">
            <a:xfrm rot="5400000">
              <a:off x="1420020"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904" name="Straight Connector 911">
              <a:extLst>
                <a:ext uri="{FF2B5EF4-FFF2-40B4-BE49-F238E27FC236}">
                  <a16:creationId xmlns:a16="http://schemas.microsoft.com/office/drawing/2014/main" id="{A3DCDC79-5BA3-72B1-85FE-5A8DAD37FD1E}"/>
                </a:ext>
              </a:extLst>
            </p:cNvPr>
            <p:cNvCxnSpPr>
              <a:cxnSpLocks noChangeShapeType="1"/>
            </p:cNvCxnSpPr>
            <p:nvPr/>
          </p:nvCxnSpPr>
          <p:spPr bwMode="auto">
            <a:xfrm rot="5400000">
              <a:off x="883445"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905" name="Straight Connector 912">
              <a:extLst>
                <a:ext uri="{FF2B5EF4-FFF2-40B4-BE49-F238E27FC236}">
                  <a16:creationId xmlns:a16="http://schemas.microsoft.com/office/drawing/2014/main" id="{18C19DFF-1221-1BF0-19F4-5018C1EC0112}"/>
                </a:ext>
              </a:extLst>
            </p:cNvPr>
            <p:cNvCxnSpPr>
              <a:cxnSpLocks noChangeShapeType="1"/>
            </p:cNvCxnSpPr>
            <p:nvPr/>
          </p:nvCxnSpPr>
          <p:spPr bwMode="auto">
            <a:xfrm rot="5400000">
              <a:off x="1134270"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sp>
          <p:nvSpPr>
            <p:cNvPr id="906" name="TextBox 913">
              <a:extLst>
                <a:ext uri="{FF2B5EF4-FFF2-40B4-BE49-F238E27FC236}">
                  <a16:creationId xmlns:a16="http://schemas.microsoft.com/office/drawing/2014/main" id="{B9F3FF6B-9001-886F-1291-19B5D0D66A7E}"/>
                </a:ext>
              </a:extLst>
            </p:cNvPr>
            <p:cNvSpPr txBox="1">
              <a:spLocks noChangeArrowheads="1"/>
            </p:cNvSpPr>
            <p:nvPr/>
          </p:nvSpPr>
          <p:spPr bwMode="auto">
            <a:xfrm>
              <a:off x="917575" y="1838325"/>
              <a:ext cx="29767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r>
                <a:rPr lang="en-US" altLang="zh-CN" sz="1200" dirty="0">
                  <a:solidFill>
                    <a:srgbClr val="717F9F"/>
                  </a:solidFill>
                  <a:latin typeface="Arial" panose="020B0604020202020204" pitchFamily="34" charset="0"/>
                  <a:ea typeface="MS PGothic" panose="020B0600070205080204" pitchFamily="34" charset="-128"/>
                </a:rPr>
                <a:t>…</a:t>
              </a:r>
            </a:p>
          </p:txBody>
        </p:sp>
      </p:grpSp>
      <p:grpSp>
        <p:nvGrpSpPr>
          <p:cNvPr id="907" name="Group 925">
            <a:extLst>
              <a:ext uri="{FF2B5EF4-FFF2-40B4-BE49-F238E27FC236}">
                <a16:creationId xmlns:a16="http://schemas.microsoft.com/office/drawing/2014/main" id="{F23F097F-5CE1-A936-1786-ADEEEAA8385A}"/>
              </a:ext>
            </a:extLst>
          </p:cNvPr>
          <p:cNvGrpSpPr/>
          <p:nvPr/>
        </p:nvGrpSpPr>
        <p:grpSpPr bwMode="auto">
          <a:xfrm>
            <a:off x="1913641" y="2003344"/>
            <a:ext cx="827088" cy="276225"/>
            <a:chOff x="656433" y="1838325"/>
            <a:chExt cx="826293" cy="276999"/>
          </a:xfrm>
        </p:grpSpPr>
        <p:cxnSp>
          <p:nvCxnSpPr>
            <p:cNvPr id="908" name="Straight Connector 926">
              <a:extLst>
                <a:ext uri="{FF2B5EF4-FFF2-40B4-BE49-F238E27FC236}">
                  <a16:creationId xmlns:a16="http://schemas.microsoft.com/office/drawing/2014/main" id="{C81864B6-7F45-0A0A-AE95-3BA9C04B4649}"/>
                </a:ext>
              </a:extLst>
            </p:cNvPr>
            <p:cNvCxnSpPr>
              <a:cxnSpLocks noChangeShapeType="1"/>
            </p:cNvCxnSpPr>
            <p:nvPr/>
          </p:nvCxnSpPr>
          <p:spPr bwMode="auto">
            <a:xfrm rot="5400000">
              <a:off x="594520"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909" name="Straight Connector 927">
              <a:extLst>
                <a:ext uri="{FF2B5EF4-FFF2-40B4-BE49-F238E27FC236}">
                  <a16:creationId xmlns:a16="http://schemas.microsoft.com/office/drawing/2014/main" id="{FFCB0C45-1AAC-FFDD-9368-0BA23684B1A2}"/>
                </a:ext>
              </a:extLst>
            </p:cNvPr>
            <p:cNvCxnSpPr>
              <a:cxnSpLocks noChangeShapeType="1"/>
            </p:cNvCxnSpPr>
            <p:nvPr/>
          </p:nvCxnSpPr>
          <p:spPr bwMode="auto">
            <a:xfrm rot="5400000">
              <a:off x="690828"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910" name="Straight Connector 928">
              <a:extLst>
                <a:ext uri="{FF2B5EF4-FFF2-40B4-BE49-F238E27FC236}">
                  <a16:creationId xmlns:a16="http://schemas.microsoft.com/office/drawing/2014/main" id="{95C30C7D-D19B-D05E-B5CD-5DCE65D26568}"/>
                </a:ext>
              </a:extLst>
            </p:cNvPr>
            <p:cNvCxnSpPr>
              <a:cxnSpLocks noChangeShapeType="1"/>
            </p:cNvCxnSpPr>
            <p:nvPr/>
          </p:nvCxnSpPr>
          <p:spPr bwMode="auto">
            <a:xfrm rot="5400000">
              <a:off x="787136"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911" name="Straight Connector 929">
              <a:extLst>
                <a:ext uri="{FF2B5EF4-FFF2-40B4-BE49-F238E27FC236}">
                  <a16:creationId xmlns:a16="http://schemas.microsoft.com/office/drawing/2014/main" id="{EA55B000-2241-7E8C-9E47-958635929504}"/>
                </a:ext>
              </a:extLst>
            </p:cNvPr>
            <p:cNvCxnSpPr>
              <a:cxnSpLocks noChangeShapeType="1"/>
            </p:cNvCxnSpPr>
            <p:nvPr/>
          </p:nvCxnSpPr>
          <p:spPr bwMode="auto">
            <a:xfrm rot="5400000">
              <a:off x="1229520"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912" name="Straight Connector 930">
              <a:extLst>
                <a:ext uri="{FF2B5EF4-FFF2-40B4-BE49-F238E27FC236}">
                  <a16:creationId xmlns:a16="http://schemas.microsoft.com/office/drawing/2014/main" id="{08E95FB6-727C-7805-B2DB-868D290A0134}"/>
                </a:ext>
              </a:extLst>
            </p:cNvPr>
            <p:cNvCxnSpPr>
              <a:cxnSpLocks noChangeShapeType="1"/>
            </p:cNvCxnSpPr>
            <p:nvPr/>
          </p:nvCxnSpPr>
          <p:spPr bwMode="auto">
            <a:xfrm rot="5400000">
              <a:off x="1324770"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913" name="Straight Connector 931">
              <a:extLst>
                <a:ext uri="{FF2B5EF4-FFF2-40B4-BE49-F238E27FC236}">
                  <a16:creationId xmlns:a16="http://schemas.microsoft.com/office/drawing/2014/main" id="{0F9F3AC3-C63F-C0CD-2AA0-7BE8B82DF7E9}"/>
                </a:ext>
              </a:extLst>
            </p:cNvPr>
            <p:cNvCxnSpPr>
              <a:cxnSpLocks noChangeShapeType="1"/>
            </p:cNvCxnSpPr>
            <p:nvPr/>
          </p:nvCxnSpPr>
          <p:spPr bwMode="auto">
            <a:xfrm rot="5400000">
              <a:off x="1420020"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914" name="Straight Connector 932">
              <a:extLst>
                <a:ext uri="{FF2B5EF4-FFF2-40B4-BE49-F238E27FC236}">
                  <a16:creationId xmlns:a16="http://schemas.microsoft.com/office/drawing/2014/main" id="{5208E173-62B2-287A-8FAD-8318B6C571F4}"/>
                </a:ext>
              </a:extLst>
            </p:cNvPr>
            <p:cNvCxnSpPr>
              <a:cxnSpLocks noChangeShapeType="1"/>
            </p:cNvCxnSpPr>
            <p:nvPr/>
          </p:nvCxnSpPr>
          <p:spPr bwMode="auto">
            <a:xfrm rot="5400000">
              <a:off x="883445"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915" name="Straight Connector 933">
              <a:extLst>
                <a:ext uri="{FF2B5EF4-FFF2-40B4-BE49-F238E27FC236}">
                  <a16:creationId xmlns:a16="http://schemas.microsoft.com/office/drawing/2014/main" id="{7B5EC04B-B3BC-42F3-F56C-D3745EA8C080}"/>
                </a:ext>
              </a:extLst>
            </p:cNvPr>
            <p:cNvCxnSpPr>
              <a:cxnSpLocks noChangeShapeType="1"/>
            </p:cNvCxnSpPr>
            <p:nvPr/>
          </p:nvCxnSpPr>
          <p:spPr bwMode="auto">
            <a:xfrm rot="5400000">
              <a:off x="1134270"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sp>
          <p:nvSpPr>
            <p:cNvPr id="916" name="TextBox 934">
              <a:extLst>
                <a:ext uri="{FF2B5EF4-FFF2-40B4-BE49-F238E27FC236}">
                  <a16:creationId xmlns:a16="http://schemas.microsoft.com/office/drawing/2014/main" id="{B0598FBD-3563-AC46-7797-14AD8B8C570A}"/>
                </a:ext>
              </a:extLst>
            </p:cNvPr>
            <p:cNvSpPr txBox="1">
              <a:spLocks noChangeArrowheads="1"/>
            </p:cNvSpPr>
            <p:nvPr/>
          </p:nvSpPr>
          <p:spPr bwMode="auto">
            <a:xfrm>
              <a:off x="917575" y="1838325"/>
              <a:ext cx="29767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r>
                <a:rPr lang="en-US" altLang="zh-CN" sz="1200">
                  <a:solidFill>
                    <a:srgbClr val="717F9F"/>
                  </a:solidFill>
                  <a:latin typeface="Arial" panose="020B0604020202020204" pitchFamily="34" charset="0"/>
                  <a:ea typeface="MS PGothic" panose="020B0600070205080204" pitchFamily="34" charset="-128"/>
                </a:rPr>
                <a:t>…</a:t>
              </a:r>
            </a:p>
          </p:txBody>
        </p:sp>
      </p:grpSp>
      <p:grpSp>
        <p:nvGrpSpPr>
          <p:cNvPr id="917" name="Group 935">
            <a:extLst>
              <a:ext uri="{FF2B5EF4-FFF2-40B4-BE49-F238E27FC236}">
                <a16:creationId xmlns:a16="http://schemas.microsoft.com/office/drawing/2014/main" id="{B832204F-6206-568A-506C-231974515FFA}"/>
              </a:ext>
            </a:extLst>
          </p:cNvPr>
          <p:cNvGrpSpPr/>
          <p:nvPr/>
        </p:nvGrpSpPr>
        <p:grpSpPr bwMode="auto">
          <a:xfrm>
            <a:off x="3074104" y="2003344"/>
            <a:ext cx="825500" cy="276225"/>
            <a:chOff x="656433" y="1838325"/>
            <a:chExt cx="826293" cy="276999"/>
          </a:xfrm>
        </p:grpSpPr>
        <p:cxnSp>
          <p:nvCxnSpPr>
            <p:cNvPr id="918" name="Straight Connector 936">
              <a:extLst>
                <a:ext uri="{FF2B5EF4-FFF2-40B4-BE49-F238E27FC236}">
                  <a16:creationId xmlns:a16="http://schemas.microsoft.com/office/drawing/2014/main" id="{1FE13330-D648-16BA-A208-2A41919B021A}"/>
                </a:ext>
              </a:extLst>
            </p:cNvPr>
            <p:cNvCxnSpPr>
              <a:cxnSpLocks noChangeShapeType="1"/>
            </p:cNvCxnSpPr>
            <p:nvPr/>
          </p:nvCxnSpPr>
          <p:spPr bwMode="auto">
            <a:xfrm rot="5400000">
              <a:off x="594520"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919" name="Straight Connector 937">
              <a:extLst>
                <a:ext uri="{FF2B5EF4-FFF2-40B4-BE49-F238E27FC236}">
                  <a16:creationId xmlns:a16="http://schemas.microsoft.com/office/drawing/2014/main" id="{14DE3CA3-E3BE-3E33-59E8-E6E43AFE567E}"/>
                </a:ext>
              </a:extLst>
            </p:cNvPr>
            <p:cNvCxnSpPr>
              <a:cxnSpLocks noChangeShapeType="1"/>
            </p:cNvCxnSpPr>
            <p:nvPr/>
          </p:nvCxnSpPr>
          <p:spPr bwMode="auto">
            <a:xfrm rot="5400000">
              <a:off x="690828"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920" name="Straight Connector 938">
              <a:extLst>
                <a:ext uri="{FF2B5EF4-FFF2-40B4-BE49-F238E27FC236}">
                  <a16:creationId xmlns:a16="http://schemas.microsoft.com/office/drawing/2014/main" id="{7A56E2B9-B7CB-8463-2177-E6C9E7630362}"/>
                </a:ext>
              </a:extLst>
            </p:cNvPr>
            <p:cNvCxnSpPr>
              <a:cxnSpLocks noChangeShapeType="1"/>
            </p:cNvCxnSpPr>
            <p:nvPr/>
          </p:nvCxnSpPr>
          <p:spPr bwMode="auto">
            <a:xfrm rot="5400000">
              <a:off x="787136"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921" name="Straight Connector 939">
              <a:extLst>
                <a:ext uri="{FF2B5EF4-FFF2-40B4-BE49-F238E27FC236}">
                  <a16:creationId xmlns:a16="http://schemas.microsoft.com/office/drawing/2014/main" id="{A1900BB6-8F34-A768-014B-F8DBD3E16FA5}"/>
                </a:ext>
              </a:extLst>
            </p:cNvPr>
            <p:cNvCxnSpPr>
              <a:cxnSpLocks noChangeShapeType="1"/>
            </p:cNvCxnSpPr>
            <p:nvPr/>
          </p:nvCxnSpPr>
          <p:spPr bwMode="auto">
            <a:xfrm rot="5400000">
              <a:off x="1229520"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922" name="Straight Connector 940">
              <a:extLst>
                <a:ext uri="{FF2B5EF4-FFF2-40B4-BE49-F238E27FC236}">
                  <a16:creationId xmlns:a16="http://schemas.microsoft.com/office/drawing/2014/main" id="{35F3F79D-C5A0-5FA1-9738-06CEC86DCCC0}"/>
                </a:ext>
              </a:extLst>
            </p:cNvPr>
            <p:cNvCxnSpPr>
              <a:cxnSpLocks noChangeShapeType="1"/>
            </p:cNvCxnSpPr>
            <p:nvPr/>
          </p:nvCxnSpPr>
          <p:spPr bwMode="auto">
            <a:xfrm rot="5400000">
              <a:off x="1324770"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923" name="Straight Connector 941">
              <a:extLst>
                <a:ext uri="{FF2B5EF4-FFF2-40B4-BE49-F238E27FC236}">
                  <a16:creationId xmlns:a16="http://schemas.microsoft.com/office/drawing/2014/main" id="{19255C35-B914-D59A-0849-797863630133}"/>
                </a:ext>
              </a:extLst>
            </p:cNvPr>
            <p:cNvCxnSpPr>
              <a:cxnSpLocks noChangeShapeType="1"/>
            </p:cNvCxnSpPr>
            <p:nvPr/>
          </p:nvCxnSpPr>
          <p:spPr bwMode="auto">
            <a:xfrm rot="5400000">
              <a:off x="1420020"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924" name="Straight Connector 942">
              <a:extLst>
                <a:ext uri="{FF2B5EF4-FFF2-40B4-BE49-F238E27FC236}">
                  <a16:creationId xmlns:a16="http://schemas.microsoft.com/office/drawing/2014/main" id="{FDF08F39-4B3D-5690-30B4-FFA7D69A914F}"/>
                </a:ext>
              </a:extLst>
            </p:cNvPr>
            <p:cNvCxnSpPr>
              <a:cxnSpLocks noChangeShapeType="1"/>
            </p:cNvCxnSpPr>
            <p:nvPr/>
          </p:nvCxnSpPr>
          <p:spPr bwMode="auto">
            <a:xfrm rot="5400000">
              <a:off x="883445"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925" name="Straight Connector 943">
              <a:extLst>
                <a:ext uri="{FF2B5EF4-FFF2-40B4-BE49-F238E27FC236}">
                  <a16:creationId xmlns:a16="http://schemas.microsoft.com/office/drawing/2014/main" id="{F8036700-5446-2E5B-D832-DA90BA4777A0}"/>
                </a:ext>
              </a:extLst>
            </p:cNvPr>
            <p:cNvCxnSpPr>
              <a:cxnSpLocks noChangeShapeType="1"/>
            </p:cNvCxnSpPr>
            <p:nvPr/>
          </p:nvCxnSpPr>
          <p:spPr bwMode="auto">
            <a:xfrm rot="5400000">
              <a:off x="1134270"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sp>
          <p:nvSpPr>
            <p:cNvPr id="926" name="TextBox 944">
              <a:extLst>
                <a:ext uri="{FF2B5EF4-FFF2-40B4-BE49-F238E27FC236}">
                  <a16:creationId xmlns:a16="http://schemas.microsoft.com/office/drawing/2014/main" id="{4A02DA76-505B-F4DA-C932-83AF1B69AE4A}"/>
                </a:ext>
              </a:extLst>
            </p:cNvPr>
            <p:cNvSpPr txBox="1">
              <a:spLocks noChangeArrowheads="1"/>
            </p:cNvSpPr>
            <p:nvPr/>
          </p:nvSpPr>
          <p:spPr bwMode="auto">
            <a:xfrm>
              <a:off x="917575" y="1838325"/>
              <a:ext cx="29767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r>
                <a:rPr lang="en-US" altLang="zh-CN" sz="1200">
                  <a:solidFill>
                    <a:srgbClr val="717F9F"/>
                  </a:solidFill>
                  <a:latin typeface="Arial" panose="020B0604020202020204" pitchFamily="34" charset="0"/>
                  <a:ea typeface="MS PGothic" panose="020B0600070205080204" pitchFamily="34" charset="-128"/>
                </a:rPr>
                <a:t>…</a:t>
              </a:r>
            </a:p>
          </p:txBody>
        </p:sp>
      </p:grpSp>
      <p:grpSp>
        <p:nvGrpSpPr>
          <p:cNvPr id="927" name="Group 985">
            <a:extLst>
              <a:ext uri="{FF2B5EF4-FFF2-40B4-BE49-F238E27FC236}">
                <a16:creationId xmlns:a16="http://schemas.microsoft.com/office/drawing/2014/main" id="{63D2363B-9BDC-4E7B-F277-AEEEF1083913}"/>
              </a:ext>
            </a:extLst>
          </p:cNvPr>
          <p:cNvGrpSpPr/>
          <p:nvPr/>
        </p:nvGrpSpPr>
        <p:grpSpPr bwMode="auto">
          <a:xfrm>
            <a:off x="742066" y="2866944"/>
            <a:ext cx="3157538" cy="284162"/>
            <a:chOff x="656433" y="2706158"/>
            <a:chExt cx="3158860" cy="285466"/>
          </a:xfrm>
        </p:grpSpPr>
        <p:grpSp>
          <p:nvGrpSpPr>
            <p:cNvPr id="928" name="Group 945">
              <a:extLst>
                <a:ext uri="{FF2B5EF4-FFF2-40B4-BE49-F238E27FC236}">
                  <a16:creationId xmlns:a16="http://schemas.microsoft.com/office/drawing/2014/main" id="{CAF641A6-F852-E878-BF22-B50F83B808FE}"/>
                </a:ext>
              </a:extLst>
            </p:cNvPr>
            <p:cNvGrpSpPr/>
            <p:nvPr/>
          </p:nvGrpSpPr>
          <p:grpSpPr bwMode="auto">
            <a:xfrm>
              <a:off x="2989000" y="2714624"/>
              <a:ext cx="826293" cy="276999"/>
              <a:chOff x="656433" y="1838325"/>
              <a:chExt cx="826293" cy="276999"/>
            </a:xfrm>
          </p:grpSpPr>
          <p:cxnSp>
            <p:nvCxnSpPr>
              <p:cNvPr id="949" name="Straight Connector 946">
                <a:extLst>
                  <a:ext uri="{FF2B5EF4-FFF2-40B4-BE49-F238E27FC236}">
                    <a16:creationId xmlns:a16="http://schemas.microsoft.com/office/drawing/2014/main" id="{E177C17C-A162-EB88-6C8E-0ACED5F8E959}"/>
                  </a:ext>
                </a:extLst>
              </p:cNvPr>
              <p:cNvCxnSpPr>
                <a:cxnSpLocks noChangeShapeType="1"/>
              </p:cNvCxnSpPr>
              <p:nvPr/>
            </p:nvCxnSpPr>
            <p:spPr bwMode="auto">
              <a:xfrm rot="5400000">
                <a:off x="594520"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950" name="Straight Connector 947">
                <a:extLst>
                  <a:ext uri="{FF2B5EF4-FFF2-40B4-BE49-F238E27FC236}">
                    <a16:creationId xmlns:a16="http://schemas.microsoft.com/office/drawing/2014/main" id="{543CB6D4-B0B5-6239-635C-6DEDB85375D5}"/>
                  </a:ext>
                </a:extLst>
              </p:cNvPr>
              <p:cNvCxnSpPr>
                <a:cxnSpLocks noChangeShapeType="1"/>
              </p:cNvCxnSpPr>
              <p:nvPr/>
            </p:nvCxnSpPr>
            <p:spPr bwMode="auto">
              <a:xfrm rot="5400000">
                <a:off x="690828"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951" name="Straight Connector 948">
                <a:extLst>
                  <a:ext uri="{FF2B5EF4-FFF2-40B4-BE49-F238E27FC236}">
                    <a16:creationId xmlns:a16="http://schemas.microsoft.com/office/drawing/2014/main" id="{C855F46A-1F97-9419-3FD2-478C865746CD}"/>
                  </a:ext>
                </a:extLst>
              </p:cNvPr>
              <p:cNvCxnSpPr>
                <a:cxnSpLocks noChangeShapeType="1"/>
              </p:cNvCxnSpPr>
              <p:nvPr/>
            </p:nvCxnSpPr>
            <p:spPr bwMode="auto">
              <a:xfrm rot="5400000">
                <a:off x="787136"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952" name="Straight Connector 949">
                <a:extLst>
                  <a:ext uri="{FF2B5EF4-FFF2-40B4-BE49-F238E27FC236}">
                    <a16:creationId xmlns:a16="http://schemas.microsoft.com/office/drawing/2014/main" id="{FB66D3D6-E486-52E2-2655-7CD2AEDD9C53}"/>
                  </a:ext>
                </a:extLst>
              </p:cNvPr>
              <p:cNvCxnSpPr>
                <a:cxnSpLocks noChangeShapeType="1"/>
              </p:cNvCxnSpPr>
              <p:nvPr/>
            </p:nvCxnSpPr>
            <p:spPr bwMode="auto">
              <a:xfrm rot="5400000">
                <a:off x="1229520"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953" name="Straight Connector 950">
                <a:extLst>
                  <a:ext uri="{FF2B5EF4-FFF2-40B4-BE49-F238E27FC236}">
                    <a16:creationId xmlns:a16="http://schemas.microsoft.com/office/drawing/2014/main" id="{6E768EA5-C7D9-5590-BE84-D01F80F388C2}"/>
                  </a:ext>
                </a:extLst>
              </p:cNvPr>
              <p:cNvCxnSpPr>
                <a:cxnSpLocks noChangeShapeType="1"/>
              </p:cNvCxnSpPr>
              <p:nvPr/>
            </p:nvCxnSpPr>
            <p:spPr bwMode="auto">
              <a:xfrm rot="5400000">
                <a:off x="1324770"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954" name="Straight Connector 951">
                <a:extLst>
                  <a:ext uri="{FF2B5EF4-FFF2-40B4-BE49-F238E27FC236}">
                    <a16:creationId xmlns:a16="http://schemas.microsoft.com/office/drawing/2014/main" id="{8DE42618-9A47-FB4A-7F3F-43B55BBBD589}"/>
                  </a:ext>
                </a:extLst>
              </p:cNvPr>
              <p:cNvCxnSpPr>
                <a:cxnSpLocks noChangeShapeType="1"/>
              </p:cNvCxnSpPr>
              <p:nvPr/>
            </p:nvCxnSpPr>
            <p:spPr bwMode="auto">
              <a:xfrm rot="5400000">
                <a:off x="1420020"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955" name="Straight Connector 952">
                <a:extLst>
                  <a:ext uri="{FF2B5EF4-FFF2-40B4-BE49-F238E27FC236}">
                    <a16:creationId xmlns:a16="http://schemas.microsoft.com/office/drawing/2014/main" id="{E4B53B3C-F429-1602-8465-5665A7AFED04}"/>
                  </a:ext>
                </a:extLst>
              </p:cNvPr>
              <p:cNvCxnSpPr>
                <a:cxnSpLocks noChangeShapeType="1"/>
              </p:cNvCxnSpPr>
              <p:nvPr/>
            </p:nvCxnSpPr>
            <p:spPr bwMode="auto">
              <a:xfrm rot="5400000">
                <a:off x="883445"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956" name="Straight Connector 953">
                <a:extLst>
                  <a:ext uri="{FF2B5EF4-FFF2-40B4-BE49-F238E27FC236}">
                    <a16:creationId xmlns:a16="http://schemas.microsoft.com/office/drawing/2014/main" id="{35F88F5D-D4AE-BD44-D4F2-A547B88369FB}"/>
                  </a:ext>
                </a:extLst>
              </p:cNvPr>
              <p:cNvCxnSpPr>
                <a:cxnSpLocks noChangeShapeType="1"/>
              </p:cNvCxnSpPr>
              <p:nvPr/>
            </p:nvCxnSpPr>
            <p:spPr bwMode="auto">
              <a:xfrm rot="5400000">
                <a:off x="1134270"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sp>
            <p:nvSpPr>
              <p:cNvPr id="957" name="TextBox 954">
                <a:extLst>
                  <a:ext uri="{FF2B5EF4-FFF2-40B4-BE49-F238E27FC236}">
                    <a16:creationId xmlns:a16="http://schemas.microsoft.com/office/drawing/2014/main" id="{C1997518-70BC-00B7-8375-C09EF6549F78}"/>
                  </a:ext>
                </a:extLst>
              </p:cNvPr>
              <p:cNvSpPr txBox="1">
                <a:spLocks noChangeArrowheads="1"/>
              </p:cNvSpPr>
              <p:nvPr/>
            </p:nvSpPr>
            <p:spPr bwMode="auto">
              <a:xfrm>
                <a:off x="917575" y="1838325"/>
                <a:ext cx="29767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r>
                  <a:rPr lang="en-US" altLang="zh-CN" sz="1200">
                    <a:solidFill>
                      <a:srgbClr val="717F9F"/>
                    </a:solidFill>
                    <a:latin typeface="Arial" panose="020B0604020202020204" pitchFamily="34" charset="0"/>
                    <a:ea typeface="MS PGothic" panose="020B0600070205080204" pitchFamily="34" charset="-128"/>
                  </a:rPr>
                  <a:t>…</a:t>
                </a:r>
              </a:p>
            </p:txBody>
          </p:sp>
        </p:grpSp>
        <p:grpSp>
          <p:nvGrpSpPr>
            <p:cNvPr id="929" name="Group 955">
              <a:extLst>
                <a:ext uri="{FF2B5EF4-FFF2-40B4-BE49-F238E27FC236}">
                  <a16:creationId xmlns:a16="http://schemas.microsoft.com/office/drawing/2014/main" id="{93B78121-75FA-E488-890A-35D70EAE9501}"/>
                </a:ext>
              </a:extLst>
            </p:cNvPr>
            <p:cNvGrpSpPr/>
            <p:nvPr/>
          </p:nvGrpSpPr>
          <p:grpSpPr bwMode="auto">
            <a:xfrm>
              <a:off x="1829066" y="2714625"/>
              <a:ext cx="826293" cy="276999"/>
              <a:chOff x="656433" y="1838325"/>
              <a:chExt cx="826293" cy="276999"/>
            </a:xfrm>
          </p:grpSpPr>
          <p:cxnSp>
            <p:nvCxnSpPr>
              <p:cNvPr id="940" name="Straight Connector 956">
                <a:extLst>
                  <a:ext uri="{FF2B5EF4-FFF2-40B4-BE49-F238E27FC236}">
                    <a16:creationId xmlns:a16="http://schemas.microsoft.com/office/drawing/2014/main" id="{D7DA032C-6C51-AC17-ADE9-6911AE96EFF9}"/>
                  </a:ext>
                </a:extLst>
              </p:cNvPr>
              <p:cNvCxnSpPr>
                <a:cxnSpLocks noChangeShapeType="1"/>
              </p:cNvCxnSpPr>
              <p:nvPr/>
            </p:nvCxnSpPr>
            <p:spPr bwMode="auto">
              <a:xfrm rot="5400000">
                <a:off x="594520"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941" name="Straight Connector 957">
                <a:extLst>
                  <a:ext uri="{FF2B5EF4-FFF2-40B4-BE49-F238E27FC236}">
                    <a16:creationId xmlns:a16="http://schemas.microsoft.com/office/drawing/2014/main" id="{5F2007E4-9252-F4CD-0BC0-58328CBA2BBC}"/>
                  </a:ext>
                </a:extLst>
              </p:cNvPr>
              <p:cNvCxnSpPr>
                <a:cxnSpLocks noChangeShapeType="1"/>
              </p:cNvCxnSpPr>
              <p:nvPr/>
            </p:nvCxnSpPr>
            <p:spPr bwMode="auto">
              <a:xfrm rot="5400000">
                <a:off x="690828"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942" name="Straight Connector 958">
                <a:extLst>
                  <a:ext uri="{FF2B5EF4-FFF2-40B4-BE49-F238E27FC236}">
                    <a16:creationId xmlns:a16="http://schemas.microsoft.com/office/drawing/2014/main" id="{643C194F-58DE-EB93-F12F-9E50C815A699}"/>
                  </a:ext>
                </a:extLst>
              </p:cNvPr>
              <p:cNvCxnSpPr>
                <a:cxnSpLocks noChangeShapeType="1"/>
              </p:cNvCxnSpPr>
              <p:nvPr/>
            </p:nvCxnSpPr>
            <p:spPr bwMode="auto">
              <a:xfrm rot="5400000">
                <a:off x="787136"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943" name="Straight Connector 959">
                <a:extLst>
                  <a:ext uri="{FF2B5EF4-FFF2-40B4-BE49-F238E27FC236}">
                    <a16:creationId xmlns:a16="http://schemas.microsoft.com/office/drawing/2014/main" id="{E564633C-C30D-70AC-97F7-6AB16C9EA2A2}"/>
                  </a:ext>
                </a:extLst>
              </p:cNvPr>
              <p:cNvCxnSpPr>
                <a:cxnSpLocks noChangeShapeType="1"/>
              </p:cNvCxnSpPr>
              <p:nvPr/>
            </p:nvCxnSpPr>
            <p:spPr bwMode="auto">
              <a:xfrm rot="5400000">
                <a:off x="1229520"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944" name="Straight Connector 960">
                <a:extLst>
                  <a:ext uri="{FF2B5EF4-FFF2-40B4-BE49-F238E27FC236}">
                    <a16:creationId xmlns:a16="http://schemas.microsoft.com/office/drawing/2014/main" id="{34BD85EF-8817-9722-AE23-88AD4E003684}"/>
                  </a:ext>
                </a:extLst>
              </p:cNvPr>
              <p:cNvCxnSpPr>
                <a:cxnSpLocks noChangeShapeType="1"/>
              </p:cNvCxnSpPr>
              <p:nvPr/>
            </p:nvCxnSpPr>
            <p:spPr bwMode="auto">
              <a:xfrm rot="5400000">
                <a:off x="1324770"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945" name="Straight Connector 961">
                <a:extLst>
                  <a:ext uri="{FF2B5EF4-FFF2-40B4-BE49-F238E27FC236}">
                    <a16:creationId xmlns:a16="http://schemas.microsoft.com/office/drawing/2014/main" id="{B6F105F9-FA81-20F1-1715-412844A16E1D}"/>
                  </a:ext>
                </a:extLst>
              </p:cNvPr>
              <p:cNvCxnSpPr>
                <a:cxnSpLocks noChangeShapeType="1"/>
              </p:cNvCxnSpPr>
              <p:nvPr/>
            </p:nvCxnSpPr>
            <p:spPr bwMode="auto">
              <a:xfrm rot="5400000">
                <a:off x="1420020"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946" name="Straight Connector 962">
                <a:extLst>
                  <a:ext uri="{FF2B5EF4-FFF2-40B4-BE49-F238E27FC236}">
                    <a16:creationId xmlns:a16="http://schemas.microsoft.com/office/drawing/2014/main" id="{0CB96005-CCB6-BF2F-1ED3-DFCC45A56EDD}"/>
                  </a:ext>
                </a:extLst>
              </p:cNvPr>
              <p:cNvCxnSpPr>
                <a:cxnSpLocks noChangeShapeType="1"/>
              </p:cNvCxnSpPr>
              <p:nvPr/>
            </p:nvCxnSpPr>
            <p:spPr bwMode="auto">
              <a:xfrm rot="5400000">
                <a:off x="883445"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947" name="Straight Connector 963">
                <a:extLst>
                  <a:ext uri="{FF2B5EF4-FFF2-40B4-BE49-F238E27FC236}">
                    <a16:creationId xmlns:a16="http://schemas.microsoft.com/office/drawing/2014/main" id="{1D1C2277-D70B-1CEE-9DA1-FF5AB377EB2A}"/>
                  </a:ext>
                </a:extLst>
              </p:cNvPr>
              <p:cNvCxnSpPr>
                <a:cxnSpLocks noChangeShapeType="1"/>
              </p:cNvCxnSpPr>
              <p:nvPr/>
            </p:nvCxnSpPr>
            <p:spPr bwMode="auto">
              <a:xfrm rot="5400000">
                <a:off x="1134270"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sp>
            <p:nvSpPr>
              <p:cNvPr id="948" name="TextBox 964">
                <a:extLst>
                  <a:ext uri="{FF2B5EF4-FFF2-40B4-BE49-F238E27FC236}">
                    <a16:creationId xmlns:a16="http://schemas.microsoft.com/office/drawing/2014/main" id="{28953528-B32B-C7EE-4EE3-BD61AE4EEB3F}"/>
                  </a:ext>
                </a:extLst>
              </p:cNvPr>
              <p:cNvSpPr txBox="1">
                <a:spLocks noChangeArrowheads="1"/>
              </p:cNvSpPr>
              <p:nvPr/>
            </p:nvSpPr>
            <p:spPr bwMode="auto">
              <a:xfrm>
                <a:off x="917575" y="1838325"/>
                <a:ext cx="29767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r>
                  <a:rPr lang="en-US" altLang="zh-CN" sz="1200" dirty="0">
                    <a:solidFill>
                      <a:srgbClr val="717F9F"/>
                    </a:solidFill>
                    <a:latin typeface="Arial" panose="020B0604020202020204" pitchFamily="34" charset="0"/>
                    <a:ea typeface="MS PGothic" panose="020B0600070205080204" pitchFamily="34" charset="-128"/>
                  </a:rPr>
                  <a:t>…</a:t>
                </a:r>
              </a:p>
            </p:txBody>
          </p:sp>
        </p:grpSp>
        <p:grpSp>
          <p:nvGrpSpPr>
            <p:cNvPr id="930" name="Group 965">
              <a:extLst>
                <a:ext uri="{FF2B5EF4-FFF2-40B4-BE49-F238E27FC236}">
                  <a16:creationId xmlns:a16="http://schemas.microsoft.com/office/drawing/2014/main" id="{72E3FAD1-B66C-91E4-6E52-29547ED40E1E}"/>
                </a:ext>
              </a:extLst>
            </p:cNvPr>
            <p:cNvGrpSpPr/>
            <p:nvPr/>
          </p:nvGrpSpPr>
          <p:grpSpPr bwMode="auto">
            <a:xfrm>
              <a:off x="656433" y="2706158"/>
              <a:ext cx="826293" cy="276999"/>
              <a:chOff x="656433" y="1838325"/>
              <a:chExt cx="826293" cy="276999"/>
            </a:xfrm>
          </p:grpSpPr>
          <p:cxnSp>
            <p:nvCxnSpPr>
              <p:cNvPr id="931" name="Straight Connector 966">
                <a:extLst>
                  <a:ext uri="{FF2B5EF4-FFF2-40B4-BE49-F238E27FC236}">
                    <a16:creationId xmlns:a16="http://schemas.microsoft.com/office/drawing/2014/main" id="{DF0684BB-9D19-6F13-553E-EACC6E0CF24A}"/>
                  </a:ext>
                </a:extLst>
              </p:cNvPr>
              <p:cNvCxnSpPr>
                <a:cxnSpLocks noChangeShapeType="1"/>
              </p:cNvCxnSpPr>
              <p:nvPr/>
            </p:nvCxnSpPr>
            <p:spPr bwMode="auto">
              <a:xfrm rot="5400000">
                <a:off x="594520"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932" name="Straight Connector 967">
                <a:extLst>
                  <a:ext uri="{FF2B5EF4-FFF2-40B4-BE49-F238E27FC236}">
                    <a16:creationId xmlns:a16="http://schemas.microsoft.com/office/drawing/2014/main" id="{B58FD9BA-67E2-9266-C384-D001803D8C54}"/>
                  </a:ext>
                </a:extLst>
              </p:cNvPr>
              <p:cNvCxnSpPr>
                <a:cxnSpLocks noChangeShapeType="1"/>
              </p:cNvCxnSpPr>
              <p:nvPr/>
            </p:nvCxnSpPr>
            <p:spPr bwMode="auto">
              <a:xfrm rot="5400000">
                <a:off x="690828"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933" name="Straight Connector 968">
                <a:extLst>
                  <a:ext uri="{FF2B5EF4-FFF2-40B4-BE49-F238E27FC236}">
                    <a16:creationId xmlns:a16="http://schemas.microsoft.com/office/drawing/2014/main" id="{C1592D35-15D5-31A1-10C7-BAE972928D6B}"/>
                  </a:ext>
                </a:extLst>
              </p:cNvPr>
              <p:cNvCxnSpPr>
                <a:cxnSpLocks noChangeShapeType="1"/>
              </p:cNvCxnSpPr>
              <p:nvPr/>
            </p:nvCxnSpPr>
            <p:spPr bwMode="auto">
              <a:xfrm rot="5400000">
                <a:off x="787136"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934" name="Straight Connector 969">
                <a:extLst>
                  <a:ext uri="{FF2B5EF4-FFF2-40B4-BE49-F238E27FC236}">
                    <a16:creationId xmlns:a16="http://schemas.microsoft.com/office/drawing/2014/main" id="{00AFD943-C16B-14C4-D398-0B384441E0FD}"/>
                  </a:ext>
                </a:extLst>
              </p:cNvPr>
              <p:cNvCxnSpPr>
                <a:cxnSpLocks noChangeShapeType="1"/>
              </p:cNvCxnSpPr>
              <p:nvPr/>
            </p:nvCxnSpPr>
            <p:spPr bwMode="auto">
              <a:xfrm rot="5400000">
                <a:off x="1229520"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935" name="Straight Connector 970">
                <a:extLst>
                  <a:ext uri="{FF2B5EF4-FFF2-40B4-BE49-F238E27FC236}">
                    <a16:creationId xmlns:a16="http://schemas.microsoft.com/office/drawing/2014/main" id="{0A55D203-701E-6528-F274-7EA483003B88}"/>
                  </a:ext>
                </a:extLst>
              </p:cNvPr>
              <p:cNvCxnSpPr>
                <a:cxnSpLocks noChangeShapeType="1"/>
              </p:cNvCxnSpPr>
              <p:nvPr/>
            </p:nvCxnSpPr>
            <p:spPr bwMode="auto">
              <a:xfrm rot="5400000">
                <a:off x="1324770"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936" name="Straight Connector 971">
                <a:extLst>
                  <a:ext uri="{FF2B5EF4-FFF2-40B4-BE49-F238E27FC236}">
                    <a16:creationId xmlns:a16="http://schemas.microsoft.com/office/drawing/2014/main" id="{C53133EC-3E85-BC5D-E798-E5EF284A39FC}"/>
                  </a:ext>
                </a:extLst>
              </p:cNvPr>
              <p:cNvCxnSpPr>
                <a:cxnSpLocks noChangeShapeType="1"/>
              </p:cNvCxnSpPr>
              <p:nvPr/>
            </p:nvCxnSpPr>
            <p:spPr bwMode="auto">
              <a:xfrm rot="5400000">
                <a:off x="1420020"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937" name="Straight Connector 972">
                <a:extLst>
                  <a:ext uri="{FF2B5EF4-FFF2-40B4-BE49-F238E27FC236}">
                    <a16:creationId xmlns:a16="http://schemas.microsoft.com/office/drawing/2014/main" id="{ACFDBA7E-4C39-2E28-6C62-402EEA22F638}"/>
                  </a:ext>
                </a:extLst>
              </p:cNvPr>
              <p:cNvCxnSpPr>
                <a:cxnSpLocks noChangeShapeType="1"/>
              </p:cNvCxnSpPr>
              <p:nvPr/>
            </p:nvCxnSpPr>
            <p:spPr bwMode="auto">
              <a:xfrm rot="5400000">
                <a:off x="883445"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938" name="Straight Connector 973">
                <a:extLst>
                  <a:ext uri="{FF2B5EF4-FFF2-40B4-BE49-F238E27FC236}">
                    <a16:creationId xmlns:a16="http://schemas.microsoft.com/office/drawing/2014/main" id="{87515410-D231-4A99-3077-FB2EF2BE9897}"/>
                  </a:ext>
                </a:extLst>
              </p:cNvPr>
              <p:cNvCxnSpPr>
                <a:cxnSpLocks noChangeShapeType="1"/>
              </p:cNvCxnSpPr>
              <p:nvPr/>
            </p:nvCxnSpPr>
            <p:spPr bwMode="auto">
              <a:xfrm rot="5400000">
                <a:off x="1134270"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sp>
            <p:nvSpPr>
              <p:cNvPr id="939" name="TextBox 974">
                <a:extLst>
                  <a:ext uri="{FF2B5EF4-FFF2-40B4-BE49-F238E27FC236}">
                    <a16:creationId xmlns:a16="http://schemas.microsoft.com/office/drawing/2014/main" id="{D57A1DD6-748E-A3C4-A37F-E1ED345A5861}"/>
                  </a:ext>
                </a:extLst>
              </p:cNvPr>
              <p:cNvSpPr txBox="1">
                <a:spLocks noChangeArrowheads="1"/>
              </p:cNvSpPr>
              <p:nvPr/>
            </p:nvSpPr>
            <p:spPr bwMode="auto">
              <a:xfrm>
                <a:off x="917575" y="1838325"/>
                <a:ext cx="29767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r>
                  <a:rPr lang="en-US" altLang="zh-CN" sz="1200">
                    <a:solidFill>
                      <a:srgbClr val="717F9F"/>
                    </a:solidFill>
                    <a:latin typeface="Arial" panose="020B0604020202020204" pitchFamily="34" charset="0"/>
                    <a:ea typeface="MS PGothic" panose="020B0600070205080204" pitchFamily="34" charset="-128"/>
                  </a:rPr>
                  <a:t>…</a:t>
                </a:r>
              </a:p>
            </p:txBody>
          </p:sp>
        </p:grpSp>
      </p:grpSp>
      <p:grpSp>
        <p:nvGrpSpPr>
          <p:cNvPr id="958" name="Group 986">
            <a:extLst>
              <a:ext uri="{FF2B5EF4-FFF2-40B4-BE49-F238E27FC236}">
                <a16:creationId xmlns:a16="http://schemas.microsoft.com/office/drawing/2014/main" id="{A01F4A61-417A-AEB9-FB54-011994A2F81B}"/>
              </a:ext>
            </a:extLst>
          </p:cNvPr>
          <p:cNvGrpSpPr/>
          <p:nvPr/>
        </p:nvGrpSpPr>
        <p:grpSpPr bwMode="auto">
          <a:xfrm>
            <a:off x="742066" y="3743244"/>
            <a:ext cx="3157538" cy="284162"/>
            <a:chOff x="656433" y="2706158"/>
            <a:chExt cx="3158860" cy="285466"/>
          </a:xfrm>
        </p:grpSpPr>
        <p:grpSp>
          <p:nvGrpSpPr>
            <p:cNvPr id="959" name="Group 945">
              <a:extLst>
                <a:ext uri="{FF2B5EF4-FFF2-40B4-BE49-F238E27FC236}">
                  <a16:creationId xmlns:a16="http://schemas.microsoft.com/office/drawing/2014/main" id="{582066EC-39B5-FACB-DD25-D0A0D3EEB4D0}"/>
                </a:ext>
              </a:extLst>
            </p:cNvPr>
            <p:cNvGrpSpPr/>
            <p:nvPr/>
          </p:nvGrpSpPr>
          <p:grpSpPr bwMode="auto">
            <a:xfrm>
              <a:off x="2989000" y="2714624"/>
              <a:ext cx="826293" cy="276999"/>
              <a:chOff x="656433" y="1838325"/>
              <a:chExt cx="826293" cy="276999"/>
            </a:xfrm>
          </p:grpSpPr>
          <p:cxnSp>
            <p:nvCxnSpPr>
              <p:cNvPr id="980" name="Straight Connector 1008">
                <a:extLst>
                  <a:ext uri="{FF2B5EF4-FFF2-40B4-BE49-F238E27FC236}">
                    <a16:creationId xmlns:a16="http://schemas.microsoft.com/office/drawing/2014/main" id="{416F5DBE-D820-84B1-5887-F4DF3FE46271}"/>
                  </a:ext>
                </a:extLst>
              </p:cNvPr>
              <p:cNvCxnSpPr>
                <a:cxnSpLocks noChangeShapeType="1"/>
              </p:cNvCxnSpPr>
              <p:nvPr/>
            </p:nvCxnSpPr>
            <p:spPr bwMode="auto">
              <a:xfrm rot="5400000">
                <a:off x="594520"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981" name="Straight Connector 1009">
                <a:extLst>
                  <a:ext uri="{FF2B5EF4-FFF2-40B4-BE49-F238E27FC236}">
                    <a16:creationId xmlns:a16="http://schemas.microsoft.com/office/drawing/2014/main" id="{443D50A2-DD09-6EC9-D6FE-531DA8A7083E}"/>
                  </a:ext>
                </a:extLst>
              </p:cNvPr>
              <p:cNvCxnSpPr>
                <a:cxnSpLocks noChangeShapeType="1"/>
              </p:cNvCxnSpPr>
              <p:nvPr/>
            </p:nvCxnSpPr>
            <p:spPr bwMode="auto">
              <a:xfrm rot="5400000">
                <a:off x="690828"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982" name="Straight Connector 1010">
                <a:extLst>
                  <a:ext uri="{FF2B5EF4-FFF2-40B4-BE49-F238E27FC236}">
                    <a16:creationId xmlns:a16="http://schemas.microsoft.com/office/drawing/2014/main" id="{191DA773-CB60-6716-0BA3-24B7B68E0B0C}"/>
                  </a:ext>
                </a:extLst>
              </p:cNvPr>
              <p:cNvCxnSpPr>
                <a:cxnSpLocks noChangeShapeType="1"/>
              </p:cNvCxnSpPr>
              <p:nvPr/>
            </p:nvCxnSpPr>
            <p:spPr bwMode="auto">
              <a:xfrm rot="5400000">
                <a:off x="787136"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983" name="Straight Connector 1011">
                <a:extLst>
                  <a:ext uri="{FF2B5EF4-FFF2-40B4-BE49-F238E27FC236}">
                    <a16:creationId xmlns:a16="http://schemas.microsoft.com/office/drawing/2014/main" id="{07D3EA51-1A34-49CB-C363-20E4A49B6E7D}"/>
                  </a:ext>
                </a:extLst>
              </p:cNvPr>
              <p:cNvCxnSpPr>
                <a:cxnSpLocks noChangeShapeType="1"/>
              </p:cNvCxnSpPr>
              <p:nvPr/>
            </p:nvCxnSpPr>
            <p:spPr bwMode="auto">
              <a:xfrm rot="5400000">
                <a:off x="1229520"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984" name="Straight Connector 1012">
                <a:extLst>
                  <a:ext uri="{FF2B5EF4-FFF2-40B4-BE49-F238E27FC236}">
                    <a16:creationId xmlns:a16="http://schemas.microsoft.com/office/drawing/2014/main" id="{A738CFC6-C701-0BBC-14EF-61BD0BB79FED}"/>
                  </a:ext>
                </a:extLst>
              </p:cNvPr>
              <p:cNvCxnSpPr>
                <a:cxnSpLocks noChangeShapeType="1"/>
              </p:cNvCxnSpPr>
              <p:nvPr/>
            </p:nvCxnSpPr>
            <p:spPr bwMode="auto">
              <a:xfrm rot="5400000">
                <a:off x="1324770"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985" name="Straight Connector 1013">
                <a:extLst>
                  <a:ext uri="{FF2B5EF4-FFF2-40B4-BE49-F238E27FC236}">
                    <a16:creationId xmlns:a16="http://schemas.microsoft.com/office/drawing/2014/main" id="{EECF8A5C-9CF8-E0E1-4807-53D3A7237B33}"/>
                  </a:ext>
                </a:extLst>
              </p:cNvPr>
              <p:cNvCxnSpPr>
                <a:cxnSpLocks noChangeShapeType="1"/>
              </p:cNvCxnSpPr>
              <p:nvPr/>
            </p:nvCxnSpPr>
            <p:spPr bwMode="auto">
              <a:xfrm rot="5400000">
                <a:off x="1420020"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986" name="Straight Connector 1014">
                <a:extLst>
                  <a:ext uri="{FF2B5EF4-FFF2-40B4-BE49-F238E27FC236}">
                    <a16:creationId xmlns:a16="http://schemas.microsoft.com/office/drawing/2014/main" id="{1AB72E5F-3512-1785-70F5-24F5188C9B9A}"/>
                  </a:ext>
                </a:extLst>
              </p:cNvPr>
              <p:cNvCxnSpPr>
                <a:cxnSpLocks noChangeShapeType="1"/>
              </p:cNvCxnSpPr>
              <p:nvPr/>
            </p:nvCxnSpPr>
            <p:spPr bwMode="auto">
              <a:xfrm rot="5400000">
                <a:off x="883445"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987" name="Straight Connector 1015">
                <a:extLst>
                  <a:ext uri="{FF2B5EF4-FFF2-40B4-BE49-F238E27FC236}">
                    <a16:creationId xmlns:a16="http://schemas.microsoft.com/office/drawing/2014/main" id="{A0E71462-C47A-5849-8194-E9D91FBB07C7}"/>
                  </a:ext>
                </a:extLst>
              </p:cNvPr>
              <p:cNvCxnSpPr>
                <a:cxnSpLocks noChangeShapeType="1"/>
              </p:cNvCxnSpPr>
              <p:nvPr/>
            </p:nvCxnSpPr>
            <p:spPr bwMode="auto">
              <a:xfrm rot="5400000">
                <a:off x="1134270"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sp>
            <p:nvSpPr>
              <p:cNvPr id="988" name="TextBox 1016">
                <a:extLst>
                  <a:ext uri="{FF2B5EF4-FFF2-40B4-BE49-F238E27FC236}">
                    <a16:creationId xmlns:a16="http://schemas.microsoft.com/office/drawing/2014/main" id="{0D27BDB4-FB92-27FB-36C8-D6740DB34A08}"/>
                  </a:ext>
                </a:extLst>
              </p:cNvPr>
              <p:cNvSpPr txBox="1">
                <a:spLocks noChangeArrowheads="1"/>
              </p:cNvSpPr>
              <p:nvPr/>
            </p:nvSpPr>
            <p:spPr bwMode="auto">
              <a:xfrm>
                <a:off x="917575" y="1838325"/>
                <a:ext cx="29767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r>
                  <a:rPr lang="en-US" altLang="zh-CN" sz="1200" dirty="0">
                    <a:solidFill>
                      <a:srgbClr val="717F9F"/>
                    </a:solidFill>
                    <a:latin typeface="Arial" panose="020B0604020202020204" pitchFamily="34" charset="0"/>
                    <a:ea typeface="MS PGothic" panose="020B0600070205080204" pitchFamily="34" charset="-128"/>
                  </a:rPr>
                  <a:t>…</a:t>
                </a:r>
              </a:p>
            </p:txBody>
          </p:sp>
        </p:grpSp>
        <p:grpSp>
          <p:nvGrpSpPr>
            <p:cNvPr id="960" name="Group 955">
              <a:extLst>
                <a:ext uri="{FF2B5EF4-FFF2-40B4-BE49-F238E27FC236}">
                  <a16:creationId xmlns:a16="http://schemas.microsoft.com/office/drawing/2014/main" id="{CE872852-5ABE-F789-9550-8073790FE54D}"/>
                </a:ext>
              </a:extLst>
            </p:cNvPr>
            <p:cNvGrpSpPr/>
            <p:nvPr/>
          </p:nvGrpSpPr>
          <p:grpSpPr bwMode="auto">
            <a:xfrm>
              <a:off x="1829066" y="2714625"/>
              <a:ext cx="826293" cy="276999"/>
              <a:chOff x="656433" y="1838325"/>
              <a:chExt cx="826293" cy="276999"/>
            </a:xfrm>
          </p:grpSpPr>
          <p:cxnSp>
            <p:nvCxnSpPr>
              <p:cNvPr id="971" name="Straight Connector 999">
                <a:extLst>
                  <a:ext uri="{FF2B5EF4-FFF2-40B4-BE49-F238E27FC236}">
                    <a16:creationId xmlns:a16="http://schemas.microsoft.com/office/drawing/2014/main" id="{A2819695-BC66-3FA0-CED8-8D9E0900A0B2}"/>
                  </a:ext>
                </a:extLst>
              </p:cNvPr>
              <p:cNvCxnSpPr>
                <a:cxnSpLocks noChangeShapeType="1"/>
              </p:cNvCxnSpPr>
              <p:nvPr/>
            </p:nvCxnSpPr>
            <p:spPr bwMode="auto">
              <a:xfrm rot="5400000">
                <a:off x="594520"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972" name="Straight Connector 1000">
                <a:extLst>
                  <a:ext uri="{FF2B5EF4-FFF2-40B4-BE49-F238E27FC236}">
                    <a16:creationId xmlns:a16="http://schemas.microsoft.com/office/drawing/2014/main" id="{045A4DCE-A6F1-193E-ACF8-DEFCD52829AB}"/>
                  </a:ext>
                </a:extLst>
              </p:cNvPr>
              <p:cNvCxnSpPr>
                <a:cxnSpLocks noChangeShapeType="1"/>
              </p:cNvCxnSpPr>
              <p:nvPr/>
            </p:nvCxnSpPr>
            <p:spPr bwMode="auto">
              <a:xfrm rot="5400000">
                <a:off x="690828"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973" name="Straight Connector 1001">
                <a:extLst>
                  <a:ext uri="{FF2B5EF4-FFF2-40B4-BE49-F238E27FC236}">
                    <a16:creationId xmlns:a16="http://schemas.microsoft.com/office/drawing/2014/main" id="{05B1A8E2-CA4F-881B-7E6B-FC45B2FCF023}"/>
                  </a:ext>
                </a:extLst>
              </p:cNvPr>
              <p:cNvCxnSpPr>
                <a:cxnSpLocks noChangeShapeType="1"/>
              </p:cNvCxnSpPr>
              <p:nvPr/>
            </p:nvCxnSpPr>
            <p:spPr bwMode="auto">
              <a:xfrm rot="5400000">
                <a:off x="787136"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974" name="Straight Connector 1002">
                <a:extLst>
                  <a:ext uri="{FF2B5EF4-FFF2-40B4-BE49-F238E27FC236}">
                    <a16:creationId xmlns:a16="http://schemas.microsoft.com/office/drawing/2014/main" id="{91148B55-74E6-2A32-5B7D-25FA0EF41380}"/>
                  </a:ext>
                </a:extLst>
              </p:cNvPr>
              <p:cNvCxnSpPr>
                <a:cxnSpLocks noChangeShapeType="1"/>
              </p:cNvCxnSpPr>
              <p:nvPr/>
            </p:nvCxnSpPr>
            <p:spPr bwMode="auto">
              <a:xfrm rot="5400000">
                <a:off x="1229520"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975" name="Straight Connector 1003">
                <a:extLst>
                  <a:ext uri="{FF2B5EF4-FFF2-40B4-BE49-F238E27FC236}">
                    <a16:creationId xmlns:a16="http://schemas.microsoft.com/office/drawing/2014/main" id="{D8ECB44D-FD65-532E-B452-C3CE943C874D}"/>
                  </a:ext>
                </a:extLst>
              </p:cNvPr>
              <p:cNvCxnSpPr>
                <a:cxnSpLocks noChangeShapeType="1"/>
              </p:cNvCxnSpPr>
              <p:nvPr/>
            </p:nvCxnSpPr>
            <p:spPr bwMode="auto">
              <a:xfrm rot="5400000">
                <a:off x="1324770"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976" name="Straight Connector 1004">
                <a:extLst>
                  <a:ext uri="{FF2B5EF4-FFF2-40B4-BE49-F238E27FC236}">
                    <a16:creationId xmlns:a16="http://schemas.microsoft.com/office/drawing/2014/main" id="{808ED057-8C9C-2066-63DF-1D4B217A0D60}"/>
                  </a:ext>
                </a:extLst>
              </p:cNvPr>
              <p:cNvCxnSpPr>
                <a:cxnSpLocks noChangeShapeType="1"/>
              </p:cNvCxnSpPr>
              <p:nvPr/>
            </p:nvCxnSpPr>
            <p:spPr bwMode="auto">
              <a:xfrm rot="5400000">
                <a:off x="1420020"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977" name="Straight Connector 1005">
                <a:extLst>
                  <a:ext uri="{FF2B5EF4-FFF2-40B4-BE49-F238E27FC236}">
                    <a16:creationId xmlns:a16="http://schemas.microsoft.com/office/drawing/2014/main" id="{0A6BE97B-9A6E-6E5E-1C18-0642A17875B7}"/>
                  </a:ext>
                </a:extLst>
              </p:cNvPr>
              <p:cNvCxnSpPr>
                <a:cxnSpLocks noChangeShapeType="1"/>
              </p:cNvCxnSpPr>
              <p:nvPr/>
            </p:nvCxnSpPr>
            <p:spPr bwMode="auto">
              <a:xfrm rot="5400000">
                <a:off x="883445"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978" name="Straight Connector 1006">
                <a:extLst>
                  <a:ext uri="{FF2B5EF4-FFF2-40B4-BE49-F238E27FC236}">
                    <a16:creationId xmlns:a16="http://schemas.microsoft.com/office/drawing/2014/main" id="{8BEAAF8F-B480-5AE9-7DA9-557D3B1E852A}"/>
                  </a:ext>
                </a:extLst>
              </p:cNvPr>
              <p:cNvCxnSpPr>
                <a:cxnSpLocks noChangeShapeType="1"/>
              </p:cNvCxnSpPr>
              <p:nvPr/>
            </p:nvCxnSpPr>
            <p:spPr bwMode="auto">
              <a:xfrm rot="5400000">
                <a:off x="1134270"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sp>
            <p:nvSpPr>
              <p:cNvPr id="979" name="TextBox 1007">
                <a:extLst>
                  <a:ext uri="{FF2B5EF4-FFF2-40B4-BE49-F238E27FC236}">
                    <a16:creationId xmlns:a16="http://schemas.microsoft.com/office/drawing/2014/main" id="{9CFE3228-7680-0995-F8FA-1B0D667F3B82}"/>
                  </a:ext>
                </a:extLst>
              </p:cNvPr>
              <p:cNvSpPr txBox="1">
                <a:spLocks noChangeArrowheads="1"/>
              </p:cNvSpPr>
              <p:nvPr/>
            </p:nvSpPr>
            <p:spPr bwMode="auto">
              <a:xfrm>
                <a:off x="917575" y="1838325"/>
                <a:ext cx="29767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r>
                  <a:rPr lang="en-US" altLang="zh-CN" sz="1200">
                    <a:solidFill>
                      <a:srgbClr val="717F9F"/>
                    </a:solidFill>
                    <a:latin typeface="Arial" panose="020B0604020202020204" pitchFamily="34" charset="0"/>
                    <a:ea typeface="MS PGothic" panose="020B0600070205080204" pitchFamily="34" charset="-128"/>
                  </a:rPr>
                  <a:t>…</a:t>
                </a:r>
              </a:p>
            </p:txBody>
          </p:sp>
        </p:grpSp>
        <p:grpSp>
          <p:nvGrpSpPr>
            <p:cNvPr id="961" name="Group 965">
              <a:extLst>
                <a:ext uri="{FF2B5EF4-FFF2-40B4-BE49-F238E27FC236}">
                  <a16:creationId xmlns:a16="http://schemas.microsoft.com/office/drawing/2014/main" id="{85CDAD22-15B6-CC73-905E-5DCF114D8B86}"/>
                </a:ext>
              </a:extLst>
            </p:cNvPr>
            <p:cNvGrpSpPr/>
            <p:nvPr/>
          </p:nvGrpSpPr>
          <p:grpSpPr bwMode="auto">
            <a:xfrm>
              <a:off x="656433" y="2706158"/>
              <a:ext cx="826293" cy="276999"/>
              <a:chOff x="656433" y="1838325"/>
              <a:chExt cx="826293" cy="276999"/>
            </a:xfrm>
          </p:grpSpPr>
          <p:cxnSp>
            <p:nvCxnSpPr>
              <p:cNvPr id="962" name="Straight Connector 990">
                <a:extLst>
                  <a:ext uri="{FF2B5EF4-FFF2-40B4-BE49-F238E27FC236}">
                    <a16:creationId xmlns:a16="http://schemas.microsoft.com/office/drawing/2014/main" id="{9319DAD6-F2ED-DAF7-8015-C3CFD0A2F11D}"/>
                  </a:ext>
                </a:extLst>
              </p:cNvPr>
              <p:cNvCxnSpPr>
                <a:cxnSpLocks noChangeShapeType="1"/>
              </p:cNvCxnSpPr>
              <p:nvPr/>
            </p:nvCxnSpPr>
            <p:spPr bwMode="auto">
              <a:xfrm rot="5400000">
                <a:off x="594520"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963" name="Straight Connector 991">
                <a:extLst>
                  <a:ext uri="{FF2B5EF4-FFF2-40B4-BE49-F238E27FC236}">
                    <a16:creationId xmlns:a16="http://schemas.microsoft.com/office/drawing/2014/main" id="{B46FEE9E-BAD2-BF1B-DEEF-22BA099A243F}"/>
                  </a:ext>
                </a:extLst>
              </p:cNvPr>
              <p:cNvCxnSpPr>
                <a:cxnSpLocks noChangeShapeType="1"/>
              </p:cNvCxnSpPr>
              <p:nvPr/>
            </p:nvCxnSpPr>
            <p:spPr bwMode="auto">
              <a:xfrm rot="5400000">
                <a:off x="690828"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964" name="Straight Connector 992">
                <a:extLst>
                  <a:ext uri="{FF2B5EF4-FFF2-40B4-BE49-F238E27FC236}">
                    <a16:creationId xmlns:a16="http://schemas.microsoft.com/office/drawing/2014/main" id="{1F830E55-2B30-8839-4A92-C48EA5FB595B}"/>
                  </a:ext>
                </a:extLst>
              </p:cNvPr>
              <p:cNvCxnSpPr>
                <a:cxnSpLocks noChangeShapeType="1"/>
              </p:cNvCxnSpPr>
              <p:nvPr/>
            </p:nvCxnSpPr>
            <p:spPr bwMode="auto">
              <a:xfrm rot="5400000">
                <a:off x="787136"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965" name="Straight Connector 993">
                <a:extLst>
                  <a:ext uri="{FF2B5EF4-FFF2-40B4-BE49-F238E27FC236}">
                    <a16:creationId xmlns:a16="http://schemas.microsoft.com/office/drawing/2014/main" id="{251BA3C2-7B76-7BDE-812C-12DDDC12572B}"/>
                  </a:ext>
                </a:extLst>
              </p:cNvPr>
              <p:cNvCxnSpPr>
                <a:cxnSpLocks noChangeShapeType="1"/>
              </p:cNvCxnSpPr>
              <p:nvPr/>
            </p:nvCxnSpPr>
            <p:spPr bwMode="auto">
              <a:xfrm rot="5400000">
                <a:off x="1229520"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966" name="Straight Connector 994">
                <a:extLst>
                  <a:ext uri="{FF2B5EF4-FFF2-40B4-BE49-F238E27FC236}">
                    <a16:creationId xmlns:a16="http://schemas.microsoft.com/office/drawing/2014/main" id="{D725D2B8-BF7A-F542-62CE-E1439B01C85A}"/>
                  </a:ext>
                </a:extLst>
              </p:cNvPr>
              <p:cNvCxnSpPr>
                <a:cxnSpLocks noChangeShapeType="1"/>
              </p:cNvCxnSpPr>
              <p:nvPr/>
            </p:nvCxnSpPr>
            <p:spPr bwMode="auto">
              <a:xfrm rot="5400000">
                <a:off x="1324770"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967" name="Straight Connector 995">
                <a:extLst>
                  <a:ext uri="{FF2B5EF4-FFF2-40B4-BE49-F238E27FC236}">
                    <a16:creationId xmlns:a16="http://schemas.microsoft.com/office/drawing/2014/main" id="{9F4C94B2-1DB6-42CA-7CE2-39C162810298}"/>
                  </a:ext>
                </a:extLst>
              </p:cNvPr>
              <p:cNvCxnSpPr>
                <a:cxnSpLocks noChangeShapeType="1"/>
              </p:cNvCxnSpPr>
              <p:nvPr/>
            </p:nvCxnSpPr>
            <p:spPr bwMode="auto">
              <a:xfrm rot="5400000">
                <a:off x="1420020"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968" name="Straight Connector 996">
                <a:extLst>
                  <a:ext uri="{FF2B5EF4-FFF2-40B4-BE49-F238E27FC236}">
                    <a16:creationId xmlns:a16="http://schemas.microsoft.com/office/drawing/2014/main" id="{73B8074E-A190-AA87-7F5C-84BE1006C36E}"/>
                  </a:ext>
                </a:extLst>
              </p:cNvPr>
              <p:cNvCxnSpPr>
                <a:cxnSpLocks noChangeShapeType="1"/>
              </p:cNvCxnSpPr>
              <p:nvPr/>
            </p:nvCxnSpPr>
            <p:spPr bwMode="auto">
              <a:xfrm rot="5400000">
                <a:off x="883445"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969" name="Straight Connector 997">
                <a:extLst>
                  <a:ext uri="{FF2B5EF4-FFF2-40B4-BE49-F238E27FC236}">
                    <a16:creationId xmlns:a16="http://schemas.microsoft.com/office/drawing/2014/main" id="{10588126-C214-4870-2C8E-F7CD49FF1790}"/>
                  </a:ext>
                </a:extLst>
              </p:cNvPr>
              <p:cNvCxnSpPr>
                <a:cxnSpLocks noChangeShapeType="1"/>
              </p:cNvCxnSpPr>
              <p:nvPr/>
            </p:nvCxnSpPr>
            <p:spPr bwMode="auto">
              <a:xfrm rot="5400000">
                <a:off x="1134270"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sp>
            <p:nvSpPr>
              <p:cNvPr id="970" name="TextBox 998">
                <a:extLst>
                  <a:ext uri="{FF2B5EF4-FFF2-40B4-BE49-F238E27FC236}">
                    <a16:creationId xmlns:a16="http://schemas.microsoft.com/office/drawing/2014/main" id="{2D87094F-9E48-FA08-635C-8ED68E8BEB98}"/>
                  </a:ext>
                </a:extLst>
              </p:cNvPr>
              <p:cNvSpPr txBox="1">
                <a:spLocks noChangeArrowheads="1"/>
              </p:cNvSpPr>
              <p:nvPr/>
            </p:nvSpPr>
            <p:spPr bwMode="auto">
              <a:xfrm>
                <a:off x="917575" y="1838325"/>
                <a:ext cx="29767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r>
                  <a:rPr lang="en-US" altLang="zh-CN" sz="1200">
                    <a:solidFill>
                      <a:srgbClr val="717F9F"/>
                    </a:solidFill>
                    <a:latin typeface="Arial" panose="020B0604020202020204" pitchFamily="34" charset="0"/>
                    <a:ea typeface="MS PGothic" panose="020B0600070205080204" pitchFamily="34" charset="-128"/>
                  </a:rPr>
                  <a:t>…</a:t>
                </a:r>
              </a:p>
            </p:txBody>
          </p:sp>
        </p:grpSp>
      </p:grpSp>
      <p:grpSp>
        <p:nvGrpSpPr>
          <p:cNvPr id="989" name="Group 1017">
            <a:extLst>
              <a:ext uri="{FF2B5EF4-FFF2-40B4-BE49-F238E27FC236}">
                <a16:creationId xmlns:a16="http://schemas.microsoft.com/office/drawing/2014/main" id="{8E6D7DE1-FCAE-C5C9-2569-B91DE1449F99}"/>
              </a:ext>
            </a:extLst>
          </p:cNvPr>
          <p:cNvGrpSpPr/>
          <p:nvPr/>
        </p:nvGrpSpPr>
        <p:grpSpPr bwMode="auto">
          <a:xfrm>
            <a:off x="742066" y="4613194"/>
            <a:ext cx="3157538" cy="284162"/>
            <a:chOff x="656433" y="2706158"/>
            <a:chExt cx="3158860" cy="285466"/>
          </a:xfrm>
        </p:grpSpPr>
        <p:grpSp>
          <p:nvGrpSpPr>
            <p:cNvPr id="990" name="Group 945">
              <a:extLst>
                <a:ext uri="{FF2B5EF4-FFF2-40B4-BE49-F238E27FC236}">
                  <a16:creationId xmlns:a16="http://schemas.microsoft.com/office/drawing/2014/main" id="{B76BB769-11F1-1B45-F850-42237D338835}"/>
                </a:ext>
              </a:extLst>
            </p:cNvPr>
            <p:cNvGrpSpPr/>
            <p:nvPr/>
          </p:nvGrpSpPr>
          <p:grpSpPr bwMode="auto">
            <a:xfrm>
              <a:off x="2989000" y="2714624"/>
              <a:ext cx="826293" cy="276999"/>
              <a:chOff x="656433" y="1838325"/>
              <a:chExt cx="826293" cy="276999"/>
            </a:xfrm>
          </p:grpSpPr>
          <p:cxnSp>
            <p:nvCxnSpPr>
              <p:cNvPr id="1011" name="Straight Connector 1039">
                <a:extLst>
                  <a:ext uri="{FF2B5EF4-FFF2-40B4-BE49-F238E27FC236}">
                    <a16:creationId xmlns:a16="http://schemas.microsoft.com/office/drawing/2014/main" id="{B93D23DA-DAE6-6815-DADB-82CF36650E51}"/>
                  </a:ext>
                </a:extLst>
              </p:cNvPr>
              <p:cNvCxnSpPr>
                <a:cxnSpLocks noChangeShapeType="1"/>
              </p:cNvCxnSpPr>
              <p:nvPr/>
            </p:nvCxnSpPr>
            <p:spPr bwMode="auto">
              <a:xfrm rot="5400000">
                <a:off x="594520"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1012" name="Straight Connector 1040">
                <a:extLst>
                  <a:ext uri="{FF2B5EF4-FFF2-40B4-BE49-F238E27FC236}">
                    <a16:creationId xmlns:a16="http://schemas.microsoft.com/office/drawing/2014/main" id="{4394B5CD-1A5D-5FDF-BEAF-8A10B115E8C5}"/>
                  </a:ext>
                </a:extLst>
              </p:cNvPr>
              <p:cNvCxnSpPr>
                <a:cxnSpLocks noChangeShapeType="1"/>
              </p:cNvCxnSpPr>
              <p:nvPr/>
            </p:nvCxnSpPr>
            <p:spPr bwMode="auto">
              <a:xfrm rot="5400000">
                <a:off x="690828"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1013" name="Straight Connector 1041">
                <a:extLst>
                  <a:ext uri="{FF2B5EF4-FFF2-40B4-BE49-F238E27FC236}">
                    <a16:creationId xmlns:a16="http://schemas.microsoft.com/office/drawing/2014/main" id="{20AA7191-41AD-5FB3-7913-0D789DEA17B0}"/>
                  </a:ext>
                </a:extLst>
              </p:cNvPr>
              <p:cNvCxnSpPr>
                <a:cxnSpLocks noChangeShapeType="1"/>
              </p:cNvCxnSpPr>
              <p:nvPr/>
            </p:nvCxnSpPr>
            <p:spPr bwMode="auto">
              <a:xfrm rot="5400000">
                <a:off x="787136"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1014" name="Straight Connector 1042">
                <a:extLst>
                  <a:ext uri="{FF2B5EF4-FFF2-40B4-BE49-F238E27FC236}">
                    <a16:creationId xmlns:a16="http://schemas.microsoft.com/office/drawing/2014/main" id="{436BC91E-2C02-2D7A-E956-3996265B8132}"/>
                  </a:ext>
                </a:extLst>
              </p:cNvPr>
              <p:cNvCxnSpPr>
                <a:cxnSpLocks noChangeShapeType="1"/>
              </p:cNvCxnSpPr>
              <p:nvPr/>
            </p:nvCxnSpPr>
            <p:spPr bwMode="auto">
              <a:xfrm rot="5400000">
                <a:off x="1229520"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1015" name="Straight Connector 1043">
                <a:extLst>
                  <a:ext uri="{FF2B5EF4-FFF2-40B4-BE49-F238E27FC236}">
                    <a16:creationId xmlns:a16="http://schemas.microsoft.com/office/drawing/2014/main" id="{3BA73C93-754E-AFFE-575E-B383D23CE413}"/>
                  </a:ext>
                </a:extLst>
              </p:cNvPr>
              <p:cNvCxnSpPr>
                <a:cxnSpLocks noChangeShapeType="1"/>
              </p:cNvCxnSpPr>
              <p:nvPr/>
            </p:nvCxnSpPr>
            <p:spPr bwMode="auto">
              <a:xfrm rot="5400000">
                <a:off x="1324770"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1016" name="Straight Connector 1044">
                <a:extLst>
                  <a:ext uri="{FF2B5EF4-FFF2-40B4-BE49-F238E27FC236}">
                    <a16:creationId xmlns:a16="http://schemas.microsoft.com/office/drawing/2014/main" id="{DFDD8922-28CD-6C8E-6F0C-3C2E95079D43}"/>
                  </a:ext>
                </a:extLst>
              </p:cNvPr>
              <p:cNvCxnSpPr>
                <a:cxnSpLocks noChangeShapeType="1"/>
              </p:cNvCxnSpPr>
              <p:nvPr/>
            </p:nvCxnSpPr>
            <p:spPr bwMode="auto">
              <a:xfrm rot="5400000">
                <a:off x="1420020"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1017" name="Straight Connector 1045">
                <a:extLst>
                  <a:ext uri="{FF2B5EF4-FFF2-40B4-BE49-F238E27FC236}">
                    <a16:creationId xmlns:a16="http://schemas.microsoft.com/office/drawing/2014/main" id="{6B74DB4D-3AA6-E480-029B-0EC8E83A3C17}"/>
                  </a:ext>
                </a:extLst>
              </p:cNvPr>
              <p:cNvCxnSpPr>
                <a:cxnSpLocks noChangeShapeType="1"/>
              </p:cNvCxnSpPr>
              <p:nvPr/>
            </p:nvCxnSpPr>
            <p:spPr bwMode="auto">
              <a:xfrm rot="5400000">
                <a:off x="883445"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1018" name="Straight Connector 1046">
                <a:extLst>
                  <a:ext uri="{FF2B5EF4-FFF2-40B4-BE49-F238E27FC236}">
                    <a16:creationId xmlns:a16="http://schemas.microsoft.com/office/drawing/2014/main" id="{47CEA915-D972-EFF0-AA56-3488B546F89F}"/>
                  </a:ext>
                </a:extLst>
              </p:cNvPr>
              <p:cNvCxnSpPr>
                <a:cxnSpLocks noChangeShapeType="1"/>
              </p:cNvCxnSpPr>
              <p:nvPr/>
            </p:nvCxnSpPr>
            <p:spPr bwMode="auto">
              <a:xfrm rot="5400000">
                <a:off x="1134270"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sp>
            <p:nvSpPr>
              <p:cNvPr id="1019" name="TextBox 1047">
                <a:extLst>
                  <a:ext uri="{FF2B5EF4-FFF2-40B4-BE49-F238E27FC236}">
                    <a16:creationId xmlns:a16="http://schemas.microsoft.com/office/drawing/2014/main" id="{AA55F99C-33E6-FF76-3580-A0061521AB1D}"/>
                  </a:ext>
                </a:extLst>
              </p:cNvPr>
              <p:cNvSpPr txBox="1">
                <a:spLocks noChangeArrowheads="1"/>
              </p:cNvSpPr>
              <p:nvPr/>
            </p:nvSpPr>
            <p:spPr bwMode="auto">
              <a:xfrm>
                <a:off x="917575" y="1838325"/>
                <a:ext cx="29767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r>
                  <a:rPr lang="en-US" altLang="zh-CN" sz="1200">
                    <a:solidFill>
                      <a:srgbClr val="717F9F"/>
                    </a:solidFill>
                    <a:latin typeface="Arial" panose="020B0604020202020204" pitchFamily="34" charset="0"/>
                    <a:ea typeface="MS PGothic" panose="020B0600070205080204" pitchFamily="34" charset="-128"/>
                  </a:rPr>
                  <a:t>…</a:t>
                </a:r>
              </a:p>
            </p:txBody>
          </p:sp>
        </p:grpSp>
        <p:grpSp>
          <p:nvGrpSpPr>
            <p:cNvPr id="991" name="Group 955">
              <a:extLst>
                <a:ext uri="{FF2B5EF4-FFF2-40B4-BE49-F238E27FC236}">
                  <a16:creationId xmlns:a16="http://schemas.microsoft.com/office/drawing/2014/main" id="{F8AF3298-4596-3EC9-9E82-DCB96F8AC2CF}"/>
                </a:ext>
              </a:extLst>
            </p:cNvPr>
            <p:cNvGrpSpPr/>
            <p:nvPr/>
          </p:nvGrpSpPr>
          <p:grpSpPr bwMode="auto">
            <a:xfrm>
              <a:off x="1829066" y="2714625"/>
              <a:ext cx="826293" cy="276999"/>
              <a:chOff x="656433" y="1838325"/>
              <a:chExt cx="826293" cy="276999"/>
            </a:xfrm>
          </p:grpSpPr>
          <p:cxnSp>
            <p:nvCxnSpPr>
              <p:cNvPr id="1002" name="Straight Connector 1030">
                <a:extLst>
                  <a:ext uri="{FF2B5EF4-FFF2-40B4-BE49-F238E27FC236}">
                    <a16:creationId xmlns:a16="http://schemas.microsoft.com/office/drawing/2014/main" id="{700E0CF7-4835-6B45-6E5C-6D97E2FEFA77}"/>
                  </a:ext>
                </a:extLst>
              </p:cNvPr>
              <p:cNvCxnSpPr>
                <a:cxnSpLocks noChangeShapeType="1"/>
              </p:cNvCxnSpPr>
              <p:nvPr/>
            </p:nvCxnSpPr>
            <p:spPr bwMode="auto">
              <a:xfrm rot="5400000">
                <a:off x="594520"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1003" name="Straight Connector 1031">
                <a:extLst>
                  <a:ext uri="{FF2B5EF4-FFF2-40B4-BE49-F238E27FC236}">
                    <a16:creationId xmlns:a16="http://schemas.microsoft.com/office/drawing/2014/main" id="{0796742B-7DBF-5F32-8697-AC44A94F4924}"/>
                  </a:ext>
                </a:extLst>
              </p:cNvPr>
              <p:cNvCxnSpPr>
                <a:cxnSpLocks noChangeShapeType="1"/>
              </p:cNvCxnSpPr>
              <p:nvPr/>
            </p:nvCxnSpPr>
            <p:spPr bwMode="auto">
              <a:xfrm rot="5400000">
                <a:off x="690828"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1004" name="Straight Connector 1032">
                <a:extLst>
                  <a:ext uri="{FF2B5EF4-FFF2-40B4-BE49-F238E27FC236}">
                    <a16:creationId xmlns:a16="http://schemas.microsoft.com/office/drawing/2014/main" id="{91BB87ED-3C0E-7D86-CD64-6917F0BABAE6}"/>
                  </a:ext>
                </a:extLst>
              </p:cNvPr>
              <p:cNvCxnSpPr>
                <a:cxnSpLocks noChangeShapeType="1"/>
              </p:cNvCxnSpPr>
              <p:nvPr/>
            </p:nvCxnSpPr>
            <p:spPr bwMode="auto">
              <a:xfrm rot="5400000">
                <a:off x="787136"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1005" name="Straight Connector 1033">
                <a:extLst>
                  <a:ext uri="{FF2B5EF4-FFF2-40B4-BE49-F238E27FC236}">
                    <a16:creationId xmlns:a16="http://schemas.microsoft.com/office/drawing/2014/main" id="{AEC8A3C6-3D97-3F22-CD7D-786115084257}"/>
                  </a:ext>
                </a:extLst>
              </p:cNvPr>
              <p:cNvCxnSpPr>
                <a:cxnSpLocks noChangeShapeType="1"/>
              </p:cNvCxnSpPr>
              <p:nvPr/>
            </p:nvCxnSpPr>
            <p:spPr bwMode="auto">
              <a:xfrm rot="5400000">
                <a:off x="1229520"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1006" name="Straight Connector 1034">
                <a:extLst>
                  <a:ext uri="{FF2B5EF4-FFF2-40B4-BE49-F238E27FC236}">
                    <a16:creationId xmlns:a16="http://schemas.microsoft.com/office/drawing/2014/main" id="{520224D1-0BD5-D211-EDF5-65C6AD3AB76B}"/>
                  </a:ext>
                </a:extLst>
              </p:cNvPr>
              <p:cNvCxnSpPr>
                <a:cxnSpLocks noChangeShapeType="1"/>
              </p:cNvCxnSpPr>
              <p:nvPr/>
            </p:nvCxnSpPr>
            <p:spPr bwMode="auto">
              <a:xfrm rot="5400000">
                <a:off x="1324770"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1007" name="Straight Connector 1035">
                <a:extLst>
                  <a:ext uri="{FF2B5EF4-FFF2-40B4-BE49-F238E27FC236}">
                    <a16:creationId xmlns:a16="http://schemas.microsoft.com/office/drawing/2014/main" id="{2627EEA4-97AD-6EF1-C4C5-CD40BA2DA879}"/>
                  </a:ext>
                </a:extLst>
              </p:cNvPr>
              <p:cNvCxnSpPr>
                <a:cxnSpLocks noChangeShapeType="1"/>
              </p:cNvCxnSpPr>
              <p:nvPr/>
            </p:nvCxnSpPr>
            <p:spPr bwMode="auto">
              <a:xfrm rot="5400000">
                <a:off x="1420020"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1008" name="Straight Connector 1036">
                <a:extLst>
                  <a:ext uri="{FF2B5EF4-FFF2-40B4-BE49-F238E27FC236}">
                    <a16:creationId xmlns:a16="http://schemas.microsoft.com/office/drawing/2014/main" id="{A7DED616-A5E7-37A3-50B1-E31EA306E668}"/>
                  </a:ext>
                </a:extLst>
              </p:cNvPr>
              <p:cNvCxnSpPr>
                <a:cxnSpLocks noChangeShapeType="1"/>
              </p:cNvCxnSpPr>
              <p:nvPr/>
            </p:nvCxnSpPr>
            <p:spPr bwMode="auto">
              <a:xfrm rot="5400000">
                <a:off x="883445"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1009" name="Straight Connector 1037">
                <a:extLst>
                  <a:ext uri="{FF2B5EF4-FFF2-40B4-BE49-F238E27FC236}">
                    <a16:creationId xmlns:a16="http://schemas.microsoft.com/office/drawing/2014/main" id="{20E8477F-1544-55AD-8D24-8D654C60AA6C}"/>
                  </a:ext>
                </a:extLst>
              </p:cNvPr>
              <p:cNvCxnSpPr>
                <a:cxnSpLocks noChangeShapeType="1"/>
              </p:cNvCxnSpPr>
              <p:nvPr/>
            </p:nvCxnSpPr>
            <p:spPr bwMode="auto">
              <a:xfrm rot="5400000">
                <a:off x="1134270"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sp>
            <p:nvSpPr>
              <p:cNvPr id="1010" name="TextBox 1038">
                <a:extLst>
                  <a:ext uri="{FF2B5EF4-FFF2-40B4-BE49-F238E27FC236}">
                    <a16:creationId xmlns:a16="http://schemas.microsoft.com/office/drawing/2014/main" id="{50ACDF83-B085-3B56-B768-2E11B9F68ABB}"/>
                  </a:ext>
                </a:extLst>
              </p:cNvPr>
              <p:cNvSpPr txBox="1">
                <a:spLocks noChangeArrowheads="1"/>
              </p:cNvSpPr>
              <p:nvPr/>
            </p:nvSpPr>
            <p:spPr bwMode="auto">
              <a:xfrm>
                <a:off x="917575" y="1838325"/>
                <a:ext cx="29767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r>
                  <a:rPr lang="en-US" altLang="zh-CN" sz="1200">
                    <a:solidFill>
                      <a:srgbClr val="717F9F"/>
                    </a:solidFill>
                    <a:latin typeface="Arial" panose="020B0604020202020204" pitchFamily="34" charset="0"/>
                    <a:ea typeface="MS PGothic" panose="020B0600070205080204" pitchFamily="34" charset="-128"/>
                  </a:rPr>
                  <a:t>…</a:t>
                </a:r>
              </a:p>
            </p:txBody>
          </p:sp>
        </p:grpSp>
        <p:grpSp>
          <p:nvGrpSpPr>
            <p:cNvPr id="992" name="Group 965">
              <a:extLst>
                <a:ext uri="{FF2B5EF4-FFF2-40B4-BE49-F238E27FC236}">
                  <a16:creationId xmlns:a16="http://schemas.microsoft.com/office/drawing/2014/main" id="{D234A07A-4407-7204-3B95-5527B9A4B488}"/>
                </a:ext>
              </a:extLst>
            </p:cNvPr>
            <p:cNvGrpSpPr/>
            <p:nvPr/>
          </p:nvGrpSpPr>
          <p:grpSpPr bwMode="auto">
            <a:xfrm>
              <a:off x="656433" y="2706158"/>
              <a:ext cx="826293" cy="276999"/>
              <a:chOff x="656433" y="1838325"/>
              <a:chExt cx="826293" cy="276999"/>
            </a:xfrm>
          </p:grpSpPr>
          <p:cxnSp>
            <p:nvCxnSpPr>
              <p:cNvPr id="993" name="Straight Connector 1021">
                <a:extLst>
                  <a:ext uri="{FF2B5EF4-FFF2-40B4-BE49-F238E27FC236}">
                    <a16:creationId xmlns:a16="http://schemas.microsoft.com/office/drawing/2014/main" id="{90FCB4C3-5B7C-73B0-1790-6632D9A2E004}"/>
                  </a:ext>
                </a:extLst>
              </p:cNvPr>
              <p:cNvCxnSpPr>
                <a:cxnSpLocks noChangeShapeType="1"/>
              </p:cNvCxnSpPr>
              <p:nvPr/>
            </p:nvCxnSpPr>
            <p:spPr bwMode="auto">
              <a:xfrm rot="5400000">
                <a:off x="594520"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994" name="Straight Connector 1022">
                <a:extLst>
                  <a:ext uri="{FF2B5EF4-FFF2-40B4-BE49-F238E27FC236}">
                    <a16:creationId xmlns:a16="http://schemas.microsoft.com/office/drawing/2014/main" id="{1D5C2942-455A-6457-3787-AE7D701F28B0}"/>
                  </a:ext>
                </a:extLst>
              </p:cNvPr>
              <p:cNvCxnSpPr>
                <a:cxnSpLocks noChangeShapeType="1"/>
              </p:cNvCxnSpPr>
              <p:nvPr/>
            </p:nvCxnSpPr>
            <p:spPr bwMode="auto">
              <a:xfrm rot="5400000">
                <a:off x="690828"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995" name="Straight Connector 1023">
                <a:extLst>
                  <a:ext uri="{FF2B5EF4-FFF2-40B4-BE49-F238E27FC236}">
                    <a16:creationId xmlns:a16="http://schemas.microsoft.com/office/drawing/2014/main" id="{5E8977DC-3310-DF39-0362-A24DB11C7191}"/>
                  </a:ext>
                </a:extLst>
              </p:cNvPr>
              <p:cNvCxnSpPr>
                <a:cxnSpLocks noChangeShapeType="1"/>
              </p:cNvCxnSpPr>
              <p:nvPr/>
            </p:nvCxnSpPr>
            <p:spPr bwMode="auto">
              <a:xfrm rot="5400000">
                <a:off x="787136"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996" name="Straight Connector 1024">
                <a:extLst>
                  <a:ext uri="{FF2B5EF4-FFF2-40B4-BE49-F238E27FC236}">
                    <a16:creationId xmlns:a16="http://schemas.microsoft.com/office/drawing/2014/main" id="{E42F07E9-50D0-FCC8-731D-41F3FDBCE03E}"/>
                  </a:ext>
                </a:extLst>
              </p:cNvPr>
              <p:cNvCxnSpPr>
                <a:cxnSpLocks noChangeShapeType="1"/>
              </p:cNvCxnSpPr>
              <p:nvPr/>
            </p:nvCxnSpPr>
            <p:spPr bwMode="auto">
              <a:xfrm rot="5400000">
                <a:off x="1229520"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997" name="Straight Connector 1025">
                <a:extLst>
                  <a:ext uri="{FF2B5EF4-FFF2-40B4-BE49-F238E27FC236}">
                    <a16:creationId xmlns:a16="http://schemas.microsoft.com/office/drawing/2014/main" id="{2047A254-8D6F-ECBF-AEE7-EA975C90F7D2}"/>
                  </a:ext>
                </a:extLst>
              </p:cNvPr>
              <p:cNvCxnSpPr>
                <a:cxnSpLocks noChangeShapeType="1"/>
              </p:cNvCxnSpPr>
              <p:nvPr/>
            </p:nvCxnSpPr>
            <p:spPr bwMode="auto">
              <a:xfrm rot="5400000">
                <a:off x="1324770"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998" name="Straight Connector 1026">
                <a:extLst>
                  <a:ext uri="{FF2B5EF4-FFF2-40B4-BE49-F238E27FC236}">
                    <a16:creationId xmlns:a16="http://schemas.microsoft.com/office/drawing/2014/main" id="{F329532D-3671-304E-C369-8FEC73BD8CB3}"/>
                  </a:ext>
                </a:extLst>
              </p:cNvPr>
              <p:cNvCxnSpPr>
                <a:cxnSpLocks noChangeShapeType="1"/>
              </p:cNvCxnSpPr>
              <p:nvPr/>
            </p:nvCxnSpPr>
            <p:spPr bwMode="auto">
              <a:xfrm rot="5400000">
                <a:off x="1420020"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999" name="Straight Connector 1027">
                <a:extLst>
                  <a:ext uri="{FF2B5EF4-FFF2-40B4-BE49-F238E27FC236}">
                    <a16:creationId xmlns:a16="http://schemas.microsoft.com/office/drawing/2014/main" id="{5A98244D-9C86-3AE2-D62D-7DCA3A280DC8}"/>
                  </a:ext>
                </a:extLst>
              </p:cNvPr>
              <p:cNvCxnSpPr>
                <a:cxnSpLocks noChangeShapeType="1"/>
              </p:cNvCxnSpPr>
              <p:nvPr/>
            </p:nvCxnSpPr>
            <p:spPr bwMode="auto">
              <a:xfrm rot="5400000">
                <a:off x="883445"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1000" name="Straight Connector 1028">
                <a:extLst>
                  <a:ext uri="{FF2B5EF4-FFF2-40B4-BE49-F238E27FC236}">
                    <a16:creationId xmlns:a16="http://schemas.microsoft.com/office/drawing/2014/main" id="{53C343E7-0BFA-FC52-C1FD-FA50027177FB}"/>
                  </a:ext>
                </a:extLst>
              </p:cNvPr>
              <p:cNvCxnSpPr>
                <a:cxnSpLocks noChangeShapeType="1"/>
              </p:cNvCxnSpPr>
              <p:nvPr/>
            </p:nvCxnSpPr>
            <p:spPr bwMode="auto">
              <a:xfrm rot="5400000">
                <a:off x="1134270"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sp>
            <p:nvSpPr>
              <p:cNvPr id="1001" name="TextBox 1029">
                <a:extLst>
                  <a:ext uri="{FF2B5EF4-FFF2-40B4-BE49-F238E27FC236}">
                    <a16:creationId xmlns:a16="http://schemas.microsoft.com/office/drawing/2014/main" id="{DCBB0A14-41D2-A64A-3924-37FBEAEF1614}"/>
                  </a:ext>
                </a:extLst>
              </p:cNvPr>
              <p:cNvSpPr txBox="1">
                <a:spLocks noChangeArrowheads="1"/>
              </p:cNvSpPr>
              <p:nvPr/>
            </p:nvSpPr>
            <p:spPr bwMode="auto">
              <a:xfrm>
                <a:off x="917575" y="1838325"/>
                <a:ext cx="29767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r>
                  <a:rPr lang="en-US" altLang="zh-CN" sz="1200">
                    <a:solidFill>
                      <a:srgbClr val="717F9F"/>
                    </a:solidFill>
                    <a:latin typeface="Arial" panose="020B0604020202020204" pitchFamily="34" charset="0"/>
                    <a:ea typeface="MS PGothic" panose="020B0600070205080204" pitchFamily="34" charset="-128"/>
                  </a:rPr>
                  <a:t>…</a:t>
                </a:r>
              </a:p>
            </p:txBody>
          </p:sp>
        </p:grpSp>
      </p:grpSp>
      <p:grpSp>
        <p:nvGrpSpPr>
          <p:cNvPr id="1020" name="Group 1048">
            <a:extLst>
              <a:ext uri="{FF2B5EF4-FFF2-40B4-BE49-F238E27FC236}">
                <a16:creationId xmlns:a16="http://schemas.microsoft.com/office/drawing/2014/main" id="{8DE07899-4CB3-78F8-FD27-C7D0915A6490}"/>
              </a:ext>
            </a:extLst>
          </p:cNvPr>
          <p:cNvGrpSpPr/>
          <p:nvPr/>
        </p:nvGrpSpPr>
        <p:grpSpPr bwMode="auto">
          <a:xfrm>
            <a:off x="742066" y="5483144"/>
            <a:ext cx="3157538" cy="284162"/>
            <a:chOff x="656433" y="2706158"/>
            <a:chExt cx="3158860" cy="285466"/>
          </a:xfrm>
        </p:grpSpPr>
        <p:grpSp>
          <p:nvGrpSpPr>
            <p:cNvPr id="1021" name="Group 945">
              <a:extLst>
                <a:ext uri="{FF2B5EF4-FFF2-40B4-BE49-F238E27FC236}">
                  <a16:creationId xmlns:a16="http://schemas.microsoft.com/office/drawing/2014/main" id="{B34BC180-B02B-894B-68EF-773D23F1FE0A}"/>
                </a:ext>
              </a:extLst>
            </p:cNvPr>
            <p:cNvGrpSpPr/>
            <p:nvPr/>
          </p:nvGrpSpPr>
          <p:grpSpPr bwMode="auto">
            <a:xfrm>
              <a:off x="2989000" y="2714624"/>
              <a:ext cx="826293" cy="276999"/>
              <a:chOff x="656433" y="1838325"/>
              <a:chExt cx="826293" cy="276999"/>
            </a:xfrm>
          </p:grpSpPr>
          <p:cxnSp>
            <p:nvCxnSpPr>
              <p:cNvPr id="1042" name="Straight Connector 1070">
                <a:extLst>
                  <a:ext uri="{FF2B5EF4-FFF2-40B4-BE49-F238E27FC236}">
                    <a16:creationId xmlns:a16="http://schemas.microsoft.com/office/drawing/2014/main" id="{88111767-1B2C-4949-4A93-E795FA817C9F}"/>
                  </a:ext>
                </a:extLst>
              </p:cNvPr>
              <p:cNvCxnSpPr>
                <a:cxnSpLocks noChangeShapeType="1"/>
              </p:cNvCxnSpPr>
              <p:nvPr/>
            </p:nvCxnSpPr>
            <p:spPr bwMode="auto">
              <a:xfrm rot="5400000">
                <a:off x="594520"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1043" name="Straight Connector 1071">
                <a:extLst>
                  <a:ext uri="{FF2B5EF4-FFF2-40B4-BE49-F238E27FC236}">
                    <a16:creationId xmlns:a16="http://schemas.microsoft.com/office/drawing/2014/main" id="{0F4B1CF6-0CCD-C826-E28E-6D721E10F160}"/>
                  </a:ext>
                </a:extLst>
              </p:cNvPr>
              <p:cNvCxnSpPr>
                <a:cxnSpLocks noChangeShapeType="1"/>
              </p:cNvCxnSpPr>
              <p:nvPr/>
            </p:nvCxnSpPr>
            <p:spPr bwMode="auto">
              <a:xfrm rot="5400000">
                <a:off x="690828"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1044" name="Straight Connector 1072">
                <a:extLst>
                  <a:ext uri="{FF2B5EF4-FFF2-40B4-BE49-F238E27FC236}">
                    <a16:creationId xmlns:a16="http://schemas.microsoft.com/office/drawing/2014/main" id="{106BFB15-3698-442D-ED7A-BBD8C1D1382F}"/>
                  </a:ext>
                </a:extLst>
              </p:cNvPr>
              <p:cNvCxnSpPr>
                <a:cxnSpLocks noChangeShapeType="1"/>
              </p:cNvCxnSpPr>
              <p:nvPr/>
            </p:nvCxnSpPr>
            <p:spPr bwMode="auto">
              <a:xfrm rot="5400000">
                <a:off x="787136"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1045" name="Straight Connector 1073">
                <a:extLst>
                  <a:ext uri="{FF2B5EF4-FFF2-40B4-BE49-F238E27FC236}">
                    <a16:creationId xmlns:a16="http://schemas.microsoft.com/office/drawing/2014/main" id="{19A24654-6C36-AD3B-2FC9-14469C3026B6}"/>
                  </a:ext>
                </a:extLst>
              </p:cNvPr>
              <p:cNvCxnSpPr>
                <a:cxnSpLocks noChangeShapeType="1"/>
              </p:cNvCxnSpPr>
              <p:nvPr/>
            </p:nvCxnSpPr>
            <p:spPr bwMode="auto">
              <a:xfrm rot="5400000">
                <a:off x="1229520"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1046" name="Straight Connector 1074">
                <a:extLst>
                  <a:ext uri="{FF2B5EF4-FFF2-40B4-BE49-F238E27FC236}">
                    <a16:creationId xmlns:a16="http://schemas.microsoft.com/office/drawing/2014/main" id="{CF6C3663-A5E3-AD5D-142E-D993F2AB9C32}"/>
                  </a:ext>
                </a:extLst>
              </p:cNvPr>
              <p:cNvCxnSpPr>
                <a:cxnSpLocks noChangeShapeType="1"/>
              </p:cNvCxnSpPr>
              <p:nvPr/>
            </p:nvCxnSpPr>
            <p:spPr bwMode="auto">
              <a:xfrm rot="5400000">
                <a:off x="1324770"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1047" name="Straight Connector 1075">
                <a:extLst>
                  <a:ext uri="{FF2B5EF4-FFF2-40B4-BE49-F238E27FC236}">
                    <a16:creationId xmlns:a16="http://schemas.microsoft.com/office/drawing/2014/main" id="{D4D0AB01-53BC-FA2E-5629-5F86D020FEDC}"/>
                  </a:ext>
                </a:extLst>
              </p:cNvPr>
              <p:cNvCxnSpPr>
                <a:cxnSpLocks noChangeShapeType="1"/>
              </p:cNvCxnSpPr>
              <p:nvPr/>
            </p:nvCxnSpPr>
            <p:spPr bwMode="auto">
              <a:xfrm rot="5400000">
                <a:off x="1420020"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1048" name="Straight Connector 1076">
                <a:extLst>
                  <a:ext uri="{FF2B5EF4-FFF2-40B4-BE49-F238E27FC236}">
                    <a16:creationId xmlns:a16="http://schemas.microsoft.com/office/drawing/2014/main" id="{16C7B532-556C-268D-0AE0-CDD1A75520A3}"/>
                  </a:ext>
                </a:extLst>
              </p:cNvPr>
              <p:cNvCxnSpPr>
                <a:cxnSpLocks noChangeShapeType="1"/>
              </p:cNvCxnSpPr>
              <p:nvPr/>
            </p:nvCxnSpPr>
            <p:spPr bwMode="auto">
              <a:xfrm rot="5400000">
                <a:off x="883445"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1049" name="Straight Connector 1077">
                <a:extLst>
                  <a:ext uri="{FF2B5EF4-FFF2-40B4-BE49-F238E27FC236}">
                    <a16:creationId xmlns:a16="http://schemas.microsoft.com/office/drawing/2014/main" id="{E720A7CF-A4BD-4826-4A0A-AE33AB7F7AC0}"/>
                  </a:ext>
                </a:extLst>
              </p:cNvPr>
              <p:cNvCxnSpPr>
                <a:cxnSpLocks noChangeShapeType="1"/>
              </p:cNvCxnSpPr>
              <p:nvPr/>
            </p:nvCxnSpPr>
            <p:spPr bwMode="auto">
              <a:xfrm rot="5400000">
                <a:off x="1134270"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sp>
            <p:nvSpPr>
              <p:cNvPr id="1050" name="TextBox 1078">
                <a:extLst>
                  <a:ext uri="{FF2B5EF4-FFF2-40B4-BE49-F238E27FC236}">
                    <a16:creationId xmlns:a16="http://schemas.microsoft.com/office/drawing/2014/main" id="{337B8DA8-8468-419F-746A-B4DAD90E861A}"/>
                  </a:ext>
                </a:extLst>
              </p:cNvPr>
              <p:cNvSpPr txBox="1">
                <a:spLocks noChangeArrowheads="1"/>
              </p:cNvSpPr>
              <p:nvPr/>
            </p:nvSpPr>
            <p:spPr bwMode="auto">
              <a:xfrm>
                <a:off x="917575" y="1838325"/>
                <a:ext cx="29767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r>
                  <a:rPr lang="en-US" altLang="zh-CN" sz="1200">
                    <a:solidFill>
                      <a:srgbClr val="717F9F"/>
                    </a:solidFill>
                    <a:latin typeface="Arial" panose="020B0604020202020204" pitchFamily="34" charset="0"/>
                    <a:ea typeface="MS PGothic" panose="020B0600070205080204" pitchFamily="34" charset="-128"/>
                  </a:rPr>
                  <a:t>…</a:t>
                </a:r>
              </a:p>
            </p:txBody>
          </p:sp>
        </p:grpSp>
        <p:grpSp>
          <p:nvGrpSpPr>
            <p:cNvPr id="1022" name="Group 955">
              <a:extLst>
                <a:ext uri="{FF2B5EF4-FFF2-40B4-BE49-F238E27FC236}">
                  <a16:creationId xmlns:a16="http://schemas.microsoft.com/office/drawing/2014/main" id="{D890762D-E0EE-5E78-C7E6-065173AD4612}"/>
                </a:ext>
              </a:extLst>
            </p:cNvPr>
            <p:cNvGrpSpPr/>
            <p:nvPr/>
          </p:nvGrpSpPr>
          <p:grpSpPr bwMode="auto">
            <a:xfrm>
              <a:off x="1829066" y="2714625"/>
              <a:ext cx="826293" cy="276999"/>
              <a:chOff x="656433" y="1838325"/>
              <a:chExt cx="826293" cy="276999"/>
            </a:xfrm>
          </p:grpSpPr>
          <p:cxnSp>
            <p:nvCxnSpPr>
              <p:cNvPr id="1033" name="Straight Connector 1061">
                <a:extLst>
                  <a:ext uri="{FF2B5EF4-FFF2-40B4-BE49-F238E27FC236}">
                    <a16:creationId xmlns:a16="http://schemas.microsoft.com/office/drawing/2014/main" id="{872457FB-75FD-ED8B-1579-2ED84ABEDE3D}"/>
                  </a:ext>
                </a:extLst>
              </p:cNvPr>
              <p:cNvCxnSpPr>
                <a:cxnSpLocks noChangeShapeType="1"/>
              </p:cNvCxnSpPr>
              <p:nvPr/>
            </p:nvCxnSpPr>
            <p:spPr bwMode="auto">
              <a:xfrm rot="5400000">
                <a:off x="594520"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1034" name="Straight Connector 1062">
                <a:extLst>
                  <a:ext uri="{FF2B5EF4-FFF2-40B4-BE49-F238E27FC236}">
                    <a16:creationId xmlns:a16="http://schemas.microsoft.com/office/drawing/2014/main" id="{702EC279-A0E9-6B87-4E6E-4F386D4913DB}"/>
                  </a:ext>
                </a:extLst>
              </p:cNvPr>
              <p:cNvCxnSpPr>
                <a:cxnSpLocks noChangeShapeType="1"/>
              </p:cNvCxnSpPr>
              <p:nvPr/>
            </p:nvCxnSpPr>
            <p:spPr bwMode="auto">
              <a:xfrm rot="5400000">
                <a:off x="690828"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1035" name="Straight Connector 1063">
                <a:extLst>
                  <a:ext uri="{FF2B5EF4-FFF2-40B4-BE49-F238E27FC236}">
                    <a16:creationId xmlns:a16="http://schemas.microsoft.com/office/drawing/2014/main" id="{F66C7859-BED9-EC71-3916-2DC959023B27}"/>
                  </a:ext>
                </a:extLst>
              </p:cNvPr>
              <p:cNvCxnSpPr>
                <a:cxnSpLocks noChangeShapeType="1"/>
              </p:cNvCxnSpPr>
              <p:nvPr/>
            </p:nvCxnSpPr>
            <p:spPr bwMode="auto">
              <a:xfrm rot="5400000">
                <a:off x="787136"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1036" name="Straight Connector 1064">
                <a:extLst>
                  <a:ext uri="{FF2B5EF4-FFF2-40B4-BE49-F238E27FC236}">
                    <a16:creationId xmlns:a16="http://schemas.microsoft.com/office/drawing/2014/main" id="{2798D384-960B-3716-9BF9-68245F98BAE1}"/>
                  </a:ext>
                </a:extLst>
              </p:cNvPr>
              <p:cNvCxnSpPr>
                <a:cxnSpLocks noChangeShapeType="1"/>
              </p:cNvCxnSpPr>
              <p:nvPr/>
            </p:nvCxnSpPr>
            <p:spPr bwMode="auto">
              <a:xfrm rot="5400000">
                <a:off x="1229520"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1037" name="Straight Connector 1065">
                <a:extLst>
                  <a:ext uri="{FF2B5EF4-FFF2-40B4-BE49-F238E27FC236}">
                    <a16:creationId xmlns:a16="http://schemas.microsoft.com/office/drawing/2014/main" id="{8610EDA1-E6EC-0555-DF93-62A9C0DD1CF5}"/>
                  </a:ext>
                </a:extLst>
              </p:cNvPr>
              <p:cNvCxnSpPr>
                <a:cxnSpLocks noChangeShapeType="1"/>
              </p:cNvCxnSpPr>
              <p:nvPr/>
            </p:nvCxnSpPr>
            <p:spPr bwMode="auto">
              <a:xfrm rot="5400000">
                <a:off x="1324770"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1038" name="Straight Connector 1066">
                <a:extLst>
                  <a:ext uri="{FF2B5EF4-FFF2-40B4-BE49-F238E27FC236}">
                    <a16:creationId xmlns:a16="http://schemas.microsoft.com/office/drawing/2014/main" id="{D8AA2308-93A0-E3F8-C0A6-DF35F65EC794}"/>
                  </a:ext>
                </a:extLst>
              </p:cNvPr>
              <p:cNvCxnSpPr>
                <a:cxnSpLocks noChangeShapeType="1"/>
              </p:cNvCxnSpPr>
              <p:nvPr/>
            </p:nvCxnSpPr>
            <p:spPr bwMode="auto">
              <a:xfrm rot="5400000">
                <a:off x="1420020"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1039" name="Straight Connector 1067">
                <a:extLst>
                  <a:ext uri="{FF2B5EF4-FFF2-40B4-BE49-F238E27FC236}">
                    <a16:creationId xmlns:a16="http://schemas.microsoft.com/office/drawing/2014/main" id="{32EEFA51-9D44-E0B3-446E-D44DD42CCE38}"/>
                  </a:ext>
                </a:extLst>
              </p:cNvPr>
              <p:cNvCxnSpPr>
                <a:cxnSpLocks noChangeShapeType="1"/>
              </p:cNvCxnSpPr>
              <p:nvPr/>
            </p:nvCxnSpPr>
            <p:spPr bwMode="auto">
              <a:xfrm rot="5400000">
                <a:off x="883445"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1040" name="Straight Connector 1068">
                <a:extLst>
                  <a:ext uri="{FF2B5EF4-FFF2-40B4-BE49-F238E27FC236}">
                    <a16:creationId xmlns:a16="http://schemas.microsoft.com/office/drawing/2014/main" id="{44A9938C-1EB7-321E-DE08-70CBFBBE587F}"/>
                  </a:ext>
                </a:extLst>
              </p:cNvPr>
              <p:cNvCxnSpPr>
                <a:cxnSpLocks noChangeShapeType="1"/>
              </p:cNvCxnSpPr>
              <p:nvPr/>
            </p:nvCxnSpPr>
            <p:spPr bwMode="auto">
              <a:xfrm rot="5400000">
                <a:off x="1134270"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sp>
            <p:nvSpPr>
              <p:cNvPr id="1041" name="TextBox 1069">
                <a:extLst>
                  <a:ext uri="{FF2B5EF4-FFF2-40B4-BE49-F238E27FC236}">
                    <a16:creationId xmlns:a16="http://schemas.microsoft.com/office/drawing/2014/main" id="{29F26182-7731-D60E-9150-0AD612D47FEA}"/>
                  </a:ext>
                </a:extLst>
              </p:cNvPr>
              <p:cNvSpPr txBox="1">
                <a:spLocks noChangeArrowheads="1"/>
              </p:cNvSpPr>
              <p:nvPr/>
            </p:nvSpPr>
            <p:spPr bwMode="auto">
              <a:xfrm>
                <a:off x="917575" y="1838325"/>
                <a:ext cx="29767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r>
                  <a:rPr lang="en-US" altLang="zh-CN" sz="1200">
                    <a:solidFill>
                      <a:srgbClr val="717F9F"/>
                    </a:solidFill>
                    <a:latin typeface="Arial" panose="020B0604020202020204" pitchFamily="34" charset="0"/>
                    <a:ea typeface="MS PGothic" panose="020B0600070205080204" pitchFamily="34" charset="-128"/>
                  </a:rPr>
                  <a:t>…</a:t>
                </a:r>
              </a:p>
            </p:txBody>
          </p:sp>
        </p:grpSp>
        <p:grpSp>
          <p:nvGrpSpPr>
            <p:cNvPr id="1023" name="Group 965">
              <a:extLst>
                <a:ext uri="{FF2B5EF4-FFF2-40B4-BE49-F238E27FC236}">
                  <a16:creationId xmlns:a16="http://schemas.microsoft.com/office/drawing/2014/main" id="{252AFC0E-385D-834C-0944-1726F9B4510B}"/>
                </a:ext>
              </a:extLst>
            </p:cNvPr>
            <p:cNvGrpSpPr/>
            <p:nvPr/>
          </p:nvGrpSpPr>
          <p:grpSpPr bwMode="auto">
            <a:xfrm>
              <a:off x="656433" y="2706158"/>
              <a:ext cx="826293" cy="276999"/>
              <a:chOff x="656433" y="1838325"/>
              <a:chExt cx="826293" cy="276999"/>
            </a:xfrm>
          </p:grpSpPr>
          <p:cxnSp>
            <p:nvCxnSpPr>
              <p:cNvPr id="1024" name="Straight Connector 1052">
                <a:extLst>
                  <a:ext uri="{FF2B5EF4-FFF2-40B4-BE49-F238E27FC236}">
                    <a16:creationId xmlns:a16="http://schemas.microsoft.com/office/drawing/2014/main" id="{D9ED0E62-86E7-96EC-E0FD-CB40619D02E2}"/>
                  </a:ext>
                </a:extLst>
              </p:cNvPr>
              <p:cNvCxnSpPr>
                <a:cxnSpLocks noChangeShapeType="1"/>
              </p:cNvCxnSpPr>
              <p:nvPr/>
            </p:nvCxnSpPr>
            <p:spPr bwMode="auto">
              <a:xfrm rot="5400000">
                <a:off x="594520"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1025" name="Straight Connector 1053">
                <a:extLst>
                  <a:ext uri="{FF2B5EF4-FFF2-40B4-BE49-F238E27FC236}">
                    <a16:creationId xmlns:a16="http://schemas.microsoft.com/office/drawing/2014/main" id="{25F06495-CC5C-50B3-BD4E-4B4E44CCDCD3}"/>
                  </a:ext>
                </a:extLst>
              </p:cNvPr>
              <p:cNvCxnSpPr>
                <a:cxnSpLocks noChangeShapeType="1"/>
              </p:cNvCxnSpPr>
              <p:nvPr/>
            </p:nvCxnSpPr>
            <p:spPr bwMode="auto">
              <a:xfrm rot="5400000">
                <a:off x="690828"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1026" name="Straight Connector 1054">
                <a:extLst>
                  <a:ext uri="{FF2B5EF4-FFF2-40B4-BE49-F238E27FC236}">
                    <a16:creationId xmlns:a16="http://schemas.microsoft.com/office/drawing/2014/main" id="{7CB3F9D4-5B75-CE94-DAA3-7C975674A360}"/>
                  </a:ext>
                </a:extLst>
              </p:cNvPr>
              <p:cNvCxnSpPr>
                <a:cxnSpLocks noChangeShapeType="1"/>
              </p:cNvCxnSpPr>
              <p:nvPr/>
            </p:nvCxnSpPr>
            <p:spPr bwMode="auto">
              <a:xfrm rot="5400000">
                <a:off x="787136"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1027" name="Straight Connector 1055">
                <a:extLst>
                  <a:ext uri="{FF2B5EF4-FFF2-40B4-BE49-F238E27FC236}">
                    <a16:creationId xmlns:a16="http://schemas.microsoft.com/office/drawing/2014/main" id="{49C677C6-ABE3-378A-8C36-0F890E8B4AEF}"/>
                  </a:ext>
                </a:extLst>
              </p:cNvPr>
              <p:cNvCxnSpPr>
                <a:cxnSpLocks noChangeShapeType="1"/>
              </p:cNvCxnSpPr>
              <p:nvPr/>
            </p:nvCxnSpPr>
            <p:spPr bwMode="auto">
              <a:xfrm rot="5400000">
                <a:off x="1229520"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1028" name="Straight Connector 1056">
                <a:extLst>
                  <a:ext uri="{FF2B5EF4-FFF2-40B4-BE49-F238E27FC236}">
                    <a16:creationId xmlns:a16="http://schemas.microsoft.com/office/drawing/2014/main" id="{72867B68-AC26-7B5C-4843-345F7695D01B}"/>
                  </a:ext>
                </a:extLst>
              </p:cNvPr>
              <p:cNvCxnSpPr>
                <a:cxnSpLocks noChangeShapeType="1"/>
              </p:cNvCxnSpPr>
              <p:nvPr/>
            </p:nvCxnSpPr>
            <p:spPr bwMode="auto">
              <a:xfrm rot="5400000">
                <a:off x="1324770"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1029" name="Straight Connector 1057">
                <a:extLst>
                  <a:ext uri="{FF2B5EF4-FFF2-40B4-BE49-F238E27FC236}">
                    <a16:creationId xmlns:a16="http://schemas.microsoft.com/office/drawing/2014/main" id="{6FB0D86C-A768-E01E-FC19-6E6641264F95}"/>
                  </a:ext>
                </a:extLst>
              </p:cNvPr>
              <p:cNvCxnSpPr>
                <a:cxnSpLocks noChangeShapeType="1"/>
              </p:cNvCxnSpPr>
              <p:nvPr/>
            </p:nvCxnSpPr>
            <p:spPr bwMode="auto">
              <a:xfrm rot="5400000">
                <a:off x="1420020"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1030" name="Straight Connector 1058">
                <a:extLst>
                  <a:ext uri="{FF2B5EF4-FFF2-40B4-BE49-F238E27FC236}">
                    <a16:creationId xmlns:a16="http://schemas.microsoft.com/office/drawing/2014/main" id="{46C2A70F-7255-0E6D-8DFB-E3EFC096421B}"/>
                  </a:ext>
                </a:extLst>
              </p:cNvPr>
              <p:cNvCxnSpPr>
                <a:cxnSpLocks noChangeShapeType="1"/>
              </p:cNvCxnSpPr>
              <p:nvPr/>
            </p:nvCxnSpPr>
            <p:spPr bwMode="auto">
              <a:xfrm rot="5400000">
                <a:off x="883445"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1031" name="Straight Connector 1059">
                <a:extLst>
                  <a:ext uri="{FF2B5EF4-FFF2-40B4-BE49-F238E27FC236}">
                    <a16:creationId xmlns:a16="http://schemas.microsoft.com/office/drawing/2014/main" id="{5103C43A-6CBC-A117-0E3D-AECA8A567D9D}"/>
                  </a:ext>
                </a:extLst>
              </p:cNvPr>
              <p:cNvCxnSpPr>
                <a:cxnSpLocks noChangeShapeType="1"/>
              </p:cNvCxnSpPr>
              <p:nvPr/>
            </p:nvCxnSpPr>
            <p:spPr bwMode="auto">
              <a:xfrm rot="5400000">
                <a:off x="1134270"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sp>
            <p:nvSpPr>
              <p:cNvPr id="1032" name="TextBox 1060">
                <a:extLst>
                  <a:ext uri="{FF2B5EF4-FFF2-40B4-BE49-F238E27FC236}">
                    <a16:creationId xmlns:a16="http://schemas.microsoft.com/office/drawing/2014/main" id="{058115A2-6DF2-D6EE-9721-6A0ACC02D4CA}"/>
                  </a:ext>
                </a:extLst>
              </p:cNvPr>
              <p:cNvSpPr txBox="1">
                <a:spLocks noChangeArrowheads="1"/>
              </p:cNvSpPr>
              <p:nvPr/>
            </p:nvSpPr>
            <p:spPr bwMode="auto">
              <a:xfrm>
                <a:off x="917575" y="1838325"/>
                <a:ext cx="29767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r>
                  <a:rPr lang="en-US" altLang="zh-CN" sz="1200">
                    <a:solidFill>
                      <a:srgbClr val="717F9F"/>
                    </a:solidFill>
                    <a:latin typeface="Arial" panose="020B0604020202020204" pitchFamily="34" charset="0"/>
                    <a:ea typeface="MS PGothic" panose="020B0600070205080204" pitchFamily="34" charset="-128"/>
                  </a:rPr>
                  <a:t>…</a:t>
                </a:r>
              </a:p>
            </p:txBody>
          </p:sp>
        </p:grpSp>
      </p:grpSp>
      <p:grpSp>
        <p:nvGrpSpPr>
          <p:cNvPr id="1051" name="Group 1079">
            <a:extLst>
              <a:ext uri="{FF2B5EF4-FFF2-40B4-BE49-F238E27FC236}">
                <a16:creationId xmlns:a16="http://schemas.microsoft.com/office/drawing/2014/main" id="{F09ADF7D-5498-861B-73C7-0584CFDD679C}"/>
              </a:ext>
            </a:extLst>
          </p:cNvPr>
          <p:cNvGrpSpPr/>
          <p:nvPr/>
        </p:nvGrpSpPr>
        <p:grpSpPr bwMode="auto">
          <a:xfrm>
            <a:off x="5415666" y="1996994"/>
            <a:ext cx="3157538" cy="284162"/>
            <a:chOff x="656433" y="2706158"/>
            <a:chExt cx="3158860" cy="285466"/>
          </a:xfrm>
        </p:grpSpPr>
        <p:grpSp>
          <p:nvGrpSpPr>
            <p:cNvPr id="1052" name="Group 945">
              <a:extLst>
                <a:ext uri="{FF2B5EF4-FFF2-40B4-BE49-F238E27FC236}">
                  <a16:creationId xmlns:a16="http://schemas.microsoft.com/office/drawing/2014/main" id="{4A8AAA61-0E0A-5FEB-D3EF-8129F4706F5E}"/>
                </a:ext>
              </a:extLst>
            </p:cNvPr>
            <p:cNvGrpSpPr/>
            <p:nvPr/>
          </p:nvGrpSpPr>
          <p:grpSpPr bwMode="auto">
            <a:xfrm>
              <a:off x="2989000" y="2714624"/>
              <a:ext cx="826293" cy="276999"/>
              <a:chOff x="656433" y="1838325"/>
              <a:chExt cx="826293" cy="276999"/>
            </a:xfrm>
          </p:grpSpPr>
          <p:cxnSp>
            <p:nvCxnSpPr>
              <p:cNvPr id="1073" name="Straight Connector 1101">
                <a:extLst>
                  <a:ext uri="{FF2B5EF4-FFF2-40B4-BE49-F238E27FC236}">
                    <a16:creationId xmlns:a16="http://schemas.microsoft.com/office/drawing/2014/main" id="{6203049A-0063-6324-3E21-96F10F0CAD80}"/>
                  </a:ext>
                </a:extLst>
              </p:cNvPr>
              <p:cNvCxnSpPr>
                <a:cxnSpLocks noChangeShapeType="1"/>
              </p:cNvCxnSpPr>
              <p:nvPr/>
            </p:nvCxnSpPr>
            <p:spPr bwMode="auto">
              <a:xfrm rot="5400000">
                <a:off x="594520"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1074" name="Straight Connector 1102">
                <a:extLst>
                  <a:ext uri="{FF2B5EF4-FFF2-40B4-BE49-F238E27FC236}">
                    <a16:creationId xmlns:a16="http://schemas.microsoft.com/office/drawing/2014/main" id="{2DD43F9B-6FB3-C89A-54EB-EBDA5629C80E}"/>
                  </a:ext>
                </a:extLst>
              </p:cNvPr>
              <p:cNvCxnSpPr>
                <a:cxnSpLocks noChangeShapeType="1"/>
              </p:cNvCxnSpPr>
              <p:nvPr/>
            </p:nvCxnSpPr>
            <p:spPr bwMode="auto">
              <a:xfrm rot="5400000">
                <a:off x="690828"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1075" name="Straight Connector 1103">
                <a:extLst>
                  <a:ext uri="{FF2B5EF4-FFF2-40B4-BE49-F238E27FC236}">
                    <a16:creationId xmlns:a16="http://schemas.microsoft.com/office/drawing/2014/main" id="{FAC14DAA-191D-9216-6F71-E3E906B18C42}"/>
                  </a:ext>
                </a:extLst>
              </p:cNvPr>
              <p:cNvCxnSpPr>
                <a:cxnSpLocks noChangeShapeType="1"/>
              </p:cNvCxnSpPr>
              <p:nvPr/>
            </p:nvCxnSpPr>
            <p:spPr bwMode="auto">
              <a:xfrm rot="5400000">
                <a:off x="787136"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1076" name="Straight Connector 1104">
                <a:extLst>
                  <a:ext uri="{FF2B5EF4-FFF2-40B4-BE49-F238E27FC236}">
                    <a16:creationId xmlns:a16="http://schemas.microsoft.com/office/drawing/2014/main" id="{C5F5A9B9-BB65-C423-FD6E-3D58FE067C27}"/>
                  </a:ext>
                </a:extLst>
              </p:cNvPr>
              <p:cNvCxnSpPr>
                <a:cxnSpLocks noChangeShapeType="1"/>
              </p:cNvCxnSpPr>
              <p:nvPr/>
            </p:nvCxnSpPr>
            <p:spPr bwMode="auto">
              <a:xfrm rot="5400000">
                <a:off x="1229520"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1077" name="Straight Connector 1105">
                <a:extLst>
                  <a:ext uri="{FF2B5EF4-FFF2-40B4-BE49-F238E27FC236}">
                    <a16:creationId xmlns:a16="http://schemas.microsoft.com/office/drawing/2014/main" id="{64077921-7ED0-B815-DE54-F766B0FCBF57}"/>
                  </a:ext>
                </a:extLst>
              </p:cNvPr>
              <p:cNvCxnSpPr>
                <a:cxnSpLocks noChangeShapeType="1"/>
              </p:cNvCxnSpPr>
              <p:nvPr/>
            </p:nvCxnSpPr>
            <p:spPr bwMode="auto">
              <a:xfrm rot="5400000">
                <a:off x="1324770"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1078" name="Straight Connector 1106">
                <a:extLst>
                  <a:ext uri="{FF2B5EF4-FFF2-40B4-BE49-F238E27FC236}">
                    <a16:creationId xmlns:a16="http://schemas.microsoft.com/office/drawing/2014/main" id="{429C4A49-78C4-20CD-E555-CEB6CAC420BF}"/>
                  </a:ext>
                </a:extLst>
              </p:cNvPr>
              <p:cNvCxnSpPr>
                <a:cxnSpLocks noChangeShapeType="1"/>
              </p:cNvCxnSpPr>
              <p:nvPr/>
            </p:nvCxnSpPr>
            <p:spPr bwMode="auto">
              <a:xfrm rot="5400000">
                <a:off x="1420020"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1079" name="Straight Connector 1107">
                <a:extLst>
                  <a:ext uri="{FF2B5EF4-FFF2-40B4-BE49-F238E27FC236}">
                    <a16:creationId xmlns:a16="http://schemas.microsoft.com/office/drawing/2014/main" id="{C205B226-6B14-93FB-6EA6-E6BD301D326F}"/>
                  </a:ext>
                </a:extLst>
              </p:cNvPr>
              <p:cNvCxnSpPr>
                <a:cxnSpLocks noChangeShapeType="1"/>
              </p:cNvCxnSpPr>
              <p:nvPr/>
            </p:nvCxnSpPr>
            <p:spPr bwMode="auto">
              <a:xfrm rot="5400000">
                <a:off x="883445"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1080" name="Straight Connector 1108">
                <a:extLst>
                  <a:ext uri="{FF2B5EF4-FFF2-40B4-BE49-F238E27FC236}">
                    <a16:creationId xmlns:a16="http://schemas.microsoft.com/office/drawing/2014/main" id="{858A0DEF-90B8-D211-C90F-CAF4CA534A6C}"/>
                  </a:ext>
                </a:extLst>
              </p:cNvPr>
              <p:cNvCxnSpPr>
                <a:cxnSpLocks noChangeShapeType="1"/>
              </p:cNvCxnSpPr>
              <p:nvPr/>
            </p:nvCxnSpPr>
            <p:spPr bwMode="auto">
              <a:xfrm rot="5400000">
                <a:off x="1134270"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sp>
            <p:nvSpPr>
              <p:cNvPr id="1081" name="TextBox 1109">
                <a:extLst>
                  <a:ext uri="{FF2B5EF4-FFF2-40B4-BE49-F238E27FC236}">
                    <a16:creationId xmlns:a16="http://schemas.microsoft.com/office/drawing/2014/main" id="{D173FD78-C4A3-2682-5402-BC299A4FA2A6}"/>
                  </a:ext>
                </a:extLst>
              </p:cNvPr>
              <p:cNvSpPr txBox="1">
                <a:spLocks noChangeArrowheads="1"/>
              </p:cNvSpPr>
              <p:nvPr/>
            </p:nvSpPr>
            <p:spPr bwMode="auto">
              <a:xfrm>
                <a:off x="917575" y="1838325"/>
                <a:ext cx="29767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r>
                  <a:rPr lang="en-US" altLang="zh-CN" sz="1200">
                    <a:solidFill>
                      <a:srgbClr val="717F9F"/>
                    </a:solidFill>
                    <a:latin typeface="Arial" panose="020B0604020202020204" pitchFamily="34" charset="0"/>
                    <a:ea typeface="MS PGothic" panose="020B0600070205080204" pitchFamily="34" charset="-128"/>
                  </a:rPr>
                  <a:t>…</a:t>
                </a:r>
              </a:p>
            </p:txBody>
          </p:sp>
        </p:grpSp>
        <p:grpSp>
          <p:nvGrpSpPr>
            <p:cNvPr id="1053" name="Group 955">
              <a:extLst>
                <a:ext uri="{FF2B5EF4-FFF2-40B4-BE49-F238E27FC236}">
                  <a16:creationId xmlns:a16="http://schemas.microsoft.com/office/drawing/2014/main" id="{61B3A03D-C003-AB49-C6B5-ECF8C627C6FA}"/>
                </a:ext>
              </a:extLst>
            </p:cNvPr>
            <p:cNvGrpSpPr/>
            <p:nvPr/>
          </p:nvGrpSpPr>
          <p:grpSpPr bwMode="auto">
            <a:xfrm>
              <a:off x="1829066" y="2714625"/>
              <a:ext cx="826293" cy="276999"/>
              <a:chOff x="656433" y="1838325"/>
              <a:chExt cx="826293" cy="276999"/>
            </a:xfrm>
          </p:grpSpPr>
          <p:cxnSp>
            <p:nvCxnSpPr>
              <p:cNvPr id="1064" name="Straight Connector 1092">
                <a:extLst>
                  <a:ext uri="{FF2B5EF4-FFF2-40B4-BE49-F238E27FC236}">
                    <a16:creationId xmlns:a16="http://schemas.microsoft.com/office/drawing/2014/main" id="{7C01D418-6F9E-FDD7-B5EB-4FA9F0240C8D}"/>
                  </a:ext>
                </a:extLst>
              </p:cNvPr>
              <p:cNvCxnSpPr>
                <a:cxnSpLocks noChangeShapeType="1"/>
              </p:cNvCxnSpPr>
              <p:nvPr/>
            </p:nvCxnSpPr>
            <p:spPr bwMode="auto">
              <a:xfrm rot="5400000">
                <a:off x="594520"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1065" name="Straight Connector 1093">
                <a:extLst>
                  <a:ext uri="{FF2B5EF4-FFF2-40B4-BE49-F238E27FC236}">
                    <a16:creationId xmlns:a16="http://schemas.microsoft.com/office/drawing/2014/main" id="{D31C7459-35B5-4BE5-3ACB-AC0C2678B2AD}"/>
                  </a:ext>
                </a:extLst>
              </p:cNvPr>
              <p:cNvCxnSpPr>
                <a:cxnSpLocks noChangeShapeType="1"/>
              </p:cNvCxnSpPr>
              <p:nvPr/>
            </p:nvCxnSpPr>
            <p:spPr bwMode="auto">
              <a:xfrm rot="5400000">
                <a:off x="690828"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1066" name="Straight Connector 1094">
                <a:extLst>
                  <a:ext uri="{FF2B5EF4-FFF2-40B4-BE49-F238E27FC236}">
                    <a16:creationId xmlns:a16="http://schemas.microsoft.com/office/drawing/2014/main" id="{6B55BBB3-5B95-60D7-B6C9-D23CAE1323D3}"/>
                  </a:ext>
                </a:extLst>
              </p:cNvPr>
              <p:cNvCxnSpPr>
                <a:cxnSpLocks noChangeShapeType="1"/>
              </p:cNvCxnSpPr>
              <p:nvPr/>
            </p:nvCxnSpPr>
            <p:spPr bwMode="auto">
              <a:xfrm rot="5400000">
                <a:off x="787136"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1067" name="Straight Connector 1095">
                <a:extLst>
                  <a:ext uri="{FF2B5EF4-FFF2-40B4-BE49-F238E27FC236}">
                    <a16:creationId xmlns:a16="http://schemas.microsoft.com/office/drawing/2014/main" id="{4D043420-A952-889B-E325-54C768A30644}"/>
                  </a:ext>
                </a:extLst>
              </p:cNvPr>
              <p:cNvCxnSpPr>
                <a:cxnSpLocks noChangeShapeType="1"/>
              </p:cNvCxnSpPr>
              <p:nvPr/>
            </p:nvCxnSpPr>
            <p:spPr bwMode="auto">
              <a:xfrm rot="5400000">
                <a:off x="1229520"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1068" name="Straight Connector 1096">
                <a:extLst>
                  <a:ext uri="{FF2B5EF4-FFF2-40B4-BE49-F238E27FC236}">
                    <a16:creationId xmlns:a16="http://schemas.microsoft.com/office/drawing/2014/main" id="{F60A9EDE-BAD0-27E8-8C09-C42CFF725593}"/>
                  </a:ext>
                </a:extLst>
              </p:cNvPr>
              <p:cNvCxnSpPr>
                <a:cxnSpLocks noChangeShapeType="1"/>
              </p:cNvCxnSpPr>
              <p:nvPr/>
            </p:nvCxnSpPr>
            <p:spPr bwMode="auto">
              <a:xfrm rot="5400000">
                <a:off x="1324770"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1069" name="Straight Connector 1097">
                <a:extLst>
                  <a:ext uri="{FF2B5EF4-FFF2-40B4-BE49-F238E27FC236}">
                    <a16:creationId xmlns:a16="http://schemas.microsoft.com/office/drawing/2014/main" id="{58BD5DA8-4DBD-4A38-32E5-CA1218A2CD35}"/>
                  </a:ext>
                </a:extLst>
              </p:cNvPr>
              <p:cNvCxnSpPr>
                <a:cxnSpLocks noChangeShapeType="1"/>
              </p:cNvCxnSpPr>
              <p:nvPr/>
            </p:nvCxnSpPr>
            <p:spPr bwMode="auto">
              <a:xfrm rot="5400000">
                <a:off x="1420020"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1070" name="Straight Connector 1098">
                <a:extLst>
                  <a:ext uri="{FF2B5EF4-FFF2-40B4-BE49-F238E27FC236}">
                    <a16:creationId xmlns:a16="http://schemas.microsoft.com/office/drawing/2014/main" id="{C479BFD0-1234-5B08-38A8-789B6E271FD9}"/>
                  </a:ext>
                </a:extLst>
              </p:cNvPr>
              <p:cNvCxnSpPr>
                <a:cxnSpLocks noChangeShapeType="1"/>
              </p:cNvCxnSpPr>
              <p:nvPr/>
            </p:nvCxnSpPr>
            <p:spPr bwMode="auto">
              <a:xfrm rot="5400000">
                <a:off x="883445"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1071" name="Straight Connector 1099">
                <a:extLst>
                  <a:ext uri="{FF2B5EF4-FFF2-40B4-BE49-F238E27FC236}">
                    <a16:creationId xmlns:a16="http://schemas.microsoft.com/office/drawing/2014/main" id="{0D754FCC-2C01-A097-68AB-D788E4E9BB0A}"/>
                  </a:ext>
                </a:extLst>
              </p:cNvPr>
              <p:cNvCxnSpPr>
                <a:cxnSpLocks noChangeShapeType="1"/>
              </p:cNvCxnSpPr>
              <p:nvPr/>
            </p:nvCxnSpPr>
            <p:spPr bwMode="auto">
              <a:xfrm rot="5400000">
                <a:off x="1134270"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sp>
            <p:nvSpPr>
              <p:cNvPr id="1072" name="TextBox 1100">
                <a:extLst>
                  <a:ext uri="{FF2B5EF4-FFF2-40B4-BE49-F238E27FC236}">
                    <a16:creationId xmlns:a16="http://schemas.microsoft.com/office/drawing/2014/main" id="{13762788-0AD8-19EC-4590-062DA2FB397E}"/>
                  </a:ext>
                </a:extLst>
              </p:cNvPr>
              <p:cNvSpPr txBox="1">
                <a:spLocks noChangeArrowheads="1"/>
              </p:cNvSpPr>
              <p:nvPr/>
            </p:nvSpPr>
            <p:spPr bwMode="auto">
              <a:xfrm>
                <a:off x="917575" y="1838325"/>
                <a:ext cx="29767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r>
                  <a:rPr lang="en-US" altLang="zh-CN" sz="1200">
                    <a:solidFill>
                      <a:srgbClr val="717F9F"/>
                    </a:solidFill>
                    <a:latin typeface="Arial" panose="020B0604020202020204" pitchFamily="34" charset="0"/>
                    <a:ea typeface="MS PGothic" panose="020B0600070205080204" pitchFamily="34" charset="-128"/>
                  </a:rPr>
                  <a:t>…</a:t>
                </a:r>
              </a:p>
            </p:txBody>
          </p:sp>
        </p:grpSp>
        <p:grpSp>
          <p:nvGrpSpPr>
            <p:cNvPr id="1054" name="Group 965">
              <a:extLst>
                <a:ext uri="{FF2B5EF4-FFF2-40B4-BE49-F238E27FC236}">
                  <a16:creationId xmlns:a16="http://schemas.microsoft.com/office/drawing/2014/main" id="{7E00995C-5FF3-BF44-A3B1-C6526964FAC4}"/>
                </a:ext>
              </a:extLst>
            </p:cNvPr>
            <p:cNvGrpSpPr/>
            <p:nvPr/>
          </p:nvGrpSpPr>
          <p:grpSpPr bwMode="auto">
            <a:xfrm>
              <a:off x="656433" y="2706158"/>
              <a:ext cx="826293" cy="276999"/>
              <a:chOff x="656433" y="1838325"/>
              <a:chExt cx="826293" cy="276999"/>
            </a:xfrm>
          </p:grpSpPr>
          <p:cxnSp>
            <p:nvCxnSpPr>
              <p:cNvPr id="1055" name="Straight Connector 1083">
                <a:extLst>
                  <a:ext uri="{FF2B5EF4-FFF2-40B4-BE49-F238E27FC236}">
                    <a16:creationId xmlns:a16="http://schemas.microsoft.com/office/drawing/2014/main" id="{C4314D61-A709-79E7-CF12-1BCDC3343AAC}"/>
                  </a:ext>
                </a:extLst>
              </p:cNvPr>
              <p:cNvCxnSpPr>
                <a:cxnSpLocks noChangeShapeType="1"/>
              </p:cNvCxnSpPr>
              <p:nvPr/>
            </p:nvCxnSpPr>
            <p:spPr bwMode="auto">
              <a:xfrm rot="5400000">
                <a:off x="594520"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1056" name="Straight Connector 1084">
                <a:extLst>
                  <a:ext uri="{FF2B5EF4-FFF2-40B4-BE49-F238E27FC236}">
                    <a16:creationId xmlns:a16="http://schemas.microsoft.com/office/drawing/2014/main" id="{8EA000B4-B68A-AAD4-F9CA-27DB6A7E84D3}"/>
                  </a:ext>
                </a:extLst>
              </p:cNvPr>
              <p:cNvCxnSpPr>
                <a:cxnSpLocks noChangeShapeType="1"/>
              </p:cNvCxnSpPr>
              <p:nvPr/>
            </p:nvCxnSpPr>
            <p:spPr bwMode="auto">
              <a:xfrm rot="5400000">
                <a:off x="690828"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1057" name="Straight Connector 1085">
                <a:extLst>
                  <a:ext uri="{FF2B5EF4-FFF2-40B4-BE49-F238E27FC236}">
                    <a16:creationId xmlns:a16="http://schemas.microsoft.com/office/drawing/2014/main" id="{31E5DAA6-FCD7-4213-E73B-4447FE07B970}"/>
                  </a:ext>
                </a:extLst>
              </p:cNvPr>
              <p:cNvCxnSpPr>
                <a:cxnSpLocks noChangeShapeType="1"/>
              </p:cNvCxnSpPr>
              <p:nvPr/>
            </p:nvCxnSpPr>
            <p:spPr bwMode="auto">
              <a:xfrm rot="5400000">
                <a:off x="787136"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1058" name="Straight Connector 1086">
                <a:extLst>
                  <a:ext uri="{FF2B5EF4-FFF2-40B4-BE49-F238E27FC236}">
                    <a16:creationId xmlns:a16="http://schemas.microsoft.com/office/drawing/2014/main" id="{D8DD3771-2293-09E2-2BC1-E21A2FF3166F}"/>
                  </a:ext>
                </a:extLst>
              </p:cNvPr>
              <p:cNvCxnSpPr>
                <a:cxnSpLocks noChangeShapeType="1"/>
              </p:cNvCxnSpPr>
              <p:nvPr/>
            </p:nvCxnSpPr>
            <p:spPr bwMode="auto">
              <a:xfrm rot="5400000">
                <a:off x="1229520"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1059" name="Straight Connector 1087">
                <a:extLst>
                  <a:ext uri="{FF2B5EF4-FFF2-40B4-BE49-F238E27FC236}">
                    <a16:creationId xmlns:a16="http://schemas.microsoft.com/office/drawing/2014/main" id="{F2147CAF-74D8-4AE6-53B3-CCBAE3BCB927}"/>
                  </a:ext>
                </a:extLst>
              </p:cNvPr>
              <p:cNvCxnSpPr>
                <a:cxnSpLocks noChangeShapeType="1"/>
              </p:cNvCxnSpPr>
              <p:nvPr/>
            </p:nvCxnSpPr>
            <p:spPr bwMode="auto">
              <a:xfrm rot="5400000">
                <a:off x="1324770"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1060" name="Straight Connector 1088">
                <a:extLst>
                  <a:ext uri="{FF2B5EF4-FFF2-40B4-BE49-F238E27FC236}">
                    <a16:creationId xmlns:a16="http://schemas.microsoft.com/office/drawing/2014/main" id="{21B1C074-8A2E-1B92-BF59-096E34BDDBD3}"/>
                  </a:ext>
                </a:extLst>
              </p:cNvPr>
              <p:cNvCxnSpPr>
                <a:cxnSpLocks noChangeShapeType="1"/>
              </p:cNvCxnSpPr>
              <p:nvPr/>
            </p:nvCxnSpPr>
            <p:spPr bwMode="auto">
              <a:xfrm rot="5400000">
                <a:off x="1420020"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1061" name="Straight Connector 1089">
                <a:extLst>
                  <a:ext uri="{FF2B5EF4-FFF2-40B4-BE49-F238E27FC236}">
                    <a16:creationId xmlns:a16="http://schemas.microsoft.com/office/drawing/2014/main" id="{E6F44EF0-1D25-9424-CB3B-8FC712CF09BD}"/>
                  </a:ext>
                </a:extLst>
              </p:cNvPr>
              <p:cNvCxnSpPr>
                <a:cxnSpLocks noChangeShapeType="1"/>
              </p:cNvCxnSpPr>
              <p:nvPr/>
            </p:nvCxnSpPr>
            <p:spPr bwMode="auto">
              <a:xfrm rot="5400000">
                <a:off x="883445"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1062" name="Straight Connector 1090">
                <a:extLst>
                  <a:ext uri="{FF2B5EF4-FFF2-40B4-BE49-F238E27FC236}">
                    <a16:creationId xmlns:a16="http://schemas.microsoft.com/office/drawing/2014/main" id="{185B3882-AAA7-6873-AC4D-7741ECEB59A8}"/>
                  </a:ext>
                </a:extLst>
              </p:cNvPr>
              <p:cNvCxnSpPr>
                <a:cxnSpLocks noChangeShapeType="1"/>
              </p:cNvCxnSpPr>
              <p:nvPr/>
            </p:nvCxnSpPr>
            <p:spPr bwMode="auto">
              <a:xfrm rot="5400000">
                <a:off x="1134270"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sp>
            <p:nvSpPr>
              <p:cNvPr id="1063" name="TextBox 1091">
                <a:extLst>
                  <a:ext uri="{FF2B5EF4-FFF2-40B4-BE49-F238E27FC236}">
                    <a16:creationId xmlns:a16="http://schemas.microsoft.com/office/drawing/2014/main" id="{8AD65911-D70B-FCF4-0708-35538C0CCDE0}"/>
                  </a:ext>
                </a:extLst>
              </p:cNvPr>
              <p:cNvSpPr txBox="1">
                <a:spLocks noChangeArrowheads="1"/>
              </p:cNvSpPr>
              <p:nvPr/>
            </p:nvSpPr>
            <p:spPr bwMode="auto">
              <a:xfrm>
                <a:off x="917575" y="1838325"/>
                <a:ext cx="29767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r>
                  <a:rPr lang="en-US" altLang="zh-CN" sz="1200" dirty="0">
                    <a:solidFill>
                      <a:srgbClr val="717F9F"/>
                    </a:solidFill>
                    <a:latin typeface="Arial" panose="020B0604020202020204" pitchFamily="34" charset="0"/>
                    <a:ea typeface="MS PGothic" panose="020B0600070205080204" pitchFamily="34" charset="-128"/>
                  </a:rPr>
                  <a:t>…</a:t>
                </a:r>
              </a:p>
            </p:txBody>
          </p:sp>
        </p:grpSp>
      </p:grpSp>
      <p:grpSp>
        <p:nvGrpSpPr>
          <p:cNvPr id="1082" name="Group 1110">
            <a:extLst>
              <a:ext uri="{FF2B5EF4-FFF2-40B4-BE49-F238E27FC236}">
                <a16:creationId xmlns:a16="http://schemas.microsoft.com/office/drawing/2014/main" id="{D2698135-DADB-62D6-F634-29C0A99082A9}"/>
              </a:ext>
            </a:extLst>
          </p:cNvPr>
          <p:cNvGrpSpPr/>
          <p:nvPr/>
        </p:nvGrpSpPr>
        <p:grpSpPr bwMode="auto">
          <a:xfrm>
            <a:off x="5415666" y="2879644"/>
            <a:ext cx="3157538" cy="284162"/>
            <a:chOff x="656433" y="2706158"/>
            <a:chExt cx="3158860" cy="285466"/>
          </a:xfrm>
        </p:grpSpPr>
        <p:grpSp>
          <p:nvGrpSpPr>
            <p:cNvPr id="1083" name="Group 945">
              <a:extLst>
                <a:ext uri="{FF2B5EF4-FFF2-40B4-BE49-F238E27FC236}">
                  <a16:creationId xmlns:a16="http://schemas.microsoft.com/office/drawing/2014/main" id="{A0E9C369-E35E-7B73-A4EB-E51523884381}"/>
                </a:ext>
              </a:extLst>
            </p:cNvPr>
            <p:cNvGrpSpPr/>
            <p:nvPr/>
          </p:nvGrpSpPr>
          <p:grpSpPr bwMode="auto">
            <a:xfrm>
              <a:off x="2989000" y="2714624"/>
              <a:ext cx="826293" cy="276999"/>
              <a:chOff x="656433" y="1838325"/>
              <a:chExt cx="826293" cy="276999"/>
            </a:xfrm>
          </p:grpSpPr>
          <p:cxnSp>
            <p:nvCxnSpPr>
              <p:cNvPr id="1104" name="Straight Connector 1132">
                <a:extLst>
                  <a:ext uri="{FF2B5EF4-FFF2-40B4-BE49-F238E27FC236}">
                    <a16:creationId xmlns:a16="http://schemas.microsoft.com/office/drawing/2014/main" id="{FB792FA0-5A94-ADDF-ABCA-45AA0BF3C5BC}"/>
                  </a:ext>
                </a:extLst>
              </p:cNvPr>
              <p:cNvCxnSpPr>
                <a:cxnSpLocks noChangeShapeType="1"/>
              </p:cNvCxnSpPr>
              <p:nvPr/>
            </p:nvCxnSpPr>
            <p:spPr bwMode="auto">
              <a:xfrm rot="5400000">
                <a:off x="594520"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1105" name="Straight Connector 1133">
                <a:extLst>
                  <a:ext uri="{FF2B5EF4-FFF2-40B4-BE49-F238E27FC236}">
                    <a16:creationId xmlns:a16="http://schemas.microsoft.com/office/drawing/2014/main" id="{D65189D3-9147-FAC2-1737-3C369B2DB2CD}"/>
                  </a:ext>
                </a:extLst>
              </p:cNvPr>
              <p:cNvCxnSpPr>
                <a:cxnSpLocks noChangeShapeType="1"/>
              </p:cNvCxnSpPr>
              <p:nvPr/>
            </p:nvCxnSpPr>
            <p:spPr bwMode="auto">
              <a:xfrm rot="5400000">
                <a:off x="690828"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1106" name="Straight Connector 1134">
                <a:extLst>
                  <a:ext uri="{FF2B5EF4-FFF2-40B4-BE49-F238E27FC236}">
                    <a16:creationId xmlns:a16="http://schemas.microsoft.com/office/drawing/2014/main" id="{6A24F62E-E919-AE75-6931-18D4E92B1195}"/>
                  </a:ext>
                </a:extLst>
              </p:cNvPr>
              <p:cNvCxnSpPr>
                <a:cxnSpLocks noChangeShapeType="1"/>
              </p:cNvCxnSpPr>
              <p:nvPr/>
            </p:nvCxnSpPr>
            <p:spPr bwMode="auto">
              <a:xfrm rot="5400000">
                <a:off x="787136"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1107" name="Straight Connector 1135">
                <a:extLst>
                  <a:ext uri="{FF2B5EF4-FFF2-40B4-BE49-F238E27FC236}">
                    <a16:creationId xmlns:a16="http://schemas.microsoft.com/office/drawing/2014/main" id="{542CDFE8-3557-CB86-C195-9AE6CBD75010}"/>
                  </a:ext>
                </a:extLst>
              </p:cNvPr>
              <p:cNvCxnSpPr>
                <a:cxnSpLocks noChangeShapeType="1"/>
              </p:cNvCxnSpPr>
              <p:nvPr/>
            </p:nvCxnSpPr>
            <p:spPr bwMode="auto">
              <a:xfrm rot="5400000">
                <a:off x="1229520"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1108" name="Straight Connector 1136">
                <a:extLst>
                  <a:ext uri="{FF2B5EF4-FFF2-40B4-BE49-F238E27FC236}">
                    <a16:creationId xmlns:a16="http://schemas.microsoft.com/office/drawing/2014/main" id="{AE1AD6D6-AFE9-C1B7-F5C4-0418E765B2EB}"/>
                  </a:ext>
                </a:extLst>
              </p:cNvPr>
              <p:cNvCxnSpPr>
                <a:cxnSpLocks noChangeShapeType="1"/>
              </p:cNvCxnSpPr>
              <p:nvPr/>
            </p:nvCxnSpPr>
            <p:spPr bwMode="auto">
              <a:xfrm rot="5400000">
                <a:off x="1324770"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1109" name="Straight Connector 1137">
                <a:extLst>
                  <a:ext uri="{FF2B5EF4-FFF2-40B4-BE49-F238E27FC236}">
                    <a16:creationId xmlns:a16="http://schemas.microsoft.com/office/drawing/2014/main" id="{49EA705F-5321-DF0F-AD70-F9F7896FE9DB}"/>
                  </a:ext>
                </a:extLst>
              </p:cNvPr>
              <p:cNvCxnSpPr>
                <a:cxnSpLocks noChangeShapeType="1"/>
              </p:cNvCxnSpPr>
              <p:nvPr/>
            </p:nvCxnSpPr>
            <p:spPr bwMode="auto">
              <a:xfrm rot="5400000">
                <a:off x="1420020"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1110" name="Straight Connector 1138">
                <a:extLst>
                  <a:ext uri="{FF2B5EF4-FFF2-40B4-BE49-F238E27FC236}">
                    <a16:creationId xmlns:a16="http://schemas.microsoft.com/office/drawing/2014/main" id="{9DE1E026-1F54-EF54-20CF-02C5CB1111BE}"/>
                  </a:ext>
                </a:extLst>
              </p:cNvPr>
              <p:cNvCxnSpPr>
                <a:cxnSpLocks noChangeShapeType="1"/>
              </p:cNvCxnSpPr>
              <p:nvPr/>
            </p:nvCxnSpPr>
            <p:spPr bwMode="auto">
              <a:xfrm rot="5400000">
                <a:off x="883445"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1111" name="Straight Connector 1139">
                <a:extLst>
                  <a:ext uri="{FF2B5EF4-FFF2-40B4-BE49-F238E27FC236}">
                    <a16:creationId xmlns:a16="http://schemas.microsoft.com/office/drawing/2014/main" id="{99D1D9B6-4B4B-F208-76B2-22CEB970BB3A}"/>
                  </a:ext>
                </a:extLst>
              </p:cNvPr>
              <p:cNvCxnSpPr>
                <a:cxnSpLocks noChangeShapeType="1"/>
              </p:cNvCxnSpPr>
              <p:nvPr/>
            </p:nvCxnSpPr>
            <p:spPr bwMode="auto">
              <a:xfrm rot="5400000">
                <a:off x="1134270"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sp>
            <p:nvSpPr>
              <p:cNvPr id="1112" name="TextBox 1140">
                <a:extLst>
                  <a:ext uri="{FF2B5EF4-FFF2-40B4-BE49-F238E27FC236}">
                    <a16:creationId xmlns:a16="http://schemas.microsoft.com/office/drawing/2014/main" id="{173820F2-0E8F-9B73-32A9-60E468126B8C}"/>
                  </a:ext>
                </a:extLst>
              </p:cNvPr>
              <p:cNvSpPr txBox="1">
                <a:spLocks noChangeArrowheads="1"/>
              </p:cNvSpPr>
              <p:nvPr/>
            </p:nvSpPr>
            <p:spPr bwMode="auto">
              <a:xfrm>
                <a:off x="917575" y="1838325"/>
                <a:ext cx="29767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r>
                  <a:rPr lang="en-US" altLang="zh-CN" sz="1200">
                    <a:solidFill>
                      <a:srgbClr val="717F9F"/>
                    </a:solidFill>
                    <a:latin typeface="Arial" panose="020B0604020202020204" pitchFamily="34" charset="0"/>
                    <a:ea typeface="MS PGothic" panose="020B0600070205080204" pitchFamily="34" charset="-128"/>
                  </a:rPr>
                  <a:t>…</a:t>
                </a:r>
              </a:p>
            </p:txBody>
          </p:sp>
        </p:grpSp>
        <p:grpSp>
          <p:nvGrpSpPr>
            <p:cNvPr id="1084" name="Group 955">
              <a:extLst>
                <a:ext uri="{FF2B5EF4-FFF2-40B4-BE49-F238E27FC236}">
                  <a16:creationId xmlns:a16="http://schemas.microsoft.com/office/drawing/2014/main" id="{27101D45-E2FA-4433-51B7-8DE91CA980D2}"/>
                </a:ext>
              </a:extLst>
            </p:cNvPr>
            <p:cNvGrpSpPr/>
            <p:nvPr/>
          </p:nvGrpSpPr>
          <p:grpSpPr bwMode="auto">
            <a:xfrm>
              <a:off x="1829066" y="2714625"/>
              <a:ext cx="826293" cy="276999"/>
              <a:chOff x="656433" y="1838325"/>
              <a:chExt cx="826293" cy="276999"/>
            </a:xfrm>
          </p:grpSpPr>
          <p:cxnSp>
            <p:nvCxnSpPr>
              <p:cNvPr id="1095" name="Straight Connector 1123">
                <a:extLst>
                  <a:ext uri="{FF2B5EF4-FFF2-40B4-BE49-F238E27FC236}">
                    <a16:creationId xmlns:a16="http://schemas.microsoft.com/office/drawing/2014/main" id="{32364B01-096A-3450-9797-477758FC21B3}"/>
                  </a:ext>
                </a:extLst>
              </p:cNvPr>
              <p:cNvCxnSpPr>
                <a:cxnSpLocks noChangeShapeType="1"/>
              </p:cNvCxnSpPr>
              <p:nvPr/>
            </p:nvCxnSpPr>
            <p:spPr bwMode="auto">
              <a:xfrm rot="5400000">
                <a:off x="594520"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1096" name="Straight Connector 1124">
                <a:extLst>
                  <a:ext uri="{FF2B5EF4-FFF2-40B4-BE49-F238E27FC236}">
                    <a16:creationId xmlns:a16="http://schemas.microsoft.com/office/drawing/2014/main" id="{F098AAD5-8693-2DF6-EA4A-F66B9DB55C68}"/>
                  </a:ext>
                </a:extLst>
              </p:cNvPr>
              <p:cNvCxnSpPr>
                <a:cxnSpLocks noChangeShapeType="1"/>
              </p:cNvCxnSpPr>
              <p:nvPr/>
            </p:nvCxnSpPr>
            <p:spPr bwMode="auto">
              <a:xfrm rot="5400000">
                <a:off x="690828"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1097" name="Straight Connector 1125">
                <a:extLst>
                  <a:ext uri="{FF2B5EF4-FFF2-40B4-BE49-F238E27FC236}">
                    <a16:creationId xmlns:a16="http://schemas.microsoft.com/office/drawing/2014/main" id="{913B0A10-8A81-2F47-E755-5C1E7E42CD86}"/>
                  </a:ext>
                </a:extLst>
              </p:cNvPr>
              <p:cNvCxnSpPr>
                <a:cxnSpLocks noChangeShapeType="1"/>
              </p:cNvCxnSpPr>
              <p:nvPr/>
            </p:nvCxnSpPr>
            <p:spPr bwMode="auto">
              <a:xfrm rot="5400000">
                <a:off x="787136"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1098" name="Straight Connector 1126">
                <a:extLst>
                  <a:ext uri="{FF2B5EF4-FFF2-40B4-BE49-F238E27FC236}">
                    <a16:creationId xmlns:a16="http://schemas.microsoft.com/office/drawing/2014/main" id="{AFF9E600-7F2E-D8C2-1A56-162BCC459CAA}"/>
                  </a:ext>
                </a:extLst>
              </p:cNvPr>
              <p:cNvCxnSpPr>
                <a:cxnSpLocks noChangeShapeType="1"/>
              </p:cNvCxnSpPr>
              <p:nvPr/>
            </p:nvCxnSpPr>
            <p:spPr bwMode="auto">
              <a:xfrm rot="5400000">
                <a:off x="1229520"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1099" name="Straight Connector 1127">
                <a:extLst>
                  <a:ext uri="{FF2B5EF4-FFF2-40B4-BE49-F238E27FC236}">
                    <a16:creationId xmlns:a16="http://schemas.microsoft.com/office/drawing/2014/main" id="{00F9E3D6-9D90-2CE4-42DE-EE7007705066}"/>
                  </a:ext>
                </a:extLst>
              </p:cNvPr>
              <p:cNvCxnSpPr>
                <a:cxnSpLocks noChangeShapeType="1"/>
              </p:cNvCxnSpPr>
              <p:nvPr/>
            </p:nvCxnSpPr>
            <p:spPr bwMode="auto">
              <a:xfrm rot="5400000">
                <a:off x="1324770"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1100" name="Straight Connector 1128">
                <a:extLst>
                  <a:ext uri="{FF2B5EF4-FFF2-40B4-BE49-F238E27FC236}">
                    <a16:creationId xmlns:a16="http://schemas.microsoft.com/office/drawing/2014/main" id="{856155CA-2863-9435-1783-D70C0D438720}"/>
                  </a:ext>
                </a:extLst>
              </p:cNvPr>
              <p:cNvCxnSpPr>
                <a:cxnSpLocks noChangeShapeType="1"/>
              </p:cNvCxnSpPr>
              <p:nvPr/>
            </p:nvCxnSpPr>
            <p:spPr bwMode="auto">
              <a:xfrm rot="5400000">
                <a:off x="1420020"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1101" name="Straight Connector 1129">
                <a:extLst>
                  <a:ext uri="{FF2B5EF4-FFF2-40B4-BE49-F238E27FC236}">
                    <a16:creationId xmlns:a16="http://schemas.microsoft.com/office/drawing/2014/main" id="{61C94EA0-6E03-21E7-1F36-70314BDC445F}"/>
                  </a:ext>
                </a:extLst>
              </p:cNvPr>
              <p:cNvCxnSpPr>
                <a:cxnSpLocks noChangeShapeType="1"/>
              </p:cNvCxnSpPr>
              <p:nvPr/>
            </p:nvCxnSpPr>
            <p:spPr bwMode="auto">
              <a:xfrm rot="5400000">
                <a:off x="883445"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1102" name="Straight Connector 1130">
                <a:extLst>
                  <a:ext uri="{FF2B5EF4-FFF2-40B4-BE49-F238E27FC236}">
                    <a16:creationId xmlns:a16="http://schemas.microsoft.com/office/drawing/2014/main" id="{A1B3CE9F-1685-72C3-EF01-3B4CB3714098}"/>
                  </a:ext>
                </a:extLst>
              </p:cNvPr>
              <p:cNvCxnSpPr>
                <a:cxnSpLocks noChangeShapeType="1"/>
              </p:cNvCxnSpPr>
              <p:nvPr/>
            </p:nvCxnSpPr>
            <p:spPr bwMode="auto">
              <a:xfrm rot="5400000">
                <a:off x="1134270"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sp>
            <p:nvSpPr>
              <p:cNvPr id="1103" name="TextBox 1131">
                <a:extLst>
                  <a:ext uri="{FF2B5EF4-FFF2-40B4-BE49-F238E27FC236}">
                    <a16:creationId xmlns:a16="http://schemas.microsoft.com/office/drawing/2014/main" id="{BF4876EC-FADF-DDA6-CA36-EDFF4E7C66F7}"/>
                  </a:ext>
                </a:extLst>
              </p:cNvPr>
              <p:cNvSpPr txBox="1">
                <a:spLocks noChangeArrowheads="1"/>
              </p:cNvSpPr>
              <p:nvPr/>
            </p:nvSpPr>
            <p:spPr bwMode="auto">
              <a:xfrm>
                <a:off x="917575" y="1838325"/>
                <a:ext cx="29767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r>
                  <a:rPr lang="en-US" altLang="zh-CN" sz="1200">
                    <a:solidFill>
                      <a:srgbClr val="717F9F"/>
                    </a:solidFill>
                    <a:latin typeface="Arial" panose="020B0604020202020204" pitchFamily="34" charset="0"/>
                    <a:ea typeface="MS PGothic" panose="020B0600070205080204" pitchFamily="34" charset="-128"/>
                  </a:rPr>
                  <a:t>…</a:t>
                </a:r>
              </a:p>
            </p:txBody>
          </p:sp>
        </p:grpSp>
        <p:grpSp>
          <p:nvGrpSpPr>
            <p:cNvPr id="1085" name="Group 965">
              <a:extLst>
                <a:ext uri="{FF2B5EF4-FFF2-40B4-BE49-F238E27FC236}">
                  <a16:creationId xmlns:a16="http://schemas.microsoft.com/office/drawing/2014/main" id="{9D3DF81B-9F5B-3C0F-86C0-3CDC3DCB8C98}"/>
                </a:ext>
              </a:extLst>
            </p:cNvPr>
            <p:cNvGrpSpPr/>
            <p:nvPr/>
          </p:nvGrpSpPr>
          <p:grpSpPr bwMode="auto">
            <a:xfrm>
              <a:off x="656433" y="2706158"/>
              <a:ext cx="826293" cy="276999"/>
              <a:chOff x="656433" y="1838325"/>
              <a:chExt cx="826293" cy="276999"/>
            </a:xfrm>
          </p:grpSpPr>
          <p:cxnSp>
            <p:nvCxnSpPr>
              <p:cNvPr id="1086" name="Straight Connector 1114">
                <a:extLst>
                  <a:ext uri="{FF2B5EF4-FFF2-40B4-BE49-F238E27FC236}">
                    <a16:creationId xmlns:a16="http://schemas.microsoft.com/office/drawing/2014/main" id="{DD565A56-4965-084E-3F03-D48BF187DD2E}"/>
                  </a:ext>
                </a:extLst>
              </p:cNvPr>
              <p:cNvCxnSpPr>
                <a:cxnSpLocks noChangeShapeType="1"/>
              </p:cNvCxnSpPr>
              <p:nvPr/>
            </p:nvCxnSpPr>
            <p:spPr bwMode="auto">
              <a:xfrm rot="5400000">
                <a:off x="594520"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1087" name="Straight Connector 1115">
                <a:extLst>
                  <a:ext uri="{FF2B5EF4-FFF2-40B4-BE49-F238E27FC236}">
                    <a16:creationId xmlns:a16="http://schemas.microsoft.com/office/drawing/2014/main" id="{964191B4-8116-A7BB-E5A4-CD67D9379989}"/>
                  </a:ext>
                </a:extLst>
              </p:cNvPr>
              <p:cNvCxnSpPr>
                <a:cxnSpLocks noChangeShapeType="1"/>
              </p:cNvCxnSpPr>
              <p:nvPr/>
            </p:nvCxnSpPr>
            <p:spPr bwMode="auto">
              <a:xfrm rot="5400000">
                <a:off x="690828"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1088" name="Straight Connector 1116">
                <a:extLst>
                  <a:ext uri="{FF2B5EF4-FFF2-40B4-BE49-F238E27FC236}">
                    <a16:creationId xmlns:a16="http://schemas.microsoft.com/office/drawing/2014/main" id="{6CE874D1-A0C6-3C28-FC87-D6FDCAB9FF65}"/>
                  </a:ext>
                </a:extLst>
              </p:cNvPr>
              <p:cNvCxnSpPr>
                <a:cxnSpLocks noChangeShapeType="1"/>
              </p:cNvCxnSpPr>
              <p:nvPr/>
            </p:nvCxnSpPr>
            <p:spPr bwMode="auto">
              <a:xfrm rot="5400000">
                <a:off x="787136"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1089" name="Straight Connector 1117">
                <a:extLst>
                  <a:ext uri="{FF2B5EF4-FFF2-40B4-BE49-F238E27FC236}">
                    <a16:creationId xmlns:a16="http://schemas.microsoft.com/office/drawing/2014/main" id="{9D0E8278-D18F-9D17-5637-B8B188483681}"/>
                  </a:ext>
                </a:extLst>
              </p:cNvPr>
              <p:cNvCxnSpPr>
                <a:cxnSpLocks noChangeShapeType="1"/>
              </p:cNvCxnSpPr>
              <p:nvPr/>
            </p:nvCxnSpPr>
            <p:spPr bwMode="auto">
              <a:xfrm rot="5400000">
                <a:off x="1229520"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1090" name="Straight Connector 1118">
                <a:extLst>
                  <a:ext uri="{FF2B5EF4-FFF2-40B4-BE49-F238E27FC236}">
                    <a16:creationId xmlns:a16="http://schemas.microsoft.com/office/drawing/2014/main" id="{440FB1B6-E2CD-3439-8C25-13ED8F346AA0}"/>
                  </a:ext>
                </a:extLst>
              </p:cNvPr>
              <p:cNvCxnSpPr>
                <a:cxnSpLocks noChangeShapeType="1"/>
              </p:cNvCxnSpPr>
              <p:nvPr/>
            </p:nvCxnSpPr>
            <p:spPr bwMode="auto">
              <a:xfrm rot="5400000">
                <a:off x="1324770"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1091" name="Straight Connector 1119">
                <a:extLst>
                  <a:ext uri="{FF2B5EF4-FFF2-40B4-BE49-F238E27FC236}">
                    <a16:creationId xmlns:a16="http://schemas.microsoft.com/office/drawing/2014/main" id="{0B520388-69AE-CB92-56BC-8C25E941C0BF}"/>
                  </a:ext>
                </a:extLst>
              </p:cNvPr>
              <p:cNvCxnSpPr>
                <a:cxnSpLocks noChangeShapeType="1"/>
              </p:cNvCxnSpPr>
              <p:nvPr/>
            </p:nvCxnSpPr>
            <p:spPr bwMode="auto">
              <a:xfrm rot="5400000">
                <a:off x="1420020"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1092" name="Straight Connector 1120">
                <a:extLst>
                  <a:ext uri="{FF2B5EF4-FFF2-40B4-BE49-F238E27FC236}">
                    <a16:creationId xmlns:a16="http://schemas.microsoft.com/office/drawing/2014/main" id="{262DA127-E25F-F46A-492E-38F737369861}"/>
                  </a:ext>
                </a:extLst>
              </p:cNvPr>
              <p:cNvCxnSpPr>
                <a:cxnSpLocks noChangeShapeType="1"/>
              </p:cNvCxnSpPr>
              <p:nvPr/>
            </p:nvCxnSpPr>
            <p:spPr bwMode="auto">
              <a:xfrm rot="5400000">
                <a:off x="883445"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1093" name="Straight Connector 1121">
                <a:extLst>
                  <a:ext uri="{FF2B5EF4-FFF2-40B4-BE49-F238E27FC236}">
                    <a16:creationId xmlns:a16="http://schemas.microsoft.com/office/drawing/2014/main" id="{D0733537-7678-EB8D-8261-3299387FC282}"/>
                  </a:ext>
                </a:extLst>
              </p:cNvPr>
              <p:cNvCxnSpPr>
                <a:cxnSpLocks noChangeShapeType="1"/>
              </p:cNvCxnSpPr>
              <p:nvPr/>
            </p:nvCxnSpPr>
            <p:spPr bwMode="auto">
              <a:xfrm rot="5400000">
                <a:off x="1134270"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sp>
            <p:nvSpPr>
              <p:cNvPr id="1094" name="TextBox 1122">
                <a:extLst>
                  <a:ext uri="{FF2B5EF4-FFF2-40B4-BE49-F238E27FC236}">
                    <a16:creationId xmlns:a16="http://schemas.microsoft.com/office/drawing/2014/main" id="{F5C9C2FE-2B30-D9D6-CF51-94DA62E4BD44}"/>
                  </a:ext>
                </a:extLst>
              </p:cNvPr>
              <p:cNvSpPr txBox="1">
                <a:spLocks noChangeArrowheads="1"/>
              </p:cNvSpPr>
              <p:nvPr/>
            </p:nvSpPr>
            <p:spPr bwMode="auto">
              <a:xfrm>
                <a:off x="917575" y="1838325"/>
                <a:ext cx="29767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r>
                  <a:rPr lang="en-US" altLang="zh-CN" sz="1200">
                    <a:solidFill>
                      <a:srgbClr val="717F9F"/>
                    </a:solidFill>
                    <a:latin typeface="Arial" panose="020B0604020202020204" pitchFamily="34" charset="0"/>
                    <a:ea typeface="MS PGothic" panose="020B0600070205080204" pitchFamily="34" charset="-128"/>
                  </a:rPr>
                  <a:t>…</a:t>
                </a:r>
              </a:p>
            </p:txBody>
          </p:sp>
        </p:grpSp>
      </p:grpSp>
      <p:grpSp>
        <p:nvGrpSpPr>
          <p:cNvPr id="1113" name="Group 1141">
            <a:extLst>
              <a:ext uri="{FF2B5EF4-FFF2-40B4-BE49-F238E27FC236}">
                <a16:creationId xmlns:a16="http://schemas.microsoft.com/office/drawing/2014/main" id="{4395710E-DA8F-95EA-D017-CB5764CC3668}"/>
              </a:ext>
            </a:extLst>
          </p:cNvPr>
          <p:cNvGrpSpPr/>
          <p:nvPr/>
        </p:nvGrpSpPr>
        <p:grpSpPr bwMode="auto">
          <a:xfrm>
            <a:off x="5415666" y="3755944"/>
            <a:ext cx="3157538" cy="284162"/>
            <a:chOff x="656433" y="2706158"/>
            <a:chExt cx="3158860" cy="285466"/>
          </a:xfrm>
        </p:grpSpPr>
        <p:grpSp>
          <p:nvGrpSpPr>
            <p:cNvPr id="1114" name="Group 945">
              <a:extLst>
                <a:ext uri="{FF2B5EF4-FFF2-40B4-BE49-F238E27FC236}">
                  <a16:creationId xmlns:a16="http://schemas.microsoft.com/office/drawing/2014/main" id="{A892A704-16A0-DA9D-8DC8-DF62C8A3F604}"/>
                </a:ext>
              </a:extLst>
            </p:cNvPr>
            <p:cNvGrpSpPr/>
            <p:nvPr/>
          </p:nvGrpSpPr>
          <p:grpSpPr bwMode="auto">
            <a:xfrm>
              <a:off x="2989000" y="2714624"/>
              <a:ext cx="826293" cy="276999"/>
              <a:chOff x="656433" y="1838325"/>
              <a:chExt cx="826293" cy="276999"/>
            </a:xfrm>
          </p:grpSpPr>
          <p:cxnSp>
            <p:nvCxnSpPr>
              <p:cNvPr id="1135" name="Straight Connector 1166">
                <a:extLst>
                  <a:ext uri="{FF2B5EF4-FFF2-40B4-BE49-F238E27FC236}">
                    <a16:creationId xmlns:a16="http://schemas.microsoft.com/office/drawing/2014/main" id="{64224586-7F49-0246-1144-32BBD42DFE19}"/>
                  </a:ext>
                </a:extLst>
              </p:cNvPr>
              <p:cNvCxnSpPr>
                <a:cxnSpLocks noChangeShapeType="1"/>
              </p:cNvCxnSpPr>
              <p:nvPr/>
            </p:nvCxnSpPr>
            <p:spPr bwMode="auto">
              <a:xfrm rot="5400000">
                <a:off x="594520"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1136" name="Straight Connector 1168">
                <a:extLst>
                  <a:ext uri="{FF2B5EF4-FFF2-40B4-BE49-F238E27FC236}">
                    <a16:creationId xmlns:a16="http://schemas.microsoft.com/office/drawing/2014/main" id="{4AEE4D59-7304-1C48-083D-60F3F61BE043}"/>
                  </a:ext>
                </a:extLst>
              </p:cNvPr>
              <p:cNvCxnSpPr>
                <a:cxnSpLocks noChangeShapeType="1"/>
              </p:cNvCxnSpPr>
              <p:nvPr/>
            </p:nvCxnSpPr>
            <p:spPr bwMode="auto">
              <a:xfrm rot="5400000">
                <a:off x="690828"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1137" name="Straight Connector 1171">
                <a:extLst>
                  <a:ext uri="{FF2B5EF4-FFF2-40B4-BE49-F238E27FC236}">
                    <a16:creationId xmlns:a16="http://schemas.microsoft.com/office/drawing/2014/main" id="{FBBF4713-3E14-DB5B-0636-13371991D38F}"/>
                  </a:ext>
                </a:extLst>
              </p:cNvPr>
              <p:cNvCxnSpPr>
                <a:cxnSpLocks noChangeShapeType="1"/>
              </p:cNvCxnSpPr>
              <p:nvPr/>
            </p:nvCxnSpPr>
            <p:spPr bwMode="auto">
              <a:xfrm rot="5400000">
                <a:off x="787136"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1138" name="Straight Connector 1173">
                <a:extLst>
                  <a:ext uri="{FF2B5EF4-FFF2-40B4-BE49-F238E27FC236}">
                    <a16:creationId xmlns:a16="http://schemas.microsoft.com/office/drawing/2014/main" id="{466ED962-D641-595C-4BDC-FC349DBC266F}"/>
                  </a:ext>
                </a:extLst>
              </p:cNvPr>
              <p:cNvCxnSpPr>
                <a:cxnSpLocks noChangeShapeType="1"/>
              </p:cNvCxnSpPr>
              <p:nvPr/>
            </p:nvCxnSpPr>
            <p:spPr bwMode="auto">
              <a:xfrm rot="5400000">
                <a:off x="1229520"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1139" name="Straight Connector 1176">
                <a:extLst>
                  <a:ext uri="{FF2B5EF4-FFF2-40B4-BE49-F238E27FC236}">
                    <a16:creationId xmlns:a16="http://schemas.microsoft.com/office/drawing/2014/main" id="{5D91D0EB-E142-E031-9F32-54C47A900403}"/>
                  </a:ext>
                </a:extLst>
              </p:cNvPr>
              <p:cNvCxnSpPr>
                <a:cxnSpLocks noChangeShapeType="1"/>
              </p:cNvCxnSpPr>
              <p:nvPr/>
            </p:nvCxnSpPr>
            <p:spPr bwMode="auto">
              <a:xfrm rot="5400000">
                <a:off x="1324770"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1140" name="Straight Connector 1178">
                <a:extLst>
                  <a:ext uri="{FF2B5EF4-FFF2-40B4-BE49-F238E27FC236}">
                    <a16:creationId xmlns:a16="http://schemas.microsoft.com/office/drawing/2014/main" id="{90F2E010-43ED-CD8F-8B11-1FC4BE83630A}"/>
                  </a:ext>
                </a:extLst>
              </p:cNvPr>
              <p:cNvCxnSpPr>
                <a:cxnSpLocks noChangeShapeType="1"/>
              </p:cNvCxnSpPr>
              <p:nvPr/>
            </p:nvCxnSpPr>
            <p:spPr bwMode="auto">
              <a:xfrm rot="5400000">
                <a:off x="1420020"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1141" name="Straight Connector 1181">
                <a:extLst>
                  <a:ext uri="{FF2B5EF4-FFF2-40B4-BE49-F238E27FC236}">
                    <a16:creationId xmlns:a16="http://schemas.microsoft.com/office/drawing/2014/main" id="{0961BFE4-FF58-1C44-C415-156F38A89F20}"/>
                  </a:ext>
                </a:extLst>
              </p:cNvPr>
              <p:cNvCxnSpPr>
                <a:cxnSpLocks noChangeShapeType="1"/>
              </p:cNvCxnSpPr>
              <p:nvPr/>
            </p:nvCxnSpPr>
            <p:spPr bwMode="auto">
              <a:xfrm rot="5400000">
                <a:off x="883445"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1142" name="Straight Connector 1183">
                <a:extLst>
                  <a:ext uri="{FF2B5EF4-FFF2-40B4-BE49-F238E27FC236}">
                    <a16:creationId xmlns:a16="http://schemas.microsoft.com/office/drawing/2014/main" id="{5DE592F1-1CEE-60F2-C733-EBF74B01F2A4}"/>
                  </a:ext>
                </a:extLst>
              </p:cNvPr>
              <p:cNvCxnSpPr>
                <a:cxnSpLocks noChangeShapeType="1"/>
              </p:cNvCxnSpPr>
              <p:nvPr/>
            </p:nvCxnSpPr>
            <p:spPr bwMode="auto">
              <a:xfrm rot="5400000">
                <a:off x="1134270"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sp>
            <p:nvSpPr>
              <p:cNvPr id="1143" name="TextBox 1186">
                <a:extLst>
                  <a:ext uri="{FF2B5EF4-FFF2-40B4-BE49-F238E27FC236}">
                    <a16:creationId xmlns:a16="http://schemas.microsoft.com/office/drawing/2014/main" id="{844BC484-B6CA-2AA9-AB2E-D589EB9B8541}"/>
                  </a:ext>
                </a:extLst>
              </p:cNvPr>
              <p:cNvSpPr txBox="1">
                <a:spLocks noChangeArrowheads="1"/>
              </p:cNvSpPr>
              <p:nvPr/>
            </p:nvSpPr>
            <p:spPr bwMode="auto">
              <a:xfrm>
                <a:off x="917575" y="1838325"/>
                <a:ext cx="29767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r>
                  <a:rPr lang="en-US" altLang="zh-CN" sz="1200">
                    <a:solidFill>
                      <a:srgbClr val="717F9F"/>
                    </a:solidFill>
                    <a:latin typeface="Arial" panose="020B0604020202020204" pitchFamily="34" charset="0"/>
                    <a:ea typeface="MS PGothic" panose="020B0600070205080204" pitchFamily="34" charset="-128"/>
                  </a:rPr>
                  <a:t>…</a:t>
                </a:r>
              </a:p>
            </p:txBody>
          </p:sp>
        </p:grpSp>
        <p:grpSp>
          <p:nvGrpSpPr>
            <p:cNvPr id="1115" name="Group 955">
              <a:extLst>
                <a:ext uri="{FF2B5EF4-FFF2-40B4-BE49-F238E27FC236}">
                  <a16:creationId xmlns:a16="http://schemas.microsoft.com/office/drawing/2014/main" id="{412B4960-A995-02A7-023D-C41F9606FF95}"/>
                </a:ext>
              </a:extLst>
            </p:cNvPr>
            <p:cNvGrpSpPr/>
            <p:nvPr/>
          </p:nvGrpSpPr>
          <p:grpSpPr bwMode="auto">
            <a:xfrm>
              <a:off x="1829066" y="2714625"/>
              <a:ext cx="826293" cy="276999"/>
              <a:chOff x="656433" y="1838325"/>
              <a:chExt cx="826293" cy="276999"/>
            </a:xfrm>
          </p:grpSpPr>
          <p:cxnSp>
            <p:nvCxnSpPr>
              <p:cNvPr id="1126" name="Straight Connector 1154">
                <a:extLst>
                  <a:ext uri="{FF2B5EF4-FFF2-40B4-BE49-F238E27FC236}">
                    <a16:creationId xmlns:a16="http://schemas.microsoft.com/office/drawing/2014/main" id="{5BB59096-23A4-31A6-FFA9-9F3F11A66F5B}"/>
                  </a:ext>
                </a:extLst>
              </p:cNvPr>
              <p:cNvCxnSpPr>
                <a:cxnSpLocks noChangeShapeType="1"/>
              </p:cNvCxnSpPr>
              <p:nvPr/>
            </p:nvCxnSpPr>
            <p:spPr bwMode="auto">
              <a:xfrm rot="5400000">
                <a:off x="594520"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1127" name="Straight Connector 1155">
                <a:extLst>
                  <a:ext uri="{FF2B5EF4-FFF2-40B4-BE49-F238E27FC236}">
                    <a16:creationId xmlns:a16="http://schemas.microsoft.com/office/drawing/2014/main" id="{7743E4A3-D05C-35FD-FC6F-F1716B32BDAC}"/>
                  </a:ext>
                </a:extLst>
              </p:cNvPr>
              <p:cNvCxnSpPr>
                <a:cxnSpLocks noChangeShapeType="1"/>
              </p:cNvCxnSpPr>
              <p:nvPr/>
            </p:nvCxnSpPr>
            <p:spPr bwMode="auto">
              <a:xfrm rot="5400000">
                <a:off x="690828"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1128" name="Straight Connector 1156">
                <a:extLst>
                  <a:ext uri="{FF2B5EF4-FFF2-40B4-BE49-F238E27FC236}">
                    <a16:creationId xmlns:a16="http://schemas.microsoft.com/office/drawing/2014/main" id="{074CEA7E-AF28-0E82-A695-45C7D65D5F20}"/>
                  </a:ext>
                </a:extLst>
              </p:cNvPr>
              <p:cNvCxnSpPr>
                <a:cxnSpLocks noChangeShapeType="1"/>
              </p:cNvCxnSpPr>
              <p:nvPr/>
            </p:nvCxnSpPr>
            <p:spPr bwMode="auto">
              <a:xfrm rot="5400000">
                <a:off x="787136"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1129" name="Straight Connector 1157">
                <a:extLst>
                  <a:ext uri="{FF2B5EF4-FFF2-40B4-BE49-F238E27FC236}">
                    <a16:creationId xmlns:a16="http://schemas.microsoft.com/office/drawing/2014/main" id="{D6FF9042-1792-1A50-76A0-36B5F1B5F21D}"/>
                  </a:ext>
                </a:extLst>
              </p:cNvPr>
              <p:cNvCxnSpPr>
                <a:cxnSpLocks noChangeShapeType="1"/>
              </p:cNvCxnSpPr>
              <p:nvPr/>
            </p:nvCxnSpPr>
            <p:spPr bwMode="auto">
              <a:xfrm rot="5400000">
                <a:off x="1229520"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1130" name="Straight Connector 1158">
                <a:extLst>
                  <a:ext uri="{FF2B5EF4-FFF2-40B4-BE49-F238E27FC236}">
                    <a16:creationId xmlns:a16="http://schemas.microsoft.com/office/drawing/2014/main" id="{0581CABB-4641-185D-8DCE-73D004C9EEF1}"/>
                  </a:ext>
                </a:extLst>
              </p:cNvPr>
              <p:cNvCxnSpPr>
                <a:cxnSpLocks noChangeShapeType="1"/>
              </p:cNvCxnSpPr>
              <p:nvPr/>
            </p:nvCxnSpPr>
            <p:spPr bwMode="auto">
              <a:xfrm rot="5400000">
                <a:off x="1324770"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1131" name="Straight Connector 1159">
                <a:extLst>
                  <a:ext uri="{FF2B5EF4-FFF2-40B4-BE49-F238E27FC236}">
                    <a16:creationId xmlns:a16="http://schemas.microsoft.com/office/drawing/2014/main" id="{A43242FB-0795-6F58-0582-B9A83523996F}"/>
                  </a:ext>
                </a:extLst>
              </p:cNvPr>
              <p:cNvCxnSpPr>
                <a:cxnSpLocks noChangeShapeType="1"/>
              </p:cNvCxnSpPr>
              <p:nvPr/>
            </p:nvCxnSpPr>
            <p:spPr bwMode="auto">
              <a:xfrm rot="5400000">
                <a:off x="1420020"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1132" name="Straight Connector 1160">
                <a:extLst>
                  <a:ext uri="{FF2B5EF4-FFF2-40B4-BE49-F238E27FC236}">
                    <a16:creationId xmlns:a16="http://schemas.microsoft.com/office/drawing/2014/main" id="{702C689B-68E7-B95E-4052-1655FBD3BCF0}"/>
                  </a:ext>
                </a:extLst>
              </p:cNvPr>
              <p:cNvCxnSpPr>
                <a:cxnSpLocks noChangeShapeType="1"/>
              </p:cNvCxnSpPr>
              <p:nvPr/>
            </p:nvCxnSpPr>
            <p:spPr bwMode="auto">
              <a:xfrm rot="5400000">
                <a:off x="883445"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1133" name="Straight Connector 1161">
                <a:extLst>
                  <a:ext uri="{FF2B5EF4-FFF2-40B4-BE49-F238E27FC236}">
                    <a16:creationId xmlns:a16="http://schemas.microsoft.com/office/drawing/2014/main" id="{B5292DC0-F67C-D31A-0536-98FA308BC3FA}"/>
                  </a:ext>
                </a:extLst>
              </p:cNvPr>
              <p:cNvCxnSpPr>
                <a:cxnSpLocks noChangeShapeType="1"/>
              </p:cNvCxnSpPr>
              <p:nvPr/>
            </p:nvCxnSpPr>
            <p:spPr bwMode="auto">
              <a:xfrm rot="5400000">
                <a:off x="1134270"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sp>
            <p:nvSpPr>
              <p:cNvPr id="1134" name="TextBox 1163">
                <a:extLst>
                  <a:ext uri="{FF2B5EF4-FFF2-40B4-BE49-F238E27FC236}">
                    <a16:creationId xmlns:a16="http://schemas.microsoft.com/office/drawing/2014/main" id="{DB344685-E790-EF81-3952-50866A0D3686}"/>
                  </a:ext>
                </a:extLst>
              </p:cNvPr>
              <p:cNvSpPr txBox="1">
                <a:spLocks noChangeArrowheads="1"/>
              </p:cNvSpPr>
              <p:nvPr/>
            </p:nvSpPr>
            <p:spPr bwMode="auto">
              <a:xfrm>
                <a:off x="917575" y="1838325"/>
                <a:ext cx="29767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r>
                  <a:rPr lang="en-US" altLang="zh-CN" sz="1200">
                    <a:solidFill>
                      <a:srgbClr val="717F9F"/>
                    </a:solidFill>
                    <a:latin typeface="Arial" panose="020B0604020202020204" pitchFamily="34" charset="0"/>
                    <a:ea typeface="MS PGothic" panose="020B0600070205080204" pitchFamily="34" charset="-128"/>
                  </a:rPr>
                  <a:t>…</a:t>
                </a:r>
              </a:p>
            </p:txBody>
          </p:sp>
        </p:grpSp>
        <p:grpSp>
          <p:nvGrpSpPr>
            <p:cNvPr id="1116" name="Group 965">
              <a:extLst>
                <a:ext uri="{FF2B5EF4-FFF2-40B4-BE49-F238E27FC236}">
                  <a16:creationId xmlns:a16="http://schemas.microsoft.com/office/drawing/2014/main" id="{3985A7FB-787A-A29E-9793-6C6FD70C897C}"/>
                </a:ext>
              </a:extLst>
            </p:cNvPr>
            <p:cNvGrpSpPr/>
            <p:nvPr/>
          </p:nvGrpSpPr>
          <p:grpSpPr bwMode="auto">
            <a:xfrm>
              <a:off x="656433" y="2706158"/>
              <a:ext cx="826293" cy="276999"/>
              <a:chOff x="656433" y="1838325"/>
              <a:chExt cx="826293" cy="276999"/>
            </a:xfrm>
          </p:grpSpPr>
          <p:cxnSp>
            <p:nvCxnSpPr>
              <p:cNvPr id="1117" name="Straight Connector 1145">
                <a:extLst>
                  <a:ext uri="{FF2B5EF4-FFF2-40B4-BE49-F238E27FC236}">
                    <a16:creationId xmlns:a16="http://schemas.microsoft.com/office/drawing/2014/main" id="{DA294214-26E2-417E-8684-A0F01E5633BA}"/>
                  </a:ext>
                </a:extLst>
              </p:cNvPr>
              <p:cNvCxnSpPr>
                <a:cxnSpLocks noChangeShapeType="1"/>
              </p:cNvCxnSpPr>
              <p:nvPr/>
            </p:nvCxnSpPr>
            <p:spPr bwMode="auto">
              <a:xfrm rot="5400000">
                <a:off x="594520"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1118" name="Straight Connector 1146">
                <a:extLst>
                  <a:ext uri="{FF2B5EF4-FFF2-40B4-BE49-F238E27FC236}">
                    <a16:creationId xmlns:a16="http://schemas.microsoft.com/office/drawing/2014/main" id="{658FB269-9533-8E11-93D0-141D679A62C6}"/>
                  </a:ext>
                </a:extLst>
              </p:cNvPr>
              <p:cNvCxnSpPr>
                <a:cxnSpLocks noChangeShapeType="1"/>
              </p:cNvCxnSpPr>
              <p:nvPr/>
            </p:nvCxnSpPr>
            <p:spPr bwMode="auto">
              <a:xfrm rot="5400000">
                <a:off x="690828"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1119" name="Straight Connector 1147">
                <a:extLst>
                  <a:ext uri="{FF2B5EF4-FFF2-40B4-BE49-F238E27FC236}">
                    <a16:creationId xmlns:a16="http://schemas.microsoft.com/office/drawing/2014/main" id="{E7B67AC7-5877-1842-BEE7-F01E3BCC5BBC}"/>
                  </a:ext>
                </a:extLst>
              </p:cNvPr>
              <p:cNvCxnSpPr>
                <a:cxnSpLocks noChangeShapeType="1"/>
              </p:cNvCxnSpPr>
              <p:nvPr/>
            </p:nvCxnSpPr>
            <p:spPr bwMode="auto">
              <a:xfrm rot="5400000">
                <a:off x="787136"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1120" name="Straight Connector 1148">
                <a:extLst>
                  <a:ext uri="{FF2B5EF4-FFF2-40B4-BE49-F238E27FC236}">
                    <a16:creationId xmlns:a16="http://schemas.microsoft.com/office/drawing/2014/main" id="{496596DA-9EF5-A76F-0645-B690CD08E38D}"/>
                  </a:ext>
                </a:extLst>
              </p:cNvPr>
              <p:cNvCxnSpPr>
                <a:cxnSpLocks noChangeShapeType="1"/>
              </p:cNvCxnSpPr>
              <p:nvPr/>
            </p:nvCxnSpPr>
            <p:spPr bwMode="auto">
              <a:xfrm rot="5400000">
                <a:off x="1229520"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1121" name="Straight Connector 1149">
                <a:extLst>
                  <a:ext uri="{FF2B5EF4-FFF2-40B4-BE49-F238E27FC236}">
                    <a16:creationId xmlns:a16="http://schemas.microsoft.com/office/drawing/2014/main" id="{2906580E-726F-A460-785B-B7C8D4A933AF}"/>
                  </a:ext>
                </a:extLst>
              </p:cNvPr>
              <p:cNvCxnSpPr>
                <a:cxnSpLocks noChangeShapeType="1"/>
              </p:cNvCxnSpPr>
              <p:nvPr/>
            </p:nvCxnSpPr>
            <p:spPr bwMode="auto">
              <a:xfrm rot="5400000">
                <a:off x="1324770"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1122" name="Straight Connector 1150">
                <a:extLst>
                  <a:ext uri="{FF2B5EF4-FFF2-40B4-BE49-F238E27FC236}">
                    <a16:creationId xmlns:a16="http://schemas.microsoft.com/office/drawing/2014/main" id="{E947019D-686B-773C-1A72-8528EBEE24F9}"/>
                  </a:ext>
                </a:extLst>
              </p:cNvPr>
              <p:cNvCxnSpPr>
                <a:cxnSpLocks noChangeShapeType="1"/>
              </p:cNvCxnSpPr>
              <p:nvPr/>
            </p:nvCxnSpPr>
            <p:spPr bwMode="auto">
              <a:xfrm rot="5400000">
                <a:off x="1420020"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1123" name="Straight Connector 1151">
                <a:extLst>
                  <a:ext uri="{FF2B5EF4-FFF2-40B4-BE49-F238E27FC236}">
                    <a16:creationId xmlns:a16="http://schemas.microsoft.com/office/drawing/2014/main" id="{DC1902BB-BEFF-58A4-E221-2D1C07FD9635}"/>
                  </a:ext>
                </a:extLst>
              </p:cNvPr>
              <p:cNvCxnSpPr>
                <a:cxnSpLocks noChangeShapeType="1"/>
              </p:cNvCxnSpPr>
              <p:nvPr/>
            </p:nvCxnSpPr>
            <p:spPr bwMode="auto">
              <a:xfrm rot="5400000">
                <a:off x="883445"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1124" name="Straight Connector 1152">
                <a:extLst>
                  <a:ext uri="{FF2B5EF4-FFF2-40B4-BE49-F238E27FC236}">
                    <a16:creationId xmlns:a16="http://schemas.microsoft.com/office/drawing/2014/main" id="{F8CA5B46-047D-FD92-0B14-66E46CF2836C}"/>
                  </a:ext>
                </a:extLst>
              </p:cNvPr>
              <p:cNvCxnSpPr>
                <a:cxnSpLocks noChangeShapeType="1"/>
              </p:cNvCxnSpPr>
              <p:nvPr/>
            </p:nvCxnSpPr>
            <p:spPr bwMode="auto">
              <a:xfrm rot="5400000">
                <a:off x="1134270"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sp>
            <p:nvSpPr>
              <p:cNvPr id="1125" name="TextBox 1153">
                <a:extLst>
                  <a:ext uri="{FF2B5EF4-FFF2-40B4-BE49-F238E27FC236}">
                    <a16:creationId xmlns:a16="http://schemas.microsoft.com/office/drawing/2014/main" id="{CF2C6443-A54D-4A8A-CF0B-106EC07B2447}"/>
                  </a:ext>
                </a:extLst>
              </p:cNvPr>
              <p:cNvSpPr txBox="1">
                <a:spLocks noChangeArrowheads="1"/>
              </p:cNvSpPr>
              <p:nvPr/>
            </p:nvSpPr>
            <p:spPr bwMode="auto">
              <a:xfrm>
                <a:off x="917575" y="1838325"/>
                <a:ext cx="29767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r>
                  <a:rPr lang="en-US" altLang="zh-CN" sz="1200">
                    <a:solidFill>
                      <a:srgbClr val="717F9F"/>
                    </a:solidFill>
                    <a:latin typeface="Arial" panose="020B0604020202020204" pitchFamily="34" charset="0"/>
                    <a:ea typeface="MS PGothic" panose="020B0600070205080204" pitchFamily="34" charset="-128"/>
                  </a:rPr>
                  <a:t>…</a:t>
                </a:r>
              </a:p>
            </p:txBody>
          </p:sp>
        </p:grpSp>
      </p:grpSp>
      <p:grpSp>
        <p:nvGrpSpPr>
          <p:cNvPr id="1144" name="Group 1188">
            <a:extLst>
              <a:ext uri="{FF2B5EF4-FFF2-40B4-BE49-F238E27FC236}">
                <a16:creationId xmlns:a16="http://schemas.microsoft.com/office/drawing/2014/main" id="{2615A546-90E0-E16B-8A9F-D803029B9F98}"/>
              </a:ext>
            </a:extLst>
          </p:cNvPr>
          <p:cNvGrpSpPr/>
          <p:nvPr/>
        </p:nvGrpSpPr>
        <p:grpSpPr bwMode="auto">
          <a:xfrm>
            <a:off x="5409316" y="4638594"/>
            <a:ext cx="3157538" cy="284162"/>
            <a:chOff x="656433" y="2706158"/>
            <a:chExt cx="3158860" cy="285466"/>
          </a:xfrm>
        </p:grpSpPr>
        <p:grpSp>
          <p:nvGrpSpPr>
            <p:cNvPr id="1145" name="Group 945">
              <a:extLst>
                <a:ext uri="{FF2B5EF4-FFF2-40B4-BE49-F238E27FC236}">
                  <a16:creationId xmlns:a16="http://schemas.microsoft.com/office/drawing/2014/main" id="{3326A10B-4585-E83C-BDF0-C6E9B773D42E}"/>
                </a:ext>
              </a:extLst>
            </p:cNvPr>
            <p:cNvGrpSpPr/>
            <p:nvPr/>
          </p:nvGrpSpPr>
          <p:grpSpPr bwMode="auto">
            <a:xfrm>
              <a:off x="2989000" y="2714624"/>
              <a:ext cx="826293" cy="276999"/>
              <a:chOff x="656433" y="1838325"/>
              <a:chExt cx="826293" cy="276999"/>
            </a:xfrm>
          </p:grpSpPr>
          <p:cxnSp>
            <p:nvCxnSpPr>
              <p:cNvPr id="1166" name="Straight Connector 1215">
                <a:extLst>
                  <a:ext uri="{FF2B5EF4-FFF2-40B4-BE49-F238E27FC236}">
                    <a16:creationId xmlns:a16="http://schemas.microsoft.com/office/drawing/2014/main" id="{D34E6F6B-05D4-811D-7759-8BA5426487A3}"/>
                  </a:ext>
                </a:extLst>
              </p:cNvPr>
              <p:cNvCxnSpPr>
                <a:cxnSpLocks noChangeShapeType="1"/>
              </p:cNvCxnSpPr>
              <p:nvPr/>
            </p:nvCxnSpPr>
            <p:spPr bwMode="auto">
              <a:xfrm rot="5400000">
                <a:off x="594520"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1167" name="Straight Connector 1216">
                <a:extLst>
                  <a:ext uri="{FF2B5EF4-FFF2-40B4-BE49-F238E27FC236}">
                    <a16:creationId xmlns:a16="http://schemas.microsoft.com/office/drawing/2014/main" id="{AC22A3F5-917F-7499-4552-0FB2E642A015}"/>
                  </a:ext>
                </a:extLst>
              </p:cNvPr>
              <p:cNvCxnSpPr>
                <a:cxnSpLocks noChangeShapeType="1"/>
              </p:cNvCxnSpPr>
              <p:nvPr/>
            </p:nvCxnSpPr>
            <p:spPr bwMode="auto">
              <a:xfrm rot="5400000">
                <a:off x="690828"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1168" name="Straight Connector 1217">
                <a:extLst>
                  <a:ext uri="{FF2B5EF4-FFF2-40B4-BE49-F238E27FC236}">
                    <a16:creationId xmlns:a16="http://schemas.microsoft.com/office/drawing/2014/main" id="{7869D917-4B27-DD03-03ED-7033C971F5CF}"/>
                  </a:ext>
                </a:extLst>
              </p:cNvPr>
              <p:cNvCxnSpPr>
                <a:cxnSpLocks noChangeShapeType="1"/>
              </p:cNvCxnSpPr>
              <p:nvPr/>
            </p:nvCxnSpPr>
            <p:spPr bwMode="auto">
              <a:xfrm rot="5400000">
                <a:off x="787136"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1169" name="Straight Connector 1218">
                <a:extLst>
                  <a:ext uri="{FF2B5EF4-FFF2-40B4-BE49-F238E27FC236}">
                    <a16:creationId xmlns:a16="http://schemas.microsoft.com/office/drawing/2014/main" id="{57574DD5-4637-180F-BF23-49B9CD463B51}"/>
                  </a:ext>
                </a:extLst>
              </p:cNvPr>
              <p:cNvCxnSpPr>
                <a:cxnSpLocks noChangeShapeType="1"/>
              </p:cNvCxnSpPr>
              <p:nvPr/>
            </p:nvCxnSpPr>
            <p:spPr bwMode="auto">
              <a:xfrm rot="5400000">
                <a:off x="1229520"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1170" name="Straight Connector 1219">
                <a:extLst>
                  <a:ext uri="{FF2B5EF4-FFF2-40B4-BE49-F238E27FC236}">
                    <a16:creationId xmlns:a16="http://schemas.microsoft.com/office/drawing/2014/main" id="{9B6FFB86-3651-EDB3-AB56-67B029CB6F0B}"/>
                  </a:ext>
                </a:extLst>
              </p:cNvPr>
              <p:cNvCxnSpPr>
                <a:cxnSpLocks noChangeShapeType="1"/>
              </p:cNvCxnSpPr>
              <p:nvPr/>
            </p:nvCxnSpPr>
            <p:spPr bwMode="auto">
              <a:xfrm rot="5400000">
                <a:off x="1324770"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1171" name="Straight Connector 1220">
                <a:extLst>
                  <a:ext uri="{FF2B5EF4-FFF2-40B4-BE49-F238E27FC236}">
                    <a16:creationId xmlns:a16="http://schemas.microsoft.com/office/drawing/2014/main" id="{E829417A-CC4E-1794-CBB2-9DE3DBA4BBBB}"/>
                  </a:ext>
                </a:extLst>
              </p:cNvPr>
              <p:cNvCxnSpPr>
                <a:cxnSpLocks noChangeShapeType="1"/>
              </p:cNvCxnSpPr>
              <p:nvPr/>
            </p:nvCxnSpPr>
            <p:spPr bwMode="auto">
              <a:xfrm rot="5400000">
                <a:off x="1420020"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1172" name="Straight Connector 1221">
                <a:extLst>
                  <a:ext uri="{FF2B5EF4-FFF2-40B4-BE49-F238E27FC236}">
                    <a16:creationId xmlns:a16="http://schemas.microsoft.com/office/drawing/2014/main" id="{AE62CBD7-7CC6-26C3-B0E5-C4E28C256B30}"/>
                  </a:ext>
                </a:extLst>
              </p:cNvPr>
              <p:cNvCxnSpPr>
                <a:cxnSpLocks noChangeShapeType="1"/>
              </p:cNvCxnSpPr>
              <p:nvPr/>
            </p:nvCxnSpPr>
            <p:spPr bwMode="auto">
              <a:xfrm rot="5400000">
                <a:off x="883445"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1173" name="Straight Connector 1222">
                <a:extLst>
                  <a:ext uri="{FF2B5EF4-FFF2-40B4-BE49-F238E27FC236}">
                    <a16:creationId xmlns:a16="http://schemas.microsoft.com/office/drawing/2014/main" id="{D02F1AB0-AD4A-C696-6D63-A3BAEEB4FDCE}"/>
                  </a:ext>
                </a:extLst>
              </p:cNvPr>
              <p:cNvCxnSpPr>
                <a:cxnSpLocks noChangeShapeType="1"/>
              </p:cNvCxnSpPr>
              <p:nvPr/>
            </p:nvCxnSpPr>
            <p:spPr bwMode="auto">
              <a:xfrm rot="5400000">
                <a:off x="1134270"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sp>
            <p:nvSpPr>
              <p:cNvPr id="1174" name="TextBox 1223">
                <a:extLst>
                  <a:ext uri="{FF2B5EF4-FFF2-40B4-BE49-F238E27FC236}">
                    <a16:creationId xmlns:a16="http://schemas.microsoft.com/office/drawing/2014/main" id="{0843AD7D-33B1-CA2D-B315-D085F376324B}"/>
                  </a:ext>
                </a:extLst>
              </p:cNvPr>
              <p:cNvSpPr txBox="1">
                <a:spLocks noChangeArrowheads="1"/>
              </p:cNvSpPr>
              <p:nvPr/>
            </p:nvSpPr>
            <p:spPr bwMode="auto">
              <a:xfrm>
                <a:off x="917575" y="1838325"/>
                <a:ext cx="29767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r>
                  <a:rPr lang="en-US" altLang="zh-CN" sz="1200">
                    <a:solidFill>
                      <a:srgbClr val="717F9F"/>
                    </a:solidFill>
                    <a:latin typeface="Arial" panose="020B0604020202020204" pitchFamily="34" charset="0"/>
                    <a:ea typeface="MS PGothic" panose="020B0600070205080204" pitchFamily="34" charset="-128"/>
                  </a:rPr>
                  <a:t>…</a:t>
                </a:r>
              </a:p>
            </p:txBody>
          </p:sp>
        </p:grpSp>
        <p:grpSp>
          <p:nvGrpSpPr>
            <p:cNvPr id="1146" name="Group 955">
              <a:extLst>
                <a:ext uri="{FF2B5EF4-FFF2-40B4-BE49-F238E27FC236}">
                  <a16:creationId xmlns:a16="http://schemas.microsoft.com/office/drawing/2014/main" id="{62F4645F-E5AF-2696-D949-BAEA1AB3C374}"/>
                </a:ext>
              </a:extLst>
            </p:cNvPr>
            <p:cNvGrpSpPr/>
            <p:nvPr/>
          </p:nvGrpSpPr>
          <p:grpSpPr bwMode="auto">
            <a:xfrm>
              <a:off x="1829066" y="2714625"/>
              <a:ext cx="826293" cy="276999"/>
              <a:chOff x="656433" y="1838325"/>
              <a:chExt cx="826293" cy="276999"/>
            </a:xfrm>
          </p:grpSpPr>
          <p:cxnSp>
            <p:nvCxnSpPr>
              <p:cNvPr id="1157" name="Straight Connector 1206">
                <a:extLst>
                  <a:ext uri="{FF2B5EF4-FFF2-40B4-BE49-F238E27FC236}">
                    <a16:creationId xmlns:a16="http://schemas.microsoft.com/office/drawing/2014/main" id="{6FBB6B2B-2921-F6D1-0542-C5824CD63F97}"/>
                  </a:ext>
                </a:extLst>
              </p:cNvPr>
              <p:cNvCxnSpPr>
                <a:cxnSpLocks noChangeShapeType="1"/>
              </p:cNvCxnSpPr>
              <p:nvPr/>
            </p:nvCxnSpPr>
            <p:spPr bwMode="auto">
              <a:xfrm rot="5400000">
                <a:off x="594520"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1158" name="Straight Connector 1207">
                <a:extLst>
                  <a:ext uri="{FF2B5EF4-FFF2-40B4-BE49-F238E27FC236}">
                    <a16:creationId xmlns:a16="http://schemas.microsoft.com/office/drawing/2014/main" id="{9A293275-6299-32EE-2AE1-5934CAAF8DE4}"/>
                  </a:ext>
                </a:extLst>
              </p:cNvPr>
              <p:cNvCxnSpPr>
                <a:cxnSpLocks noChangeShapeType="1"/>
              </p:cNvCxnSpPr>
              <p:nvPr/>
            </p:nvCxnSpPr>
            <p:spPr bwMode="auto">
              <a:xfrm rot="5400000">
                <a:off x="690828"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1159" name="Straight Connector 1208">
                <a:extLst>
                  <a:ext uri="{FF2B5EF4-FFF2-40B4-BE49-F238E27FC236}">
                    <a16:creationId xmlns:a16="http://schemas.microsoft.com/office/drawing/2014/main" id="{4D4FF118-C2CF-C2A8-5134-3FA6F081CCE7}"/>
                  </a:ext>
                </a:extLst>
              </p:cNvPr>
              <p:cNvCxnSpPr>
                <a:cxnSpLocks noChangeShapeType="1"/>
              </p:cNvCxnSpPr>
              <p:nvPr/>
            </p:nvCxnSpPr>
            <p:spPr bwMode="auto">
              <a:xfrm rot="5400000">
                <a:off x="787136"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1160" name="Straight Connector 1209">
                <a:extLst>
                  <a:ext uri="{FF2B5EF4-FFF2-40B4-BE49-F238E27FC236}">
                    <a16:creationId xmlns:a16="http://schemas.microsoft.com/office/drawing/2014/main" id="{EFBBF50D-2A29-8DF5-8DE8-B39DD66EC4D5}"/>
                  </a:ext>
                </a:extLst>
              </p:cNvPr>
              <p:cNvCxnSpPr>
                <a:cxnSpLocks noChangeShapeType="1"/>
              </p:cNvCxnSpPr>
              <p:nvPr/>
            </p:nvCxnSpPr>
            <p:spPr bwMode="auto">
              <a:xfrm rot="5400000">
                <a:off x="1229520"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1161" name="Straight Connector 1210">
                <a:extLst>
                  <a:ext uri="{FF2B5EF4-FFF2-40B4-BE49-F238E27FC236}">
                    <a16:creationId xmlns:a16="http://schemas.microsoft.com/office/drawing/2014/main" id="{8F5428FB-4698-8BE4-9F28-24D3C6765B9C}"/>
                  </a:ext>
                </a:extLst>
              </p:cNvPr>
              <p:cNvCxnSpPr>
                <a:cxnSpLocks noChangeShapeType="1"/>
              </p:cNvCxnSpPr>
              <p:nvPr/>
            </p:nvCxnSpPr>
            <p:spPr bwMode="auto">
              <a:xfrm rot="5400000">
                <a:off x="1324770"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1162" name="Straight Connector 1211">
                <a:extLst>
                  <a:ext uri="{FF2B5EF4-FFF2-40B4-BE49-F238E27FC236}">
                    <a16:creationId xmlns:a16="http://schemas.microsoft.com/office/drawing/2014/main" id="{5092C8F4-944F-4082-294E-34523A6F0503}"/>
                  </a:ext>
                </a:extLst>
              </p:cNvPr>
              <p:cNvCxnSpPr>
                <a:cxnSpLocks noChangeShapeType="1"/>
              </p:cNvCxnSpPr>
              <p:nvPr/>
            </p:nvCxnSpPr>
            <p:spPr bwMode="auto">
              <a:xfrm rot="5400000">
                <a:off x="1420020"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1163" name="Straight Connector 1212">
                <a:extLst>
                  <a:ext uri="{FF2B5EF4-FFF2-40B4-BE49-F238E27FC236}">
                    <a16:creationId xmlns:a16="http://schemas.microsoft.com/office/drawing/2014/main" id="{4687DBD5-7A5A-C718-A905-B00BB23F742C}"/>
                  </a:ext>
                </a:extLst>
              </p:cNvPr>
              <p:cNvCxnSpPr>
                <a:cxnSpLocks noChangeShapeType="1"/>
              </p:cNvCxnSpPr>
              <p:nvPr/>
            </p:nvCxnSpPr>
            <p:spPr bwMode="auto">
              <a:xfrm rot="5400000">
                <a:off x="883445"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1164" name="Straight Connector 1213">
                <a:extLst>
                  <a:ext uri="{FF2B5EF4-FFF2-40B4-BE49-F238E27FC236}">
                    <a16:creationId xmlns:a16="http://schemas.microsoft.com/office/drawing/2014/main" id="{D7199702-1E4A-0452-35E7-BA5BAACDDC79}"/>
                  </a:ext>
                </a:extLst>
              </p:cNvPr>
              <p:cNvCxnSpPr>
                <a:cxnSpLocks noChangeShapeType="1"/>
              </p:cNvCxnSpPr>
              <p:nvPr/>
            </p:nvCxnSpPr>
            <p:spPr bwMode="auto">
              <a:xfrm rot="5400000">
                <a:off x="1134270"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sp>
            <p:nvSpPr>
              <p:cNvPr id="1165" name="TextBox 1214">
                <a:extLst>
                  <a:ext uri="{FF2B5EF4-FFF2-40B4-BE49-F238E27FC236}">
                    <a16:creationId xmlns:a16="http://schemas.microsoft.com/office/drawing/2014/main" id="{14688FFC-5E46-A2AE-0B96-8B88B55A279C}"/>
                  </a:ext>
                </a:extLst>
              </p:cNvPr>
              <p:cNvSpPr txBox="1">
                <a:spLocks noChangeArrowheads="1"/>
              </p:cNvSpPr>
              <p:nvPr/>
            </p:nvSpPr>
            <p:spPr bwMode="auto">
              <a:xfrm>
                <a:off x="917575" y="1838325"/>
                <a:ext cx="29767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r>
                  <a:rPr lang="en-US" altLang="zh-CN" sz="1200">
                    <a:solidFill>
                      <a:srgbClr val="717F9F"/>
                    </a:solidFill>
                    <a:latin typeface="Arial" panose="020B0604020202020204" pitchFamily="34" charset="0"/>
                    <a:ea typeface="MS PGothic" panose="020B0600070205080204" pitchFamily="34" charset="-128"/>
                  </a:rPr>
                  <a:t>…</a:t>
                </a:r>
              </a:p>
            </p:txBody>
          </p:sp>
        </p:grpSp>
        <p:grpSp>
          <p:nvGrpSpPr>
            <p:cNvPr id="1147" name="Group 965">
              <a:extLst>
                <a:ext uri="{FF2B5EF4-FFF2-40B4-BE49-F238E27FC236}">
                  <a16:creationId xmlns:a16="http://schemas.microsoft.com/office/drawing/2014/main" id="{D28A5D2E-8C33-A12D-F11D-8CDB2C5C2BB2}"/>
                </a:ext>
              </a:extLst>
            </p:cNvPr>
            <p:cNvGrpSpPr/>
            <p:nvPr/>
          </p:nvGrpSpPr>
          <p:grpSpPr bwMode="auto">
            <a:xfrm>
              <a:off x="656433" y="2706158"/>
              <a:ext cx="826293" cy="276999"/>
              <a:chOff x="656433" y="1838325"/>
              <a:chExt cx="826293" cy="276999"/>
            </a:xfrm>
          </p:grpSpPr>
          <p:cxnSp>
            <p:nvCxnSpPr>
              <p:cNvPr id="1148" name="Straight Connector 1197">
                <a:extLst>
                  <a:ext uri="{FF2B5EF4-FFF2-40B4-BE49-F238E27FC236}">
                    <a16:creationId xmlns:a16="http://schemas.microsoft.com/office/drawing/2014/main" id="{841E440D-A3FB-B775-509C-CB3C6646077F}"/>
                  </a:ext>
                </a:extLst>
              </p:cNvPr>
              <p:cNvCxnSpPr>
                <a:cxnSpLocks noChangeShapeType="1"/>
              </p:cNvCxnSpPr>
              <p:nvPr/>
            </p:nvCxnSpPr>
            <p:spPr bwMode="auto">
              <a:xfrm rot="5400000">
                <a:off x="594520"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1149" name="Straight Connector 1198">
                <a:extLst>
                  <a:ext uri="{FF2B5EF4-FFF2-40B4-BE49-F238E27FC236}">
                    <a16:creationId xmlns:a16="http://schemas.microsoft.com/office/drawing/2014/main" id="{854CD428-BE0A-70BA-6FA8-B8AE7643EABA}"/>
                  </a:ext>
                </a:extLst>
              </p:cNvPr>
              <p:cNvCxnSpPr>
                <a:cxnSpLocks noChangeShapeType="1"/>
              </p:cNvCxnSpPr>
              <p:nvPr/>
            </p:nvCxnSpPr>
            <p:spPr bwMode="auto">
              <a:xfrm rot="5400000">
                <a:off x="690828"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1150" name="Straight Connector 1199">
                <a:extLst>
                  <a:ext uri="{FF2B5EF4-FFF2-40B4-BE49-F238E27FC236}">
                    <a16:creationId xmlns:a16="http://schemas.microsoft.com/office/drawing/2014/main" id="{EE1E2A46-C7F3-7F75-8B0F-6161E3F92EF7}"/>
                  </a:ext>
                </a:extLst>
              </p:cNvPr>
              <p:cNvCxnSpPr>
                <a:cxnSpLocks noChangeShapeType="1"/>
              </p:cNvCxnSpPr>
              <p:nvPr/>
            </p:nvCxnSpPr>
            <p:spPr bwMode="auto">
              <a:xfrm rot="5400000">
                <a:off x="787136"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1151" name="Straight Connector 1200">
                <a:extLst>
                  <a:ext uri="{FF2B5EF4-FFF2-40B4-BE49-F238E27FC236}">
                    <a16:creationId xmlns:a16="http://schemas.microsoft.com/office/drawing/2014/main" id="{EACF2803-2AF9-A61D-63C9-15C27CA8EB94}"/>
                  </a:ext>
                </a:extLst>
              </p:cNvPr>
              <p:cNvCxnSpPr>
                <a:cxnSpLocks noChangeShapeType="1"/>
              </p:cNvCxnSpPr>
              <p:nvPr/>
            </p:nvCxnSpPr>
            <p:spPr bwMode="auto">
              <a:xfrm rot="5400000">
                <a:off x="1229520"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1152" name="Straight Connector 1201">
                <a:extLst>
                  <a:ext uri="{FF2B5EF4-FFF2-40B4-BE49-F238E27FC236}">
                    <a16:creationId xmlns:a16="http://schemas.microsoft.com/office/drawing/2014/main" id="{9AED3317-028D-89D5-658D-3A2B747AB009}"/>
                  </a:ext>
                </a:extLst>
              </p:cNvPr>
              <p:cNvCxnSpPr>
                <a:cxnSpLocks noChangeShapeType="1"/>
              </p:cNvCxnSpPr>
              <p:nvPr/>
            </p:nvCxnSpPr>
            <p:spPr bwMode="auto">
              <a:xfrm rot="5400000">
                <a:off x="1324770"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1153" name="Straight Connector 1202">
                <a:extLst>
                  <a:ext uri="{FF2B5EF4-FFF2-40B4-BE49-F238E27FC236}">
                    <a16:creationId xmlns:a16="http://schemas.microsoft.com/office/drawing/2014/main" id="{51F8E279-8102-B142-02B3-90D609CA0B2D}"/>
                  </a:ext>
                </a:extLst>
              </p:cNvPr>
              <p:cNvCxnSpPr>
                <a:cxnSpLocks noChangeShapeType="1"/>
              </p:cNvCxnSpPr>
              <p:nvPr/>
            </p:nvCxnSpPr>
            <p:spPr bwMode="auto">
              <a:xfrm rot="5400000">
                <a:off x="1420020"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1154" name="Straight Connector 1203">
                <a:extLst>
                  <a:ext uri="{FF2B5EF4-FFF2-40B4-BE49-F238E27FC236}">
                    <a16:creationId xmlns:a16="http://schemas.microsoft.com/office/drawing/2014/main" id="{0CCDD371-6CE8-5962-E88B-A4036933BC78}"/>
                  </a:ext>
                </a:extLst>
              </p:cNvPr>
              <p:cNvCxnSpPr>
                <a:cxnSpLocks noChangeShapeType="1"/>
              </p:cNvCxnSpPr>
              <p:nvPr/>
            </p:nvCxnSpPr>
            <p:spPr bwMode="auto">
              <a:xfrm rot="5400000">
                <a:off x="883445"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1155" name="Straight Connector 1204">
                <a:extLst>
                  <a:ext uri="{FF2B5EF4-FFF2-40B4-BE49-F238E27FC236}">
                    <a16:creationId xmlns:a16="http://schemas.microsoft.com/office/drawing/2014/main" id="{E31EC9D3-D968-87F9-7109-BB9C84B2FD16}"/>
                  </a:ext>
                </a:extLst>
              </p:cNvPr>
              <p:cNvCxnSpPr>
                <a:cxnSpLocks noChangeShapeType="1"/>
              </p:cNvCxnSpPr>
              <p:nvPr/>
            </p:nvCxnSpPr>
            <p:spPr bwMode="auto">
              <a:xfrm rot="5400000">
                <a:off x="1134270"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sp>
            <p:nvSpPr>
              <p:cNvPr id="1156" name="TextBox 1205">
                <a:extLst>
                  <a:ext uri="{FF2B5EF4-FFF2-40B4-BE49-F238E27FC236}">
                    <a16:creationId xmlns:a16="http://schemas.microsoft.com/office/drawing/2014/main" id="{0F6118AD-0109-3F89-3612-058B277FDD01}"/>
                  </a:ext>
                </a:extLst>
              </p:cNvPr>
              <p:cNvSpPr txBox="1">
                <a:spLocks noChangeArrowheads="1"/>
              </p:cNvSpPr>
              <p:nvPr/>
            </p:nvSpPr>
            <p:spPr bwMode="auto">
              <a:xfrm>
                <a:off x="917575" y="1838325"/>
                <a:ext cx="29767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r>
                  <a:rPr lang="en-US" altLang="zh-CN" sz="1200">
                    <a:solidFill>
                      <a:srgbClr val="717F9F"/>
                    </a:solidFill>
                    <a:latin typeface="Arial" panose="020B0604020202020204" pitchFamily="34" charset="0"/>
                    <a:ea typeface="MS PGothic" panose="020B0600070205080204" pitchFamily="34" charset="-128"/>
                  </a:rPr>
                  <a:t>…</a:t>
                </a:r>
              </a:p>
            </p:txBody>
          </p:sp>
        </p:grpSp>
      </p:grpSp>
      <p:grpSp>
        <p:nvGrpSpPr>
          <p:cNvPr id="1175" name="Group 1224">
            <a:extLst>
              <a:ext uri="{FF2B5EF4-FFF2-40B4-BE49-F238E27FC236}">
                <a16:creationId xmlns:a16="http://schemas.microsoft.com/office/drawing/2014/main" id="{ED18FF95-97EA-22BF-3CAD-99A4970884D1}"/>
              </a:ext>
            </a:extLst>
          </p:cNvPr>
          <p:cNvGrpSpPr/>
          <p:nvPr/>
        </p:nvGrpSpPr>
        <p:grpSpPr bwMode="auto">
          <a:xfrm>
            <a:off x="5409316" y="5514894"/>
            <a:ext cx="3157538" cy="284162"/>
            <a:chOff x="656433" y="2706158"/>
            <a:chExt cx="3158860" cy="285466"/>
          </a:xfrm>
        </p:grpSpPr>
        <p:grpSp>
          <p:nvGrpSpPr>
            <p:cNvPr id="1176" name="Group 945">
              <a:extLst>
                <a:ext uri="{FF2B5EF4-FFF2-40B4-BE49-F238E27FC236}">
                  <a16:creationId xmlns:a16="http://schemas.microsoft.com/office/drawing/2014/main" id="{3AD5AB8F-CE35-9DAE-FD4F-63D678180F22}"/>
                </a:ext>
              </a:extLst>
            </p:cNvPr>
            <p:cNvGrpSpPr/>
            <p:nvPr/>
          </p:nvGrpSpPr>
          <p:grpSpPr bwMode="auto">
            <a:xfrm>
              <a:off x="2989000" y="2714624"/>
              <a:ext cx="826293" cy="276999"/>
              <a:chOff x="656433" y="1838325"/>
              <a:chExt cx="826293" cy="276999"/>
            </a:xfrm>
          </p:grpSpPr>
          <p:cxnSp>
            <p:nvCxnSpPr>
              <p:cNvPr id="1197" name="Straight Connector 1246">
                <a:extLst>
                  <a:ext uri="{FF2B5EF4-FFF2-40B4-BE49-F238E27FC236}">
                    <a16:creationId xmlns:a16="http://schemas.microsoft.com/office/drawing/2014/main" id="{9C3552AD-D72A-DB43-B379-77E913CD6F20}"/>
                  </a:ext>
                </a:extLst>
              </p:cNvPr>
              <p:cNvCxnSpPr>
                <a:cxnSpLocks noChangeShapeType="1"/>
              </p:cNvCxnSpPr>
              <p:nvPr/>
            </p:nvCxnSpPr>
            <p:spPr bwMode="auto">
              <a:xfrm rot="5400000">
                <a:off x="594520"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1198" name="Straight Connector 1247">
                <a:extLst>
                  <a:ext uri="{FF2B5EF4-FFF2-40B4-BE49-F238E27FC236}">
                    <a16:creationId xmlns:a16="http://schemas.microsoft.com/office/drawing/2014/main" id="{5906ED55-3BD1-BC71-015E-B0EA8FFAD007}"/>
                  </a:ext>
                </a:extLst>
              </p:cNvPr>
              <p:cNvCxnSpPr>
                <a:cxnSpLocks noChangeShapeType="1"/>
              </p:cNvCxnSpPr>
              <p:nvPr/>
            </p:nvCxnSpPr>
            <p:spPr bwMode="auto">
              <a:xfrm rot="5400000">
                <a:off x="690828"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1199" name="Straight Connector 1248">
                <a:extLst>
                  <a:ext uri="{FF2B5EF4-FFF2-40B4-BE49-F238E27FC236}">
                    <a16:creationId xmlns:a16="http://schemas.microsoft.com/office/drawing/2014/main" id="{16E3C5A3-2DA5-F694-5236-7535E9BDB27E}"/>
                  </a:ext>
                </a:extLst>
              </p:cNvPr>
              <p:cNvCxnSpPr>
                <a:cxnSpLocks noChangeShapeType="1"/>
              </p:cNvCxnSpPr>
              <p:nvPr/>
            </p:nvCxnSpPr>
            <p:spPr bwMode="auto">
              <a:xfrm rot="5400000">
                <a:off x="787136"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1200" name="Straight Connector 1249">
                <a:extLst>
                  <a:ext uri="{FF2B5EF4-FFF2-40B4-BE49-F238E27FC236}">
                    <a16:creationId xmlns:a16="http://schemas.microsoft.com/office/drawing/2014/main" id="{542E00E7-3864-ADBD-2EFE-71EF23A1E6D4}"/>
                  </a:ext>
                </a:extLst>
              </p:cNvPr>
              <p:cNvCxnSpPr>
                <a:cxnSpLocks noChangeShapeType="1"/>
              </p:cNvCxnSpPr>
              <p:nvPr/>
            </p:nvCxnSpPr>
            <p:spPr bwMode="auto">
              <a:xfrm rot="5400000">
                <a:off x="1229520"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1201" name="Straight Connector 1250">
                <a:extLst>
                  <a:ext uri="{FF2B5EF4-FFF2-40B4-BE49-F238E27FC236}">
                    <a16:creationId xmlns:a16="http://schemas.microsoft.com/office/drawing/2014/main" id="{E69BEE7F-88C8-8D4D-5720-B499E91CD872}"/>
                  </a:ext>
                </a:extLst>
              </p:cNvPr>
              <p:cNvCxnSpPr>
                <a:cxnSpLocks noChangeShapeType="1"/>
              </p:cNvCxnSpPr>
              <p:nvPr/>
            </p:nvCxnSpPr>
            <p:spPr bwMode="auto">
              <a:xfrm rot="5400000">
                <a:off x="1324770"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1202" name="Straight Connector 1251">
                <a:extLst>
                  <a:ext uri="{FF2B5EF4-FFF2-40B4-BE49-F238E27FC236}">
                    <a16:creationId xmlns:a16="http://schemas.microsoft.com/office/drawing/2014/main" id="{40401244-8C62-D02F-BB8C-3813D3FB8AA9}"/>
                  </a:ext>
                </a:extLst>
              </p:cNvPr>
              <p:cNvCxnSpPr>
                <a:cxnSpLocks noChangeShapeType="1"/>
              </p:cNvCxnSpPr>
              <p:nvPr/>
            </p:nvCxnSpPr>
            <p:spPr bwMode="auto">
              <a:xfrm rot="5400000">
                <a:off x="1420020"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1203" name="Straight Connector 1252">
                <a:extLst>
                  <a:ext uri="{FF2B5EF4-FFF2-40B4-BE49-F238E27FC236}">
                    <a16:creationId xmlns:a16="http://schemas.microsoft.com/office/drawing/2014/main" id="{0F9D30AA-1EAC-6CFB-D8A1-F55F9D1B4711}"/>
                  </a:ext>
                </a:extLst>
              </p:cNvPr>
              <p:cNvCxnSpPr>
                <a:cxnSpLocks noChangeShapeType="1"/>
              </p:cNvCxnSpPr>
              <p:nvPr/>
            </p:nvCxnSpPr>
            <p:spPr bwMode="auto">
              <a:xfrm rot="5400000">
                <a:off x="883445"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1204" name="Straight Connector 1253">
                <a:extLst>
                  <a:ext uri="{FF2B5EF4-FFF2-40B4-BE49-F238E27FC236}">
                    <a16:creationId xmlns:a16="http://schemas.microsoft.com/office/drawing/2014/main" id="{FD0D78E0-9E93-80A9-858F-1A67AC959911}"/>
                  </a:ext>
                </a:extLst>
              </p:cNvPr>
              <p:cNvCxnSpPr>
                <a:cxnSpLocks noChangeShapeType="1"/>
              </p:cNvCxnSpPr>
              <p:nvPr/>
            </p:nvCxnSpPr>
            <p:spPr bwMode="auto">
              <a:xfrm rot="5400000">
                <a:off x="1134270"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sp>
            <p:nvSpPr>
              <p:cNvPr id="1205" name="TextBox 1254">
                <a:extLst>
                  <a:ext uri="{FF2B5EF4-FFF2-40B4-BE49-F238E27FC236}">
                    <a16:creationId xmlns:a16="http://schemas.microsoft.com/office/drawing/2014/main" id="{2ED78704-780E-A19F-FCBE-45B15BCA14B4}"/>
                  </a:ext>
                </a:extLst>
              </p:cNvPr>
              <p:cNvSpPr txBox="1">
                <a:spLocks noChangeArrowheads="1"/>
              </p:cNvSpPr>
              <p:nvPr/>
            </p:nvSpPr>
            <p:spPr bwMode="auto">
              <a:xfrm>
                <a:off x="917575" y="1838325"/>
                <a:ext cx="29767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r>
                  <a:rPr lang="en-US" altLang="zh-CN" sz="1200">
                    <a:solidFill>
                      <a:srgbClr val="717F9F"/>
                    </a:solidFill>
                    <a:latin typeface="Arial" panose="020B0604020202020204" pitchFamily="34" charset="0"/>
                    <a:ea typeface="MS PGothic" panose="020B0600070205080204" pitchFamily="34" charset="-128"/>
                  </a:rPr>
                  <a:t>…</a:t>
                </a:r>
              </a:p>
            </p:txBody>
          </p:sp>
        </p:grpSp>
        <p:grpSp>
          <p:nvGrpSpPr>
            <p:cNvPr id="1177" name="Group 955">
              <a:extLst>
                <a:ext uri="{FF2B5EF4-FFF2-40B4-BE49-F238E27FC236}">
                  <a16:creationId xmlns:a16="http://schemas.microsoft.com/office/drawing/2014/main" id="{289A0B28-3AE1-BA64-189D-BAA1243ED957}"/>
                </a:ext>
              </a:extLst>
            </p:cNvPr>
            <p:cNvGrpSpPr/>
            <p:nvPr/>
          </p:nvGrpSpPr>
          <p:grpSpPr bwMode="auto">
            <a:xfrm>
              <a:off x="1829066" y="2714625"/>
              <a:ext cx="826293" cy="276999"/>
              <a:chOff x="656433" y="1838325"/>
              <a:chExt cx="826293" cy="276999"/>
            </a:xfrm>
          </p:grpSpPr>
          <p:cxnSp>
            <p:nvCxnSpPr>
              <p:cNvPr id="1188" name="Straight Connector 1237">
                <a:extLst>
                  <a:ext uri="{FF2B5EF4-FFF2-40B4-BE49-F238E27FC236}">
                    <a16:creationId xmlns:a16="http://schemas.microsoft.com/office/drawing/2014/main" id="{BA9C7A13-079B-937C-9609-813880CAB5F6}"/>
                  </a:ext>
                </a:extLst>
              </p:cNvPr>
              <p:cNvCxnSpPr>
                <a:cxnSpLocks noChangeShapeType="1"/>
              </p:cNvCxnSpPr>
              <p:nvPr/>
            </p:nvCxnSpPr>
            <p:spPr bwMode="auto">
              <a:xfrm rot="5400000">
                <a:off x="594520"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1189" name="Straight Connector 1238">
                <a:extLst>
                  <a:ext uri="{FF2B5EF4-FFF2-40B4-BE49-F238E27FC236}">
                    <a16:creationId xmlns:a16="http://schemas.microsoft.com/office/drawing/2014/main" id="{82F54049-093E-8E9F-E0DC-431AEE5644A1}"/>
                  </a:ext>
                </a:extLst>
              </p:cNvPr>
              <p:cNvCxnSpPr>
                <a:cxnSpLocks noChangeShapeType="1"/>
              </p:cNvCxnSpPr>
              <p:nvPr/>
            </p:nvCxnSpPr>
            <p:spPr bwMode="auto">
              <a:xfrm rot="5400000">
                <a:off x="690828"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1190" name="Straight Connector 1239">
                <a:extLst>
                  <a:ext uri="{FF2B5EF4-FFF2-40B4-BE49-F238E27FC236}">
                    <a16:creationId xmlns:a16="http://schemas.microsoft.com/office/drawing/2014/main" id="{559482B3-6665-B51A-CC49-C44FD0D97083}"/>
                  </a:ext>
                </a:extLst>
              </p:cNvPr>
              <p:cNvCxnSpPr>
                <a:cxnSpLocks noChangeShapeType="1"/>
              </p:cNvCxnSpPr>
              <p:nvPr/>
            </p:nvCxnSpPr>
            <p:spPr bwMode="auto">
              <a:xfrm rot="5400000">
                <a:off x="787136"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1191" name="Straight Connector 1240">
                <a:extLst>
                  <a:ext uri="{FF2B5EF4-FFF2-40B4-BE49-F238E27FC236}">
                    <a16:creationId xmlns:a16="http://schemas.microsoft.com/office/drawing/2014/main" id="{0281627E-EE0E-9047-D02E-9B029B81E111}"/>
                  </a:ext>
                </a:extLst>
              </p:cNvPr>
              <p:cNvCxnSpPr>
                <a:cxnSpLocks noChangeShapeType="1"/>
              </p:cNvCxnSpPr>
              <p:nvPr/>
            </p:nvCxnSpPr>
            <p:spPr bwMode="auto">
              <a:xfrm rot="5400000">
                <a:off x="1229520"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1192" name="Straight Connector 1241">
                <a:extLst>
                  <a:ext uri="{FF2B5EF4-FFF2-40B4-BE49-F238E27FC236}">
                    <a16:creationId xmlns:a16="http://schemas.microsoft.com/office/drawing/2014/main" id="{EFE31766-397F-0EC9-883E-A4ED6B6C318D}"/>
                  </a:ext>
                </a:extLst>
              </p:cNvPr>
              <p:cNvCxnSpPr>
                <a:cxnSpLocks noChangeShapeType="1"/>
              </p:cNvCxnSpPr>
              <p:nvPr/>
            </p:nvCxnSpPr>
            <p:spPr bwMode="auto">
              <a:xfrm rot="5400000">
                <a:off x="1324770"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1193" name="Straight Connector 1242">
                <a:extLst>
                  <a:ext uri="{FF2B5EF4-FFF2-40B4-BE49-F238E27FC236}">
                    <a16:creationId xmlns:a16="http://schemas.microsoft.com/office/drawing/2014/main" id="{59EFD82F-F778-D2DF-BB18-6C2335725DFB}"/>
                  </a:ext>
                </a:extLst>
              </p:cNvPr>
              <p:cNvCxnSpPr>
                <a:cxnSpLocks noChangeShapeType="1"/>
              </p:cNvCxnSpPr>
              <p:nvPr/>
            </p:nvCxnSpPr>
            <p:spPr bwMode="auto">
              <a:xfrm rot="5400000">
                <a:off x="1420020"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1194" name="Straight Connector 1243">
                <a:extLst>
                  <a:ext uri="{FF2B5EF4-FFF2-40B4-BE49-F238E27FC236}">
                    <a16:creationId xmlns:a16="http://schemas.microsoft.com/office/drawing/2014/main" id="{B1B26194-E661-8968-FEEE-4B68D6CDDAA3}"/>
                  </a:ext>
                </a:extLst>
              </p:cNvPr>
              <p:cNvCxnSpPr>
                <a:cxnSpLocks noChangeShapeType="1"/>
              </p:cNvCxnSpPr>
              <p:nvPr/>
            </p:nvCxnSpPr>
            <p:spPr bwMode="auto">
              <a:xfrm rot="5400000">
                <a:off x="883445"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1195" name="Straight Connector 1244">
                <a:extLst>
                  <a:ext uri="{FF2B5EF4-FFF2-40B4-BE49-F238E27FC236}">
                    <a16:creationId xmlns:a16="http://schemas.microsoft.com/office/drawing/2014/main" id="{0C1E7DA4-C20C-D1E1-BA90-5C38C7561ACC}"/>
                  </a:ext>
                </a:extLst>
              </p:cNvPr>
              <p:cNvCxnSpPr>
                <a:cxnSpLocks noChangeShapeType="1"/>
              </p:cNvCxnSpPr>
              <p:nvPr/>
            </p:nvCxnSpPr>
            <p:spPr bwMode="auto">
              <a:xfrm rot="5400000">
                <a:off x="1134270"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sp>
            <p:nvSpPr>
              <p:cNvPr id="1196" name="TextBox 1245">
                <a:extLst>
                  <a:ext uri="{FF2B5EF4-FFF2-40B4-BE49-F238E27FC236}">
                    <a16:creationId xmlns:a16="http://schemas.microsoft.com/office/drawing/2014/main" id="{49DD748D-A6F6-AE86-B941-836F7392046F}"/>
                  </a:ext>
                </a:extLst>
              </p:cNvPr>
              <p:cNvSpPr txBox="1">
                <a:spLocks noChangeArrowheads="1"/>
              </p:cNvSpPr>
              <p:nvPr/>
            </p:nvSpPr>
            <p:spPr bwMode="auto">
              <a:xfrm>
                <a:off x="917575" y="1838325"/>
                <a:ext cx="29767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r>
                  <a:rPr lang="en-US" altLang="zh-CN" sz="1200">
                    <a:solidFill>
                      <a:srgbClr val="717F9F"/>
                    </a:solidFill>
                    <a:latin typeface="Arial" panose="020B0604020202020204" pitchFamily="34" charset="0"/>
                    <a:ea typeface="MS PGothic" panose="020B0600070205080204" pitchFamily="34" charset="-128"/>
                  </a:rPr>
                  <a:t>…</a:t>
                </a:r>
              </a:p>
            </p:txBody>
          </p:sp>
        </p:grpSp>
        <p:grpSp>
          <p:nvGrpSpPr>
            <p:cNvPr id="1178" name="Group 965">
              <a:extLst>
                <a:ext uri="{FF2B5EF4-FFF2-40B4-BE49-F238E27FC236}">
                  <a16:creationId xmlns:a16="http://schemas.microsoft.com/office/drawing/2014/main" id="{62BE8AE6-7303-BB04-C595-65310DBFC6DE}"/>
                </a:ext>
              </a:extLst>
            </p:cNvPr>
            <p:cNvGrpSpPr/>
            <p:nvPr/>
          </p:nvGrpSpPr>
          <p:grpSpPr bwMode="auto">
            <a:xfrm>
              <a:off x="656433" y="2706158"/>
              <a:ext cx="826293" cy="276999"/>
              <a:chOff x="656433" y="1838325"/>
              <a:chExt cx="826293" cy="276999"/>
            </a:xfrm>
          </p:grpSpPr>
          <p:cxnSp>
            <p:nvCxnSpPr>
              <p:cNvPr id="1179" name="Straight Connector 1228">
                <a:extLst>
                  <a:ext uri="{FF2B5EF4-FFF2-40B4-BE49-F238E27FC236}">
                    <a16:creationId xmlns:a16="http://schemas.microsoft.com/office/drawing/2014/main" id="{A7BC5B77-EA85-D018-10D3-7780EAE72ACA}"/>
                  </a:ext>
                </a:extLst>
              </p:cNvPr>
              <p:cNvCxnSpPr>
                <a:cxnSpLocks noChangeShapeType="1"/>
              </p:cNvCxnSpPr>
              <p:nvPr/>
            </p:nvCxnSpPr>
            <p:spPr bwMode="auto">
              <a:xfrm rot="5400000">
                <a:off x="594520"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1180" name="Straight Connector 1229">
                <a:extLst>
                  <a:ext uri="{FF2B5EF4-FFF2-40B4-BE49-F238E27FC236}">
                    <a16:creationId xmlns:a16="http://schemas.microsoft.com/office/drawing/2014/main" id="{CE854BAD-8A8A-E834-2235-2D5610837007}"/>
                  </a:ext>
                </a:extLst>
              </p:cNvPr>
              <p:cNvCxnSpPr>
                <a:cxnSpLocks noChangeShapeType="1"/>
              </p:cNvCxnSpPr>
              <p:nvPr/>
            </p:nvCxnSpPr>
            <p:spPr bwMode="auto">
              <a:xfrm rot="5400000">
                <a:off x="690828"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1181" name="Straight Connector 1230">
                <a:extLst>
                  <a:ext uri="{FF2B5EF4-FFF2-40B4-BE49-F238E27FC236}">
                    <a16:creationId xmlns:a16="http://schemas.microsoft.com/office/drawing/2014/main" id="{2ED2C560-896E-DAF1-631A-1B9FF1420458}"/>
                  </a:ext>
                </a:extLst>
              </p:cNvPr>
              <p:cNvCxnSpPr>
                <a:cxnSpLocks noChangeShapeType="1"/>
              </p:cNvCxnSpPr>
              <p:nvPr/>
            </p:nvCxnSpPr>
            <p:spPr bwMode="auto">
              <a:xfrm rot="5400000">
                <a:off x="787136"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1182" name="Straight Connector 1231">
                <a:extLst>
                  <a:ext uri="{FF2B5EF4-FFF2-40B4-BE49-F238E27FC236}">
                    <a16:creationId xmlns:a16="http://schemas.microsoft.com/office/drawing/2014/main" id="{1D89AD34-0E09-84B2-86D1-439BF59DF0AA}"/>
                  </a:ext>
                </a:extLst>
              </p:cNvPr>
              <p:cNvCxnSpPr>
                <a:cxnSpLocks noChangeShapeType="1"/>
              </p:cNvCxnSpPr>
              <p:nvPr/>
            </p:nvCxnSpPr>
            <p:spPr bwMode="auto">
              <a:xfrm rot="5400000">
                <a:off x="1229520"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1183" name="Straight Connector 1232">
                <a:extLst>
                  <a:ext uri="{FF2B5EF4-FFF2-40B4-BE49-F238E27FC236}">
                    <a16:creationId xmlns:a16="http://schemas.microsoft.com/office/drawing/2014/main" id="{AD8A2E97-EB4A-6283-09E0-B6F882E7478F}"/>
                  </a:ext>
                </a:extLst>
              </p:cNvPr>
              <p:cNvCxnSpPr>
                <a:cxnSpLocks noChangeShapeType="1"/>
              </p:cNvCxnSpPr>
              <p:nvPr/>
            </p:nvCxnSpPr>
            <p:spPr bwMode="auto">
              <a:xfrm rot="5400000">
                <a:off x="1324770"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1184" name="Straight Connector 1233">
                <a:extLst>
                  <a:ext uri="{FF2B5EF4-FFF2-40B4-BE49-F238E27FC236}">
                    <a16:creationId xmlns:a16="http://schemas.microsoft.com/office/drawing/2014/main" id="{FB89E5E2-6C96-82CF-4049-0827FB03D325}"/>
                  </a:ext>
                </a:extLst>
              </p:cNvPr>
              <p:cNvCxnSpPr>
                <a:cxnSpLocks noChangeShapeType="1"/>
              </p:cNvCxnSpPr>
              <p:nvPr/>
            </p:nvCxnSpPr>
            <p:spPr bwMode="auto">
              <a:xfrm rot="5400000">
                <a:off x="1420020"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1185" name="Straight Connector 1234">
                <a:extLst>
                  <a:ext uri="{FF2B5EF4-FFF2-40B4-BE49-F238E27FC236}">
                    <a16:creationId xmlns:a16="http://schemas.microsoft.com/office/drawing/2014/main" id="{D878B8AF-4AD0-B86B-51DE-483C3715638D}"/>
                  </a:ext>
                </a:extLst>
              </p:cNvPr>
              <p:cNvCxnSpPr>
                <a:cxnSpLocks noChangeShapeType="1"/>
              </p:cNvCxnSpPr>
              <p:nvPr/>
            </p:nvCxnSpPr>
            <p:spPr bwMode="auto">
              <a:xfrm rot="5400000">
                <a:off x="883445"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cxnSp>
            <p:nvCxnSpPr>
              <p:cNvPr id="1186" name="Straight Connector 1235">
                <a:extLst>
                  <a:ext uri="{FF2B5EF4-FFF2-40B4-BE49-F238E27FC236}">
                    <a16:creationId xmlns:a16="http://schemas.microsoft.com/office/drawing/2014/main" id="{81C83869-D5FF-6CD7-C12F-DB1427138872}"/>
                  </a:ext>
                </a:extLst>
              </p:cNvPr>
              <p:cNvCxnSpPr>
                <a:cxnSpLocks noChangeShapeType="1"/>
              </p:cNvCxnSpPr>
              <p:nvPr/>
            </p:nvCxnSpPr>
            <p:spPr bwMode="auto">
              <a:xfrm rot="5400000">
                <a:off x="1134270" y="2019304"/>
                <a:ext cx="124619" cy="793"/>
              </a:xfrm>
              <a:prstGeom prst="line">
                <a:avLst/>
              </a:prstGeom>
              <a:noFill/>
              <a:ln w="12700">
                <a:solidFill>
                  <a:srgbClr val="717F9F"/>
                </a:solidFill>
                <a:round/>
              </a:ln>
              <a:extLst>
                <a:ext uri="{909E8E84-426E-40DD-AFC4-6F175D3DCCD1}">
                  <a14:hiddenFill xmlns:a14="http://schemas.microsoft.com/office/drawing/2010/main">
                    <a:noFill/>
                  </a14:hiddenFill>
                </a:ext>
              </a:extLst>
            </p:spPr>
          </p:cxnSp>
          <p:sp>
            <p:nvSpPr>
              <p:cNvPr id="1187" name="TextBox 1236">
                <a:extLst>
                  <a:ext uri="{FF2B5EF4-FFF2-40B4-BE49-F238E27FC236}">
                    <a16:creationId xmlns:a16="http://schemas.microsoft.com/office/drawing/2014/main" id="{F1E93B0E-FBDE-9ED9-8809-21C52F853C80}"/>
                  </a:ext>
                </a:extLst>
              </p:cNvPr>
              <p:cNvSpPr txBox="1">
                <a:spLocks noChangeArrowheads="1"/>
              </p:cNvSpPr>
              <p:nvPr/>
            </p:nvSpPr>
            <p:spPr bwMode="auto">
              <a:xfrm>
                <a:off x="917575" y="1838325"/>
                <a:ext cx="29767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lnSpc>
                    <a:spcPct val="90000"/>
                  </a:lnSpc>
                  <a:spcBef>
                    <a:spcPts val="500"/>
                  </a:spcBef>
                  <a:buFont typeface="微软雅黑" panose="020B0503020204020204" pitchFamily="34" charset="-122"/>
                  <a:buChar char="−"/>
                  <a:defRPr sz="2400">
                    <a:solidFill>
                      <a:schemeClr val="tx1"/>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Wingdings" panose="05000000000000000000" pitchFamily="2" charset="2"/>
                  <a:buChar char="ü"/>
                  <a:defRPr sz="2000">
                    <a:solidFill>
                      <a:schemeClr val="tx1"/>
                    </a:solidFill>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FontTx/>
                  <a:buNone/>
                </a:pPr>
                <a:r>
                  <a:rPr lang="en-US" altLang="zh-CN" sz="1200">
                    <a:solidFill>
                      <a:srgbClr val="717F9F"/>
                    </a:solidFill>
                    <a:latin typeface="Arial" panose="020B0604020202020204" pitchFamily="34" charset="0"/>
                    <a:ea typeface="MS PGothic" panose="020B0600070205080204" pitchFamily="34" charset="-128"/>
                  </a:rPr>
                  <a:t>…</a:t>
                </a:r>
              </a:p>
            </p:txBody>
          </p:sp>
        </p:grpSp>
      </p:grpSp>
    </p:spTree>
    <p:extLst>
      <p:ext uri="{BB962C8B-B14F-4D97-AF65-F5344CB8AC3E}">
        <p14:creationId xmlns:p14="http://schemas.microsoft.com/office/powerpoint/2010/main" val="2926479222"/>
      </p:ext>
    </p:extLst>
  </p:cSld>
  <p:clrMapOvr>
    <a:masterClrMapping/>
  </p:clrMapOvr>
  <mc:AlternateContent xmlns:mc="http://schemas.openxmlformats.org/markup-compatibility/2006" xmlns:p14="http://schemas.microsoft.com/office/powerpoint/2010/main">
    <mc:Choice Requires="p14">
      <p:transition spd="slow" p14:dur="2000" advTm="13957"/>
    </mc:Choice>
    <mc:Fallback xmlns="">
      <p:transition spd="slow" advTm="13957"/>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835633-46BE-D29A-FE99-1275F9DDFD72}"/>
            </a:ext>
          </a:extLst>
        </p:cNvPr>
        <p:cNvGrpSpPr/>
        <p:nvPr/>
      </p:nvGrpSpPr>
      <p:grpSpPr>
        <a:xfrm>
          <a:off x="0" y="0"/>
          <a:ext cx="0" cy="0"/>
          <a:chOff x="0" y="0"/>
          <a:chExt cx="0" cy="0"/>
        </a:xfrm>
      </p:grpSpPr>
      <p:grpSp>
        <p:nvGrpSpPr>
          <p:cNvPr id="16" name="组合 52">
            <a:extLst>
              <a:ext uri="{FF2B5EF4-FFF2-40B4-BE49-F238E27FC236}">
                <a16:creationId xmlns:a16="http://schemas.microsoft.com/office/drawing/2014/main" id="{7DE2E03E-97FB-6A22-5550-4D93C77121B3}"/>
              </a:ext>
            </a:extLst>
          </p:cNvPr>
          <p:cNvGrpSpPr/>
          <p:nvPr/>
        </p:nvGrpSpPr>
        <p:grpSpPr>
          <a:xfrm>
            <a:off x="138564" y="279057"/>
            <a:ext cx="6293973" cy="253916"/>
            <a:chOff x="5637082" y="1769183"/>
            <a:chExt cx="4430606" cy="451405"/>
          </a:xfrm>
        </p:grpSpPr>
        <p:sp>
          <p:nvSpPr>
            <p:cNvPr id="17" name="等腰三角形 53">
              <a:extLst>
                <a:ext uri="{FF2B5EF4-FFF2-40B4-BE49-F238E27FC236}">
                  <a16:creationId xmlns:a16="http://schemas.microsoft.com/office/drawing/2014/main" id="{3EF0B9F7-417D-5754-36FE-75389016732E}"/>
                </a:ext>
              </a:extLst>
            </p:cNvPr>
            <p:cNvSpPr/>
            <p:nvPr/>
          </p:nvSpPr>
          <p:spPr>
            <a:xfrm rot="5400000">
              <a:off x="5562941" y="1938259"/>
              <a:ext cx="243283" cy="9500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125">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9" name="文本框 18">
              <a:extLst>
                <a:ext uri="{FF2B5EF4-FFF2-40B4-BE49-F238E27FC236}">
                  <a16:creationId xmlns:a16="http://schemas.microsoft.com/office/drawing/2014/main" id="{99ABD245-9D76-EDEB-783A-65C85BECFD91}"/>
                </a:ext>
              </a:extLst>
            </p:cNvPr>
            <p:cNvSpPr txBox="1"/>
            <p:nvPr/>
          </p:nvSpPr>
          <p:spPr>
            <a:xfrm flipH="1">
              <a:off x="5746406" y="1769183"/>
              <a:ext cx="4321282" cy="451405"/>
            </a:xfrm>
            <a:prstGeom prst="rect">
              <a:avLst/>
            </a:prstGeom>
            <a:noFill/>
          </p:spPr>
          <p:txBody>
            <a:bodyPr wrap="square" rtlCol="0">
              <a:spAutoFit/>
            </a:bodyPr>
            <a:lstStyle/>
            <a:p>
              <a:r>
                <a:rPr lang="en-US" altLang="zh-CN" sz="105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Lab5</a:t>
              </a:r>
              <a:r>
                <a:rPr lang="zh-CN" altLang="en-US" sz="105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实验讲解 </a:t>
              </a:r>
              <a:r>
                <a:rPr lang="en-US" altLang="zh-CN" sz="105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050" b="1" dirty="0">
                  <a:solidFill>
                    <a:schemeClr val="bg1"/>
                  </a:solidFill>
                  <a:latin typeface="微软雅黑" panose="020B0503020204020204" pitchFamily="34" charset="-122"/>
                  <a:ea typeface="微软雅黑" panose="020B0503020204020204" pitchFamily="34" charset="-122"/>
                </a:rPr>
                <a:t>CUDA</a:t>
              </a:r>
              <a:r>
                <a:rPr lang="zh-CN" altLang="en-US" sz="1050" b="1" dirty="0">
                  <a:solidFill>
                    <a:schemeClr val="bg1"/>
                  </a:solidFill>
                  <a:latin typeface="微软雅黑" panose="020B0503020204020204" pitchFamily="34" charset="-122"/>
                  <a:ea typeface="微软雅黑" panose="020B0503020204020204" pitchFamily="34" charset="-122"/>
                </a:rPr>
                <a:t>简介</a:t>
              </a:r>
            </a:p>
          </p:txBody>
        </p:sp>
      </p:grpSp>
      <p:sp>
        <p:nvSpPr>
          <p:cNvPr id="6" name="矩形 5">
            <a:extLst>
              <a:ext uri="{FF2B5EF4-FFF2-40B4-BE49-F238E27FC236}">
                <a16:creationId xmlns:a16="http://schemas.microsoft.com/office/drawing/2014/main" id="{93080AD6-074B-3D7D-CC40-4C7FFBB17C71}"/>
              </a:ext>
            </a:extLst>
          </p:cNvPr>
          <p:cNvSpPr/>
          <p:nvPr/>
        </p:nvSpPr>
        <p:spPr>
          <a:xfrm>
            <a:off x="195125" y="738991"/>
            <a:ext cx="3560270" cy="418191"/>
          </a:xfrm>
          <a:prstGeom prst="rect">
            <a:avLst/>
          </a:prstGeom>
        </p:spPr>
        <p:txBody>
          <a:bodyPr wrap="none">
            <a:spAutoFit/>
          </a:bodyPr>
          <a:lstStyle/>
          <a:p>
            <a:pPr>
              <a:lnSpc>
                <a:spcPct val="150000"/>
              </a:lnSpc>
            </a:pPr>
            <a:r>
              <a:rPr lang="en-US" altLang="zh-CN" sz="1600" b="1" dirty="0">
                <a:latin typeface="微软雅黑" panose="020B0503020204020204" pitchFamily="34" charset="-122"/>
                <a:ea typeface="微软雅黑" panose="020B0503020204020204" pitchFamily="34" charset="-122"/>
              </a:rPr>
              <a:t>CUDA</a:t>
            </a:r>
            <a:r>
              <a:rPr lang="zh-CN" altLang="en-US" sz="1600" b="1" dirty="0">
                <a:latin typeface="微软雅黑" panose="020B0503020204020204" pitchFamily="34" charset="-122"/>
                <a:ea typeface="微软雅黑" panose="020B0503020204020204" pitchFamily="34" charset="-122"/>
              </a:rPr>
              <a:t>简介</a:t>
            </a:r>
            <a:r>
              <a:rPr lang="en-US" altLang="zh-CN" sz="1600" b="1" dirty="0">
                <a:latin typeface="微软雅黑" panose="020B0503020204020204" pitchFamily="34" charset="-122"/>
                <a:ea typeface="微软雅黑" panose="020B0503020204020204" pitchFamily="34" charset="-122"/>
              </a:rPr>
              <a:t>-</a:t>
            </a:r>
            <a:r>
              <a:rPr lang="zh-CN" altLang="en-US" sz="1600" b="1" dirty="0">
                <a:latin typeface="微软雅黑" panose="020B0503020204020204" pitchFamily="34" charset="-122"/>
                <a:ea typeface="微软雅黑" panose="020B0503020204020204" pitchFamily="34" charset="-122"/>
              </a:rPr>
              <a:t>内存与</a:t>
            </a:r>
            <a:r>
              <a:rPr lang="en-US" altLang="zh-CN" sz="1600" b="1" dirty="0">
                <a:latin typeface="微软雅黑" panose="020B0503020204020204" pitchFamily="34" charset="-122"/>
                <a:ea typeface="微软雅黑" panose="020B0503020204020204" pitchFamily="34" charset="-122"/>
              </a:rPr>
              <a:t>Shared memory</a:t>
            </a:r>
          </a:p>
        </p:txBody>
      </p:sp>
      <p:pic>
        <p:nvPicPr>
          <p:cNvPr id="4" name="图片 3">
            <a:extLst>
              <a:ext uri="{FF2B5EF4-FFF2-40B4-BE49-F238E27FC236}">
                <a16:creationId xmlns:a16="http://schemas.microsoft.com/office/drawing/2014/main" id="{53775B8F-95F4-36B2-EB5E-78371F9FD20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74615" y="2313799"/>
            <a:ext cx="4518735" cy="3521391"/>
          </a:xfrm>
          <a:prstGeom prst="rect">
            <a:avLst/>
          </a:prstGeom>
        </p:spPr>
      </p:pic>
      <p:pic>
        <p:nvPicPr>
          <p:cNvPr id="5" name="Picture 2" descr="英伟达GPU存储结构">
            <a:extLst>
              <a:ext uri="{FF2B5EF4-FFF2-40B4-BE49-F238E27FC236}">
                <a16:creationId xmlns:a16="http://schemas.microsoft.com/office/drawing/2014/main" id="{452323C0-0207-9A45-0457-B80167D97F9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1363200"/>
            <a:ext cx="4474615" cy="52221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43056669"/>
      </p:ext>
    </p:extLst>
  </p:cSld>
  <p:clrMapOvr>
    <a:masterClrMapping/>
  </p:clrMapOvr>
  <mc:AlternateContent xmlns:mc="http://schemas.openxmlformats.org/markup-compatibility/2006" xmlns:p14="http://schemas.microsoft.com/office/powerpoint/2010/main">
    <mc:Choice Requires="p14">
      <p:transition spd="slow" p14:dur="2000" advTm="13957"/>
    </mc:Choice>
    <mc:Fallback xmlns="">
      <p:transition spd="slow" advTm="13957"/>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C0290A-8C99-0DDD-4EC1-5C5049152AC9}"/>
            </a:ext>
          </a:extLst>
        </p:cNvPr>
        <p:cNvGrpSpPr/>
        <p:nvPr/>
      </p:nvGrpSpPr>
      <p:grpSpPr>
        <a:xfrm>
          <a:off x="0" y="0"/>
          <a:ext cx="0" cy="0"/>
          <a:chOff x="0" y="0"/>
          <a:chExt cx="0" cy="0"/>
        </a:xfrm>
      </p:grpSpPr>
      <p:grpSp>
        <p:nvGrpSpPr>
          <p:cNvPr id="16" name="组合 52">
            <a:extLst>
              <a:ext uri="{FF2B5EF4-FFF2-40B4-BE49-F238E27FC236}">
                <a16:creationId xmlns:a16="http://schemas.microsoft.com/office/drawing/2014/main" id="{EF60D0E2-3EE7-2428-4915-B0F0F93E94B1}"/>
              </a:ext>
            </a:extLst>
          </p:cNvPr>
          <p:cNvGrpSpPr/>
          <p:nvPr/>
        </p:nvGrpSpPr>
        <p:grpSpPr>
          <a:xfrm>
            <a:off x="138564" y="279057"/>
            <a:ext cx="6293973" cy="253916"/>
            <a:chOff x="5637082" y="1769183"/>
            <a:chExt cx="4430606" cy="451405"/>
          </a:xfrm>
        </p:grpSpPr>
        <p:sp>
          <p:nvSpPr>
            <p:cNvPr id="17" name="等腰三角形 53">
              <a:extLst>
                <a:ext uri="{FF2B5EF4-FFF2-40B4-BE49-F238E27FC236}">
                  <a16:creationId xmlns:a16="http://schemas.microsoft.com/office/drawing/2014/main" id="{9D448E62-501F-1273-FDDD-87C81E836AC5}"/>
                </a:ext>
              </a:extLst>
            </p:cNvPr>
            <p:cNvSpPr/>
            <p:nvPr/>
          </p:nvSpPr>
          <p:spPr>
            <a:xfrm rot="5400000">
              <a:off x="5562941" y="1938259"/>
              <a:ext cx="243283" cy="9500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125">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9" name="文本框 18">
              <a:extLst>
                <a:ext uri="{FF2B5EF4-FFF2-40B4-BE49-F238E27FC236}">
                  <a16:creationId xmlns:a16="http://schemas.microsoft.com/office/drawing/2014/main" id="{EA8BE3FF-B638-6482-C6E5-C3B5BB8F3C7E}"/>
                </a:ext>
              </a:extLst>
            </p:cNvPr>
            <p:cNvSpPr txBox="1"/>
            <p:nvPr/>
          </p:nvSpPr>
          <p:spPr>
            <a:xfrm flipH="1">
              <a:off x="5746406" y="1769183"/>
              <a:ext cx="4321282" cy="451405"/>
            </a:xfrm>
            <a:prstGeom prst="rect">
              <a:avLst/>
            </a:prstGeom>
            <a:noFill/>
          </p:spPr>
          <p:txBody>
            <a:bodyPr wrap="square" rtlCol="0">
              <a:spAutoFit/>
            </a:bodyPr>
            <a:lstStyle/>
            <a:p>
              <a:r>
                <a:rPr lang="en-US" altLang="zh-CN" sz="105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Lab5</a:t>
              </a:r>
              <a:r>
                <a:rPr lang="zh-CN" altLang="en-US" sz="105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实验讲解 </a:t>
              </a:r>
              <a:r>
                <a:rPr lang="en-US" altLang="zh-CN" sz="105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050" b="1" dirty="0">
                  <a:solidFill>
                    <a:schemeClr val="bg1"/>
                  </a:solidFill>
                  <a:latin typeface="微软雅黑" panose="020B0503020204020204" pitchFamily="34" charset="-122"/>
                  <a:ea typeface="微软雅黑" panose="020B0503020204020204" pitchFamily="34" charset="-122"/>
                </a:rPr>
                <a:t>CUDA</a:t>
              </a:r>
              <a:r>
                <a:rPr lang="zh-CN" altLang="en-US" sz="1050" b="1" dirty="0">
                  <a:solidFill>
                    <a:schemeClr val="bg1"/>
                  </a:solidFill>
                  <a:latin typeface="微软雅黑" panose="020B0503020204020204" pitchFamily="34" charset="-122"/>
                  <a:ea typeface="微软雅黑" panose="020B0503020204020204" pitchFamily="34" charset="-122"/>
                </a:rPr>
                <a:t>简介</a:t>
              </a:r>
            </a:p>
          </p:txBody>
        </p:sp>
      </p:grpSp>
      <p:sp>
        <p:nvSpPr>
          <p:cNvPr id="6" name="矩形 5">
            <a:extLst>
              <a:ext uri="{FF2B5EF4-FFF2-40B4-BE49-F238E27FC236}">
                <a16:creationId xmlns:a16="http://schemas.microsoft.com/office/drawing/2014/main" id="{8A79679C-6EDA-08E2-914D-A40FB37417C6}"/>
              </a:ext>
            </a:extLst>
          </p:cNvPr>
          <p:cNvSpPr/>
          <p:nvPr/>
        </p:nvSpPr>
        <p:spPr>
          <a:xfrm>
            <a:off x="138564" y="848265"/>
            <a:ext cx="1909369" cy="418191"/>
          </a:xfrm>
          <a:prstGeom prst="rect">
            <a:avLst/>
          </a:prstGeom>
        </p:spPr>
        <p:txBody>
          <a:bodyPr wrap="none">
            <a:spAutoFit/>
          </a:bodyPr>
          <a:lstStyle/>
          <a:p>
            <a:pPr>
              <a:lnSpc>
                <a:spcPct val="150000"/>
              </a:lnSpc>
            </a:pPr>
            <a:r>
              <a:rPr lang="en-US" altLang="zh-CN" sz="1600" b="1" dirty="0">
                <a:latin typeface="微软雅黑" panose="020B0503020204020204" pitchFamily="34" charset="-122"/>
                <a:ea typeface="微软雅黑" panose="020B0503020204020204" pitchFamily="34" charset="-122"/>
              </a:rPr>
              <a:t>CUDA</a:t>
            </a:r>
            <a:r>
              <a:rPr lang="zh-CN" altLang="en-US" sz="1600" b="1" dirty="0">
                <a:latin typeface="微软雅黑" panose="020B0503020204020204" pitchFamily="34" charset="-122"/>
                <a:ea typeface="微软雅黑" panose="020B0503020204020204" pitchFamily="34" charset="-122"/>
              </a:rPr>
              <a:t>简介</a:t>
            </a:r>
            <a:r>
              <a:rPr lang="en-US" altLang="zh-CN" sz="1600" b="1" dirty="0">
                <a:latin typeface="微软雅黑" panose="020B0503020204020204" pitchFamily="34" charset="-122"/>
                <a:ea typeface="微软雅黑" panose="020B0503020204020204" pitchFamily="34" charset="-122"/>
              </a:rPr>
              <a:t>-</a:t>
            </a:r>
            <a:r>
              <a:rPr lang="zh-CN" altLang="en-US" sz="1600" b="1" dirty="0">
                <a:latin typeface="微软雅黑" panose="020B0503020204020204" pitchFamily="34" charset="-122"/>
                <a:ea typeface="微软雅黑" panose="020B0503020204020204" pitchFamily="34" charset="-122"/>
              </a:rPr>
              <a:t>同步障</a:t>
            </a:r>
          </a:p>
        </p:txBody>
      </p:sp>
      <p:sp>
        <p:nvSpPr>
          <p:cNvPr id="3" name="矩形 2">
            <a:extLst>
              <a:ext uri="{FF2B5EF4-FFF2-40B4-BE49-F238E27FC236}">
                <a16:creationId xmlns:a16="http://schemas.microsoft.com/office/drawing/2014/main" id="{67AB9F54-AEC7-49E9-69B0-835DC17335C4}"/>
              </a:ext>
            </a:extLst>
          </p:cNvPr>
          <p:cNvSpPr/>
          <p:nvPr/>
        </p:nvSpPr>
        <p:spPr>
          <a:xfrm>
            <a:off x="138565" y="1384572"/>
            <a:ext cx="8604914" cy="1156855"/>
          </a:xfrm>
          <a:prstGeom prst="rect">
            <a:avLst/>
          </a:prstGeom>
        </p:spPr>
        <p:txBody>
          <a:bodyPr wrap="square">
            <a:spAutoFit/>
          </a:bodyPr>
          <a:lstStyle/>
          <a:p>
            <a:pPr>
              <a:lnSpc>
                <a:spcPct val="150000"/>
              </a:lnSpc>
            </a:pPr>
            <a:r>
              <a:rPr lang="zh-CN" altLang="en-US" sz="1600" dirty="0">
                <a:solidFill>
                  <a:srgbClr val="000000"/>
                </a:solidFill>
                <a:latin typeface="微软雅黑" panose="020B0503020204020204" pitchFamily="34" charset="-122"/>
                <a:ea typeface="微软雅黑" panose="020B0503020204020204" pitchFamily="34" charset="-122"/>
              </a:rPr>
              <a:t>这里仅涉及两个：</a:t>
            </a:r>
            <a:endParaRPr lang="en-US" altLang="zh-CN" sz="1600" dirty="0">
              <a:solidFill>
                <a:srgbClr val="000000"/>
              </a:solidFill>
              <a:latin typeface="微软雅黑" panose="020B0503020204020204" pitchFamily="34" charset="-122"/>
              <a:ea typeface="微软雅黑" panose="020B0503020204020204" pitchFamily="34" charset="-122"/>
            </a:endParaRPr>
          </a:p>
          <a:p>
            <a:pPr>
              <a:lnSpc>
                <a:spcPct val="150000"/>
              </a:lnSpc>
            </a:pPr>
            <a:r>
              <a:rPr lang="en-US" altLang="zh-CN" sz="1600" dirty="0">
                <a:solidFill>
                  <a:srgbClr val="000000"/>
                </a:solidFill>
                <a:latin typeface="微软雅黑" panose="020B0503020204020204" pitchFamily="34" charset="-122"/>
                <a:ea typeface="微软雅黑" panose="020B0503020204020204" pitchFamily="34" charset="-122"/>
              </a:rPr>
              <a:t>__</a:t>
            </a:r>
            <a:r>
              <a:rPr lang="en-US" altLang="zh-CN" sz="1600" dirty="0" err="1">
                <a:solidFill>
                  <a:srgbClr val="000000"/>
                </a:solidFill>
                <a:latin typeface="微软雅黑" panose="020B0503020204020204" pitchFamily="34" charset="-122"/>
                <a:ea typeface="微软雅黑" panose="020B0503020204020204" pitchFamily="34" charset="-122"/>
              </a:rPr>
              <a:t>syncthreads</a:t>
            </a:r>
            <a:r>
              <a:rPr lang="en-US" altLang="zh-CN" sz="1600" dirty="0">
                <a:solidFill>
                  <a:srgbClr val="000000"/>
                </a:solidFill>
                <a:latin typeface="微软雅黑" panose="020B0503020204020204" pitchFamily="34" charset="-122"/>
                <a:ea typeface="微软雅黑" panose="020B0503020204020204" pitchFamily="34" charset="-122"/>
              </a:rPr>
              <a:t>()</a:t>
            </a:r>
            <a:r>
              <a:rPr lang="zh-CN" altLang="en-US" sz="1600" dirty="0">
                <a:solidFill>
                  <a:srgbClr val="000000"/>
                </a:solidFill>
                <a:latin typeface="微软雅黑" panose="020B0503020204020204" pitchFamily="34" charset="-122"/>
                <a:ea typeface="微软雅黑" panose="020B0503020204020204" pitchFamily="34" charset="-122"/>
              </a:rPr>
              <a:t>：同步同一个</a:t>
            </a:r>
            <a:r>
              <a:rPr lang="en-US" altLang="zh-CN" sz="1600" dirty="0">
                <a:solidFill>
                  <a:srgbClr val="000000"/>
                </a:solidFill>
                <a:latin typeface="微软雅黑" panose="020B0503020204020204" pitchFamily="34" charset="-122"/>
                <a:ea typeface="微软雅黑" panose="020B0503020204020204" pitchFamily="34" charset="-122"/>
              </a:rPr>
              <a:t>block</a:t>
            </a:r>
            <a:r>
              <a:rPr lang="zh-CN" altLang="en-US" sz="1600" dirty="0">
                <a:solidFill>
                  <a:srgbClr val="000000"/>
                </a:solidFill>
                <a:latin typeface="微软雅黑" panose="020B0503020204020204" pitchFamily="34" charset="-122"/>
                <a:ea typeface="微软雅黑" panose="020B0503020204020204" pitchFamily="34" charset="-122"/>
              </a:rPr>
              <a:t>内执行的线程。</a:t>
            </a:r>
            <a:endParaRPr lang="en-US" altLang="zh-CN" sz="1600" dirty="0">
              <a:solidFill>
                <a:srgbClr val="000000"/>
              </a:solidFill>
              <a:latin typeface="微软雅黑" panose="020B0503020204020204" pitchFamily="34" charset="-122"/>
              <a:ea typeface="微软雅黑" panose="020B0503020204020204" pitchFamily="34" charset="-122"/>
            </a:endParaRPr>
          </a:p>
          <a:p>
            <a:pPr>
              <a:lnSpc>
                <a:spcPct val="150000"/>
              </a:lnSpc>
            </a:pPr>
            <a:r>
              <a:rPr lang="en-US" altLang="zh-CN" sz="1600" dirty="0" err="1">
                <a:solidFill>
                  <a:srgbClr val="000000"/>
                </a:solidFill>
                <a:latin typeface="微软雅黑" panose="020B0503020204020204" pitchFamily="34" charset="-122"/>
                <a:ea typeface="微软雅黑" panose="020B0503020204020204" pitchFamily="34" charset="-122"/>
              </a:rPr>
              <a:t>cudaDeviceSynchronize</a:t>
            </a:r>
            <a:r>
              <a:rPr lang="en-US" altLang="zh-CN" sz="1600" dirty="0">
                <a:solidFill>
                  <a:srgbClr val="000000"/>
                </a:solidFill>
                <a:latin typeface="微软雅黑" panose="020B0503020204020204" pitchFamily="34" charset="-122"/>
                <a:ea typeface="微软雅黑" panose="020B0503020204020204" pitchFamily="34" charset="-122"/>
              </a:rPr>
              <a:t>()</a:t>
            </a:r>
            <a:r>
              <a:rPr lang="zh-CN" altLang="en-US" sz="1600" dirty="0">
                <a:solidFill>
                  <a:srgbClr val="000000"/>
                </a:solidFill>
                <a:latin typeface="微软雅黑" panose="020B0503020204020204" pitchFamily="34" charset="-122"/>
                <a:ea typeface="微软雅黑" panose="020B0503020204020204" pitchFamily="34" charset="-122"/>
              </a:rPr>
              <a:t>：同步</a:t>
            </a:r>
            <a:r>
              <a:rPr lang="en-US" altLang="zh-CN" sz="1600" dirty="0">
                <a:solidFill>
                  <a:srgbClr val="000000"/>
                </a:solidFill>
                <a:latin typeface="微软雅黑" panose="020B0503020204020204" pitchFamily="34" charset="-122"/>
                <a:ea typeface="微软雅黑" panose="020B0503020204020204" pitchFamily="34" charset="-122"/>
              </a:rPr>
              <a:t>CPU</a:t>
            </a:r>
            <a:r>
              <a:rPr lang="zh-CN" altLang="en-US" sz="1600" dirty="0">
                <a:solidFill>
                  <a:srgbClr val="000000"/>
                </a:solidFill>
                <a:latin typeface="微软雅黑" panose="020B0503020204020204" pitchFamily="34" charset="-122"/>
                <a:ea typeface="微软雅黑" panose="020B0503020204020204" pitchFamily="34" charset="-122"/>
              </a:rPr>
              <a:t>上程序与</a:t>
            </a:r>
            <a:r>
              <a:rPr lang="en-US" altLang="zh-CN" sz="1600" dirty="0">
                <a:solidFill>
                  <a:srgbClr val="000000"/>
                </a:solidFill>
                <a:latin typeface="微软雅黑" panose="020B0503020204020204" pitchFamily="34" charset="-122"/>
                <a:ea typeface="微软雅黑" panose="020B0503020204020204" pitchFamily="34" charset="-122"/>
              </a:rPr>
              <a:t>GPU</a:t>
            </a:r>
            <a:r>
              <a:rPr lang="zh-CN" altLang="en-US" sz="1600" dirty="0">
                <a:solidFill>
                  <a:srgbClr val="000000"/>
                </a:solidFill>
                <a:latin typeface="微软雅黑" panose="020B0503020204020204" pitchFamily="34" charset="-122"/>
                <a:ea typeface="微软雅黑" panose="020B0503020204020204" pitchFamily="34" charset="-122"/>
              </a:rPr>
              <a:t>上程序。</a:t>
            </a:r>
            <a:endParaRPr lang="en-US" altLang="zh-CN" sz="1600" dirty="0">
              <a:solidFill>
                <a:srgbClr val="0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151312970"/>
      </p:ext>
    </p:extLst>
  </p:cSld>
  <p:clrMapOvr>
    <a:masterClrMapping/>
  </p:clrMapOvr>
  <mc:AlternateContent xmlns:mc="http://schemas.openxmlformats.org/markup-compatibility/2006" xmlns:p14="http://schemas.microsoft.com/office/powerpoint/2010/main">
    <mc:Choice Requires="p14">
      <p:transition spd="slow" p14:dur="2000" advTm="13957"/>
    </mc:Choice>
    <mc:Fallback xmlns="">
      <p:transition spd="slow" advTm="13957"/>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5D60BD-CA08-496E-0151-F82CFC109937}"/>
            </a:ext>
          </a:extLst>
        </p:cNvPr>
        <p:cNvGrpSpPr/>
        <p:nvPr/>
      </p:nvGrpSpPr>
      <p:grpSpPr>
        <a:xfrm>
          <a:off x="0" y="0"/>
          <a:ext cx="0" cy="0"/>
          <a:chOff x="0" y="0"/>
          <a:chExt cx="0" cy="0"/>
        </a:xfrm>
      </p:grpSpPr>
      <p:grpSp>
        <p:nvGrpSpPr>
          <p:cNvPr id="16" name="组合 52">
            <a:extLst>
              <a:ext uri="{FF2B5EF4-FFF2-40B4-BE49-F238E27FC236}">
                <a16:creationId xmlns:a16="http://schemas.microsoft.com/office/drawing/2014/main" id="{363BFD84-10BB-FFC7-BF6E-76ECA5E7F204}"/>
              </a:ext>
            </a:extLst>
          </p:cNvPr>
          <p:cNvGrpSpPr/>
          <p:nvPr/>
        </p:nvGrpSpPr>
        <p:grpSpPr>
          <a:xfrm>
            <a:off x="138564" y="279057"/>
            <a:ext cx="6293973" cy="253916"/>
            <a:chOff x="5637082" y="1769183"/>
            <a:chExt cx="4430606" cy="451405"/>
          </a:xfrm>
        </p:grpSpPr>
        <p:sp>
          <p:nvSpPr>
            <p:cNvPr id="17" name="等腰三角形 53">
              <a:extLst>
                <a:ext uri="{FF2B5EF4-FFF2-40B4-BE49-F238E27FC236}">
                  <a16:creationId xmlns:a16="http://schemas.microsoft.com/office/drawing/2014/main" id="{C13C9048-DE42-020E-C540-921F1074C80C}"/>
                </a:ext>
              </a:extLst>
            </p:cNvPr>
            <p:cNvSpPr/>
            <p:nvPr/>
          </p:nvSpPr>
          <p:spPr>
            <a:xfrm rot="5400000">
              <a:off x="5562941" y="1938259"/>
              <a:ext cx="243283" cy="9500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125">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9" name="文本框 18">
              <a:extLst>
                <a:ext uri="{FF2B5EF4-FFF2-40B4-BE49-F238E27FC236}">
                  <a16:creationId xmlns:a16="http://schemas.microsoft.com/office/drawing/2014/main" id="{B399C086-3591-F307-6E78-4DD286A58546}"/>
                </a:ext>
              </a:extLst>
            </p:cNvPr>
            <p:cNvSpPr txBox="1"/>
            <p:nvPr/>
          </p:nvSpPr>
          <p:spPr>
            <a:xfrm flipH="1">
              <a:off x="5746406" y="1769183"/>
              <a:ext cx="4321282" cy="451405"/>
            </a:xfrm>
            <a:prstGeom prst="rect">
              <a:avLst/>
            </a:prstGeom>
            <a:noFill/>
          </p:spPr>
          <p:txBody>
            <a:bodyPr wrap="square" rtlCol="0">
              <a:spAutoFit/>
            </a:bodyPr>
            <a:lstStyle/>
            <a:p>
              <a:r>
                <a:rPr lang="en-US" altLang="zh-CN" sz="105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Lab5</a:t>
              </a:r>
              <a:r>
                <a:rPr lang="zh-CN" altLang="en-US" sz="105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实验讲解 </a:t>
              </a:r>
              <a:r>
                <a:rPr lang="en-US" altLang="zh-CN" sz="105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050" b="1" dirty="0">
                  <a:solidFill>
                    <a:schemeClr val="bg1"/>
                  </a:solidFill>
                  <a:latin typeface="微软雅黑" panose="020B0503020204020204" pitchFamily="34" charset="-122"/>
                  <a:ea typeface="微软雅黑" panose="020B0503020204020204" pitchFamily="34" charset="-122"/>
                </a:rPr>
                <a:t>CUDA</a:t>
              </a:r>
              <a:r>
                <a:rPr lang="zh-CN" altLang="en-US" sz="1050" b="1" dirty="0">
                  <a:solidFill>
                    <a:schemeClr val="bg1"/>
                  </a:solidFill>
                  <a:latin typeface="微软雅黑" panose="020B0503020204020204" pitchFamily="34" charset="-122"/>
                  <a:ea typeface="微软雅黑" panose="020B0503020204020204" pitchFamily="34" charset="-122"/>
                </a:rPr>
                <a:t>简介</a:t>
              </a:r>
            </a:p>
          </p:txBody>
        </p:sp>
      </p:grpSp>
      <p:sp>
        <p:nvSpPr>
          <p:cNvPr id="6" name="矩形 5">
            <a:extLst>
              <a:ext uri="{FF2B5EF4-FFF2-40B4-BE49-F238E27FC236}">
                <a16:creationId xmlns:a16="http://schemas.microsoft.com/office/drawing/2014/main" id="{95FDABE5-D5D0-2C33-CF3C-25E959D8A365}"/>
              </a:ext>
            </a:extLst>
          </p:cNvPr>
          <p:cNvSpPr/>
          <p:nvPr/>
        </p:nvSpPr>
        <p:spPr>
          <a:xfrm>
            <a:off x="138564" y="848265"/>
            <a:ext cx="2730106" cy="418191"/>
          </a:xfrm>
          <a:prstGeom prst="rect">
            <a:avLst/>
          </a:prstGeom>
        </p:spPr>
        <p:txBody>
          <a:bodyPr wrap="none">
            <a:spAutoFit/>
          </a:bodyPr>
          <a:lstStyle/>
          <a:p>
            <a:pPr>
              <a:lnSpc>
                <a:spcPct val="150000"/>
              </a:lnSpc>
            </a:pPr>
            <a:r>
              <a:rPr lang="en-US" altLang="zh-CN" sz="1600" b="1" dirty="0">
                <a:latin typeface="微软雅黑" panose="020B0503020204020204" pitchFamily="34" charset="-122"/>
                <a:ea typeface="微软雅黑" panose="020B0503020204020204" pitchFamily="34" charset="-122"/>
              </a:rPr>
              <a:t>CUDA</a:t>
            </a:r>
            <a:r>
              <a:rPr lang="zh-CN" altLang="en-US" sz="1600" b="1" dirty="0">
                <a:latin typeface="微软雅黑" panose="020B0503020204020204" pitchFamily="34" charset="-122"/>
                <a:ea typeface="微软雅黑" panose="020B0503020204020204" pitchFamily="34" charset="-122"/>
              </a:rPr>
              <a:t>简介</a:t>
            </a:r>
            <a:r>
              <a:rPr lang="en-US" altLang="zh-CN" sz="1600" b="1" dirty="0">
                <a:latin typeface="微软雅黑" panose="020B0503020204020204" pitchFamily="34" charset="-122"/>
                <a:ea typeface="微软雅黑" panose="020B0503020204020204" pitchFamily="34" charset="-122"/>
              </a:rPr>
              <a:t>-</a:t>
            </a:r>
            <a:r>
              <a:rPr lang="zh-CN" altLang="en-US" sz="1600" b="1" dirty="0">
                <a:latin typeface="微软雅黑" panose="020B0503020204020204" pitchFamily="34" charset="-122"/>
                <a:ea typeface="微软雅黑" panose="020B0503020204020204" pitchFamily="34" charset="-122"/>
              </a:rPr>
              <a:t>内存分配及拷贝</a:t>
            </a:r>
          </a:p>
        </p:txBody>
      </p:sp>
      <p:sp>
        <p:nvSpPr>
          <p:cNvPr id="3" name="矩形 2">
            <a:extLst>
              <a:ext uri="{FF2B5EF4-FFF2-40B4-BE49-F238E27FC236}">
                <a16:creationId xmlns:a16="http://schemas.microsoft.com/office/drawing/2014/main" id="{2AB60515-C9BE-76C7-F7C6-2CD09AF5882F}"/>
              </a:ext>
            </a:extLst>
          </p:cNvPr>
          <p:cNvSpPr/>
          <p:nvPr/>
        </p:nvSpPr>
        <p:spPr>
          <a:xfrm>
            <a:off x="400521" y="1384572"/>
            <a:ext cx="8342957" cy="4968411"/>
          </a:xfrm>
          <a:prstGeom prst="rect">
            <a:avLst/>
          </a:prstGeom>
        </p:spPr>
        <p:txBody>
          <a:bodyPr wrap="square">
            <a:spAutoFit/>
          </a:bodyPr>
          <a:lstStyle/>
          <a:p>
            <a:pPr marL="342900" indent="-342900">
              <a:lnSpc>
                <a:spcPct val="150000"/>
              </a:lnSpc>
              <a:buFont typeface="+mj-lt"/>
              <a:buAutoNum type="arabicPeriod"/>
            </a:pPr>
            <a:r>
              <a:rPr lang="en-US" altLang="zh-CN" sz="1600" dirty="0">
                <a:latin typeface="微软雅黑" panose="020B0503020204020204" pitchFamily="34" charset="-122"/>
                <a:ea typeface="微软雅黑" panose="020B0503020204020204" pitchFamily="34" charset="-122"/>
              </a:rPr>
              <a:t>Shared Memory</a:t>
            </a:r>
            <a:r>
              <a:rPr lang="zh-CN" altLang="en-US" sz="1600" dirty="0">
                <a:latin typeface="微软雅黑" panose="020B0503020204020204" pitchFamily="34" charset="-122"/>
                <a:ea typeface="微软雅黑" panose="020B0503020204020204" pitchFamily="34" charset="-122"/>
              </a:rPr>
              <a:t>：仅介绍简单的固定分配。用法：</a:t>
            </a:r>
            <a:r>
              <a:rPr lang="en-US" altLang="zh-CN" sz="1600" b="0" dirty="0">
                <a:solidFill>
                  <a:srgbClr val="0000FF"/>
                </a:solidFill>
                <a:effectLst/>
                <a:latin typeface="Consolas" panose="020B0609020204030204" pitchFamily="49" charset="0"/>
              </a:rPr>
              <a:t> __shared__</a:t>
            </a:r>
            <a:r>
              <a:rPr lang="en-US" altLang="zh-CN" sz="1600" b="0" dirty="0">
                <a:solidFill>
                  <a:srgbClr val="000000"/>
                </a:solidFill>
                <a:effectLst/>
                <a:latin typeface="Consolas" panose="020B0609020204030204" pitchFamily="49" charset="0"/>
              </a:rPr>
              <a:t> </a:t>
            </a:r>
            <a:r>
              <a:rPr lang="en-US" altLang="zh-CN" sz="1600" b="0" dirty="0">
                <a:solidFill>
                  <a:srgbClr val="0000FF"/>
                </a:solidFill>
                <a:effectLst/>
                <a:latin typeface="Consolas" panose="020B0609020204030204" pitchFamily="49" charset="0"/>
              </a:rPr>
              <a:t>float</a:t>
            </a:r>
            <a:r>
              <a:rPr lang="en-US" altLang="zh-CN" sz="1600" b="0" dirty="0">
                <a:solidFill>
                  <a:srgbClr val="000000"/>
                </a:solidFill>
                <a:effectLst/>
                <a:latin typeface="Consolas" panose="020B0609020204030204" pitchFamily="49" charset="0"/>
              </a:rPr>
              <a:t> Asub[</a:t>
            </a:r>
            <a:r>
              <a:rPr lang="en-US" altLang="zh-CN" sz="1600" b="0" dirty="0">
                <a:solidFill>
                  <a:srgbClr val="0000FF"/>
                </a:solidFill>
                <a:effectLst/>
                <a:latin typeface="Consolas" panose="020B0609020204030204" pitchFamily="49" charset="0"/>
              </a:rPr>
              <a:t>4</a:t>
            </a:r>
            <a:r>
              <a:rPr lang="en-US" altLang="zh-CN" sz="1600" b="0" dirty="0">
                <a:solidFill>
                  <a:srgbClr val="000000"/>
                </a:solidFill>
                <a:effectLst/>
                <a:latin typeface="Consolas" panose="020B0609020204030204" pitchFamily="49" charset="0"/>
              </a:rPr>
              <a:t>][</a:t>
            </a:r>
            <a:r>
              <a:rPr lang="en-US" altLang="zh-CN" sz="1600" b="0" dirty="0">
                <a:solidFill>
                  <a:srgbClr val="0000FF"/>
                </a:solidFill>
                <a:effectLst/>
                <a:latin typeface="Consolas" panose="020B0609020204030204" pitchFamily="49" charset="0"/>
              </a:rPr>
              <a:t>4</a:t>
            </a:r>
            <a:r>
              <a:rPr lang="en-US" altLang="zh-CN" sz="1600" b="0" dirty="0">
                <a:solidFill>
                  <a:srgbClr val="000000"/>
                </a:solidFill>
                <a:effectLst/>
                <a:latin typeface="Consolas" panose="020B0609020204030204" pitchFamily="49" charset="0"/>
              </a:rPr>
              <a:t>]</a:t>
            </a:r>
            <a:r>
              <a:rPr lang="zh-CN" altLang="en-US" sz="1600" dirty="0">
                <a:latin typeface="微软雅黑" panose="020B0503020204020204" pitchFamily="34" charset="-122"/>
                <a:ea typeface="微软雅黑" panose="020B0503020204020204" pitchFamily="34" charset="-122"/>
              </a:rPr>
              <a:t>。即在要分配为</a:t>
            </a:r>
            <a:r>
              <a:rPr lang="en-US" altLang="zh-CN" sz="1600" dirty="0">
                <a:latin typeface="微软雅黑" panose="020B0503020204020204" pitchFamily="34" charset="-122"/>
                <a:ea typeface="微软雅黑" panose="020B0503020204020204" pitchFamily="34" charset="-122"/>
              </a:rPr>
              <a:t>Shared Memory</a:t>
            </a:r>
            <a:r>
              <a:rPr lang="zh-CN" altLang="en-US" sz="1600" dirty="0">
                <a:latin typeface="微软雅黑" panose="020B0503020204020204" pitchFamily="34" charset="-122"/>
                <a:ea typeface="微软雅黑" panose="020B0503020204020204" pitchFamily="34" charset="-122"/>
              </a:rPr>
              <a:t>的变量前面加上</a:t>
            </a:r>
            <a:r>
              <a:rPr lang="en-US" altLang="zh-CN" sz="1600" dirty="0">
                <a:latin typeface="微软雅黑" panose="020B0503020204020204" pitchFamily="34" charset="-122"/>
                <a:ea typeface="微软雅黑" panose="020B0503020204020204" pitchFamily="34" charset="-122"/>
              </a:rPr>
              <a:t>__shared__</a:t>
            </a:r>
            <a:r>
              <a:rPr lang="zh-CN" altLang="en-US" sz="1600" dirty="0">
                <a:latin typeface="微软雅黑" panose="020B0503020204020204" pitchFamily="34" charset="-122"/>
                <a:ea typeface="微软雅黑" panose="020B0503020204020204" pitchFamily="34" charset="-122"/>
              </a:rPr>
              <a:t>。注：还有在启动内核时动态分配的方法。</a:t>
            </a:r>
            <a:endParaRPr lang="en-US" altLang="zh-CN" sz="1600" dirty="0">
              <a:latin typeface="微软雅黑" panose="020B0503020204020204" pitchFamily="34" charset="-122"/>
              <a:ea typeface="微软雅黑" panose="020B0503020204020204" pitchFamily="34" charset="-122"/>
            </a:endParaRPr>
          </a:p>
          <a:p>
            <a:pPr marL="342900" indent="-342900">
              <a:lnSpc>
                <a:spcPct val="150000"/>
              </a:lnSpc>
              <a:buFont typeface="+mj-lt"/>
              <a:buAutoNum type="arabicPeriod"/>
            </a:pPr>
            <a:r>
              <a:rPr lang="en-US" altLang="zh-CN" sz="1600" dirty="0">
                <a:latin typeface="微软雅黑" panose="020B0503020204020204" pitchFamily="34" charset="-122"/>
                <a:ea typeface="微软雅黑" panose="020B0503020204020204" pitchFamily="34" charset="-122"/>
              </a:rPr>
              <a:t>GPU global memory</a:t>
            </a:r>
            <a:r>
              <a:rPr lang="zh-CN" altLang="en-US" sz="1600" dirty="0">
                <a:latin typeface="微软雅黑" panose="020B0503020204020204" pitchFamily="34" charset="-122"/>
                <a:ea typeface="微软雅黑" panose="020B0503020204020204" pitchFamily="34" charset="-122"/>
              </a:rPr>
              <a:t>：使用</a:t>
            </a:r>
            <a:r>
              <a:rPr lang="en-US" altLang="zh-CN" sz="1600" b="0" dirty="0">
                <a:solidFill>
                  <a:srgbClr val="0000FF"/>
                </a:solidFill>
                <a:effectLst/>
                <a:latin typeface="Consolas" panose="020B0609020204030204" pitchFamily="49" charset="0"/>
              </a:rPr>
              <a:t>float</a:t>
            </a:r>
            <a:r>
              <a:rPr lang="en-US" altLang="zh-CN" sz="1600" b="0" dirty="0">
                <a:solidFill>
                  <a:srgbClr val="000000"/>
                </a:solidFill>
                <a:effectLst/>
                <a:latin typeface="Consolas" panose="020B0609020204030204" pitchFamily="49" charset="0"/>
              </a:rPr>
              <a:t> </a:t>
            </a:r>
            <a:r>
              <a:rPr lang="en-US" altLang="zh-CN" sz="1600" b="0" dirty="0">
                <a:solidFill>
                  <a:srgbClr val="FF0000"/>
                </a:solidFill>
                <a:effectLst/>
                <a:latin typeface="Consolas" panose="020B0609020204030204" pitchFamily="49" charset="0"/>
              </a:rPr>
              <a:t>*</a:t>
            </a:r>
            <a:r>
              <a:rPr lang="en-US" altLang="zh-CN" sz="1600" b="0" dirty="0">
                <a:solidFill>
                  <a:srgbClr val="000000"/>
                </a:solidFill>
                <a:effectLst/>
                <a:latin typeface="Consolas" panose="020B0609020204030204" pitchFamily="49" charset="0"/>
              </a:rPr>
              <a:t>A</a:t>
            </a:r>
            <a:r>
              <a:rPr lang="en-US" altLang="zh-CN" sz="1600" dirty="0">
                <a:solidFill>
                  <a:srgbClr val="000000"/>
                </a:solidFill>
                <a:latin typeface="Consolas" panose="020B0609020204030204" pitchFamily="49" charset="0"/>
              </a:rPr>
              <a:t>; </a:t>
            </a:r>
            <a:r>
              <a:rPr lang="en-US" altLang="zh-CN" sz="1600" b="0" dirty="0" err="1">
                <a:solidFill>
                  <a:srgbClr val="000000"/>
                </a:solidFill>
                <a:effectLst/>
                <a:latin typeface="Consolas" panose="020B0609020204030204" pitchFamily="49" charset="0"/>
              </a:rPr>
              <a:t>cudaMalloc</a:t>
            </a:r>
            <a:r>
              <a:rPr lang="en-US" altLang="zh-CN" sz="1600" b="0" dirty="0">
                <a:solidFill>
                  <a:srgbClr val="000000"/>
                </a:solidFill>
                <a:effectLst/>
                <a:latin typeface="Consolas" panose="020B0609020204030204" pitchFamily="49" charset="0"/>
              </a:rPr>
              <a:t>(</a:t>
            </a:r>
            <a:r>
              <a:rPr lang="en-US" altLang="zh-CN" sz="1600" b="0" dirty="0">
                <a:solidFill>
                  <a:srgbClr val="FF0000"/>
                </a:solidFill>
                <a:effectLst/>
                <a:latin typeface="Consolas" panose="020B0609020204030204" pitchFamily="49" charset="0"/>
              </a:rPr>
              <a:t>&amp;</a:t>
            </a:r>
            <a:r>
              <a:rPr lang="en-US" altLang="zh-CN" sz="1600" b="0" dirty="0">
                <a:solidFill>
                  <a:srgbClr val="000000"/>
                </a:solidFill>
                <a:effectLst/>
                <a:latin typeface="Consolas" panose="020B0609020204030204" pitchFamily="49" charset="0"/>
              </a:rPr>
              <a:t>A, </a:t>
            </a:r>
            <a:r>
              <a:rPr lang="en-US" altLang="zh-CN" sz="1600" b="0" dirty="0" err="1">
                <a:solidFill>
                  <a:srgbClr val="0000FF"/>
                </a:solidFill>
                <a:effectLst/>
                <a:latin typeface="Consolas" panose="020B0609020204030204" pitchFamily="49" charset="0"/>
              </a:rPr>
              <a:t>sizeof</a:t>
            </a:r>
            <a:r>
              <a:rPr lang="en-US" altLang="zh-CN" sz="1600" b="0" dirty="0">
                <a:solidFill>
                  <a:srgbClr val="000000"/>
                </a:solidFill>
                <a:effectLst/>
                <a:latin typeface="Consolas" panose="020B0609020204030204" pitchFamily="49" charset="0"/>
              </a:rPr>
              <a:t>(</a:t>
            </a:r>
            <a:r>
              <a:rPr lang="en-US" altLang="zh-CN" sz="1600" b="0" dirty="0">
                <a:solidFill>
                  <a:srgbClr val="0000FF"/>
                </a:solidFill>
                <a:effectLst/>
                <a:latin typeface="Consolas" panose="020B0609020204030204" pitchFamily="49" charset="0"/>
              </a:rPr>
              <a:t>float</a:t>
            </a:r>
            <a:r>
              <a:rPr lang="en-US" altLang="zh-CN" sz="1600" b="0" dirty="0">
                <a:solidFill>
                  <a:srgbClr val="000000"/>
                </a:solidFill>
                <a:effectLst/>
                <a:latin typeface="Consolas" panose="020B0609020204030204" pitchFamily="49" charset="0"/>
              </a:rPr>
              <a:t>)*(N*N));</a:t>
            </a:r>
            <a:r>
              <a:rPr lang="zh-CN" altLang="en-US" sz="1600" dirty="0">
                <a:latin typeface="微软雅黑" panose="020B0503020204020204" pitchFamily="34" charset="-122"/>
                <a:ea typeface="微软雅黑" panose="020B0503020204020204" pitchFamily="34" charset="-122"/>
              </a:rPr>
              <a:t>分配内存。注意由于</a:t>
            </a:r>
            <a:r>
              <a:rPr lang="en-US" altLang="zh-CN" sz="1600" dirty="0">
                <a:latin typeface="微软雅黑" panose="020B0503020204020204" pitchFamily="34" charset="-122"/>
                <a:ea typeface="微软雅黑" panose="020B0503020204020204" pitchFamily="34" charset="-122"/>
              </a:rPr>
              <a:t>A</a:t>
            </a:r>
            <a:r>
              <a:rPr lang="zh-CN" altLang="en-US" sz="1600" dirty="0">
                <a:latin typeface="微软雅黑" panose="020B0503020204020204" pitchFamily="34" charset="-122"/>
                <a:ea typeface="微软雅黑" panose="020B0503020204020204" pitchFamily="34" charset="-122"/>
              </a:rPr>
              <a:t>在</a:t>
            </a:r>
            <a:r>
              <a:rPr lang="en-US" altLang="zh-CN" sz="1600" dirty="0">
                <a:latin typeface="微软雅黑" panose="020B0503020204020204" pitchFamily="34" charset="-122"/>
                <a:ea typeface="微软雅黑" panose="020B0503020204020204" pitchFamily="34" charset="-122"/>
              </a:rPr>
              <a:t>CPU</a:t>
            </a:r>
            <a:r>
              <a:rPr lang="zh-CN" altLang="en-US" sz="1600" dirty="0">
                <a:latin typeface="微软雅黑" panose="020B0503020204020204" pitchFamily="34" charset="-122"/>
                <a:ea typeface="微软雅黑" panose="020B0503020204020204" pitchFamily="34" charset="-122"/>
              </a:rPr>
              <a:t>内存中因此这里给</a:t>
            </a:r>
            <a:r>
              <a:rPr lang="en-US" altLang="zh-CN" sz="1600" dirty="0">
                <a:latin typeface="微软雅黑" panose="020B0503020204020204" pitchFamily="34" charset="-122"/>
                <a:ea typeface="微软雅黑" panose="020B0503020204020204" pitchFamily="34" charset="-122"/>
              </a:rPr>
              <a:t>A</a:t>
            </a:r>
            <a:r>
              <a:rPr lang="zh-CN" altLang="en-US" sz="1600" dirty="0">
                <a:latin typeface="微软雅黑" panose="020B0503020204020204" pitchFamily="34" charset="-122"/>
                <a:ea typeface="微软雅黑" panose="020B0503020204020204" pitchFamily="34" charset="-122"/>
              </a:rPr>
              <a:t>放入的是指向</a:t>
            </a:r>
            <a:r>
              <a:rPr lang="en-US" altLang="zh-CN" sz="1600" dirty="0">
                <a:latin typeface="微软雅黑" panose="020B0503020204020204" pitchFamily="34" charset="-122"/>
                <a:ea typeface="微软雅黑" panose="020B0503020204020204" pitchFamily="34" charset="-122"/>
              </a:rPr>
              <a:t>GPU</a:t>
            </a:r>
            <a:r>
              <a:rPr lang="zh-CN" altLang="en-US" sz="1600" dirty="0">
                <a:latin typeface="微软雅黑" panose="020B0503020204020204" pitchFamily="34" charset="-122"/>
                <a:ea typeface="微软雅黑" panose="020B0503020204020204" pitchFamily="34" charset="-122"/>
              </a:rPr>
              <a:t>内存的指针。使用</a:t>
            </a:r>
            <a:r>
              <a:rPr lang="en-US" altLang="zh-CN" sz="1600" b="0" dirty="0" err="1">
                <a:solidFill>
                  <a:srgbClr val="000000"/>
                </a:solidFill>
                <a:effectLst/>
                <a:latin typeface="Consolas" panose="020B0609020204030204" pitchFamily="49" charset="0"/>
              </a:rPr>
              <a:t>cudaFree</a:t>
            </a:r>
            <a:r>
              <a:rPr lang="en-US" altLang="zh-CN" sz="1600" b="0" dirty="0">
                <a:solidFill>
                  <a:srgbClr val="000000"/>
                </a:solidFill>
                <a:effectLst/>
                <a:latin typeface="Consolas" panose="020B0609020204030204" pitchFamily="49" charset="0"/>
              </a:rPr>
              <a:t>(</a:t>
            </a:r>
            <a:r>
              <a:rPr lang="en-US" altLang="zh-CN" sz="1600" b="0" dirty="0">
                <a:solidFill>
                  <a:srgbClr val="FF0000"/>
                </a:solidFill>
                <a:effectLst/>
                <a:latin typeface="Consolas" panose="020B0609020204030204" pitchFamily="49" charset="0"/>
              </a:rPr>
              <a:t>A</a:t>
            </a:r>
            <a:r>
              <a:rPr lang="en-US" altLang="zh-CN" sz="1600" b="0" dirty="0">
                <a:solidFill>
                  <a:srgbClr val="000000"/>
                </a:solidFill>
                <a:effectLst/>
                <a:latin typeface="Consolas" panose="020B0609020204030204" pitchFamily="49" charset="0"/>
              </a:rPr>
              <a:t>);</a:t>
            </a:r>
            <a:r>
              <a:rPr lang="zh-CN" altLang="en-US" sz="1600" dirty="0">
                <a:latin typeface="微软雅黑" panose="020B0503020204020204" pitchFamily="34" charset="-122"/>
                <a:ea typeface="微软雅黑" panose="020B0503020204020204" pitchFamily="34" charset="-122"/>
              </a:rPr>
              <a:t>释放在</a:t>
            </a:r>
            <a:r>
              <a:rPr lang="en-US" altLang="zh-CN" sz="1600" dirty="0">
                <a:latin typeface="微软雅黑" panose="020B0503020204020204" pitchFamily="34" charset="-122"/>
                <a:ea typeface="微软雅黑" panose="020B0503020204020204" pitchFamily="34" charset="-122"/>
              </a:rPr>
              <a:t>GPU</a:t>
            </a:r>
            <a:r>
              <a:rPr lang="zh-CN" altLang="en-US" sz="1600" dirty="0">
                <a:latin typeface="微软雅黑" panose="020B0503020204020204" pitchFamily="34" charset="-122"/>
                <a:ea typeface="微软雅黑" panose="020B0503020204020204" pitchFamily="34" charset="-122"/>
              </a:rPr>
              <a:t>上分配的内存。</a:t>
            </a:r>
            <a:endParaRPr lang="en-US" altLang="zh-CN" sz="1600" dirty="0">
              <a:latin typeface="微软雅黑" panose="020B0503020204020204" pitchFamily="34" charset="-122"/>
              <a:ea typeface="微软雅黑" panose="020B0503020204020204" pitchFamily="34" charset="-122"/>
            </a:endParaRPr>
          </a:p>
          <a:p>
            <a:pPr marL="342900" indent="-342900">
              <a:lnSpc>
                <a:spcPct val="150000"/>
              </a:lnSpc>
              <a:buFont typeface="+mj-lt"/>
              <a:buAutoNum type="arabicPeriod"/>
            </a:pPr>
            <a:r>
              <a:rPr lang="en-US" altLang="zh-CN" sz="1600" dirty="0">
                <a:latin typeface="微软雅黑" panose="020B0503020204020204" pitchFamily="34" charset="-122"/>
                <a:ea typeface="微软雅黑" panose="020B0503020204020204" pitchFamily="34" charset="-122"/>
              </a:rPr>
              <a:t>CPU</a:t>
            </a:r>
            <a:r>
              <a:rPr lang="zh-CN" altLang="en-US" sz="1600" dirty="0">
                <a:latin typeface="微软雅黑" panose="020B0503020204020204" pitchFamily="34" charset="-122"/>
                <a:ea typeface="微软雅黑" panose="020B0503020204020204" pitchFamily="34" charset="-122"/>
              </a:rPr>
              <a:t>与</a:t>
            </a:r>
            <a:r>
              <a:rPr lang="en-US" altLang="zh-CN" sz="1600" dirty="0">
                <a:latin typeface="微软雅黑" panose="020B0503020204020204" pitchFamily="34" charset="-122"/>
                <a:ea typeface="微软雅黑" panose="020B0503020204020204" pitchFamily="34" charset="-122"/>
              </a:rPr>
              <a:t>GPU</a:t>
            </a:r>
            <a:r>
              <a:rPr lang="zh-CN" altLang="en-US" sz="1600" dirty="0">
                <a:latin typeface="微软雅黑" panose="020B0503020204020204" pitchFamily="34" charset="-122"/>
                <a:ea typeface="微软雅黑" panose="020B0503020204020204" pitchFamily="34" charset="-122"/>
              </a:rPr>
              <a:t>内存交互：</a:t>
            </a:r>
            <a:r>
              <a:rPr lang="en-US" altLang="zh-CN" sz="1600" b="0" dirty="0">
                <a:solidFill>
                  <a:srgbClr val="000000"/>
                </a:solidFill>
                <a:effectLst/>
                <a:latin typeface="Consolas" panose="020B0609020204030204" pitchFamily="49" charset="0"/>
              </a:rPr>
              <a:t> </a:t>
            </a:r>
          </a:p>
          <a:p>
            <a:pPr>
              <a:lnSpc>
                <a:spcPct val="150000"/>
              </a:lnSpc>
            </a:pPr>
            <a:r>
              <a:rPr lang="en-US" altLang="zh-CN" sz="1600" b="0" dirty="0">
                <a:solidFill>
                  <a:srgbClr val="000000"/>
                </a:solidFill>
                <a:effectLst/>
                <a:latin typeface="Consolas" panose="020B0609020204030204" pitchFamily="49" charset="0"/>
              </a:rPr>
              <a:t>	</a:t>
            </a:r>
            <a:r>
              <a:rPr lang="en-US" altLang="zh-CN" sz="1600" b="0" dirty="0" err="1">
                <a:solidFill>
                  <a:srgbClr val="000000"/>
                </a:solidFill>
                <a:effectLst/>
                <a:latin typeface="Consolas" panose="020B0609020204030204" pitchFamily="49" charset="0"/>
              </a:rPr>
              <a:t>cudaMemcpy</a:t>
            </a:r>
            <a:r>
              <a:rPr lang="en-US" altLang="zh-CN" sz="1600" b="0" dirty="0">
                <a:solidFill>
                  <a:srgbClr val="000000"/>
                </a:solidFill>
                <a:effectLst/>
                <a:latin typeface="Consolas" panose="020B0609020204030204" pitchFamily="49" charset="0"/>
              </a:rPr>
              <a:t>(</a:t>
            </a:r>
            <a:r>
              <a:rPr lang="en-US" altLang="zh-CN" sz="1600" b="0" dirty="0" err="1">
                <a:solidFill>
                  <a:srgbClr val="000000"/>
                </a:solidFill>
                <a:effectLst/>
                <a:latin typeface="Consolas" panose="020B0609020204030204" pitchFamily="49" charset="0"/>
              </a:rPr>
              <a:t>dst</a:t>
            </a:r>
            <a:r>
              <a:rPr lang="en-US" altLang="zh-CN" sz="1600" b="0" dirty="0">
                <a:solidFill>
                  <a:srgbClr val="000000"/>
                </a:solidFill>
                <a:effectLst/>
                <a:latin typeface="Consolas" panose="020B0609020204030204" pitchFamily="49" charset="0"/>
              </a:rPr>
              <a:t>, </a:t>
            </a:r>
            <a:r>
              <a:rPr lang="en-US" altLang="zh-CN" sz="1600" b="0" dirty="0" err="1">
                <a:solidFill>
                  <a:srgbClr val="000000"/>
                </a:solidFill>
                <a:effectLst/>
                <a:latin typeface="Consolas" panose="020B0609020204030204" pitchFamily="49" charset="0"/>
              </a:rPr>
              <a:t>src</a:t>
            </a:r>
            <a:r>
              <a:rPr lang="en-US" altLang="zh-CN" sz="1600" b="0" dirty="0">
                <a:solidFill>
                  <a:srgbClr val="000000"/>
                </a:solidFill>
                <a:effectLst/>
                <a:latin typeface="Consolas" panose="020B0609020204030204" pitchFamily="49" charset="0"/>
              </a:rPr>
              <a:t>, </a:t>
            </a:r>
            <a:r>
              <a:rPr lang="en-US" altLang="zh-CN" sz="1600" b="0" dirty="0" err="1">
                <a:solidFill>
                  <a:srgbClr val="0000FF"/>
                </a:solidFill>
                <a:effectLst/>
                <a:latin typeface="Consolas" panose="020B0609020204030204" pitchFamily="49" charset="0"/>
              </a:rPr>
              <a:t>sizeof</a:t>
            </a:r>
            <a:r>
              <a:rPr lang="en-US" altLang="zh-CN" sz="1600" b="0" dirty="0">
                <a:solidFill>
                  <a:srgbClr val="000000"/>
                </a:solidFill>
                <a:effectLst/>
                <a:latin typeface="Consolas" panose="020B0609020204030204" pitchFamily="49" charset="0"/>
              </a:rPr>
              <a:t>(</a:t>
            </a:r>
            <a:r>
              <a:rPr lang="en-US" altLang="zh-CN" sz="1600" b="0" dirty="0">
                <a:solidFill>
                  <a:srgbClr val="0000FF"/>
                </a:solidFill>
                <a:effectLst/>
                <a:latin typeface="Consolas" panose="020B0609020204030204" pitchFamily="49" charset="0"/>
              </a:rPr>
              <a:t>float</a:t>
            </a:r>
            <a:r>
              <a:rPr lang="en-US" altLang="zh-CN" sz="1600" b="0" dirty="0">
                <a:solidFill>
                  <a:srgbClr val="000000"/>
                </a:solidFill>
                <a:effectLst/>
                <a:latin typeface="Consolas" panose="020B0609020204030204" pitchFamily="49" charset="0"/>
              </a:rPr>
              <a:t>)*(N*N), </a:t>
            </a:r>
            <a:r>
              <a:rPr lang="en-US" altLang="zh-CN" sz="1600" b="0" dirty="0" err="1">
                <a:solidFill>
                  <a:srgbClr val="098658"/>
                </a:solidFill>
                <a:effectLst/>
                <a:latin typeface="Consolas" panose="020B0609020204030204" pitchFamily="49" charset="0"/>
              </a:rPr>
              <a:t>cudaMemcpyHostToDevice</a:t>
            </a:r>
            <a:r>
              <a:rPr lang="en-US" altLang="zh-CN" sz="1600" b="0" dirty="0">
                <a:solidFill>
                  <a:srgbClr val="000000"/>
                </a:solidFill>
                <a:effectLst/>
                <a:latin typeface="Consolas" panose="020B0609020204030204" pitchFamily="49" charset="0"/>
              </a:rPr>
              <a:t>); </a:t>
            </a:r>
          </a:p>
          <a:p>
            <a:pPr>
              <a:lnSpc>
                <a:spcPct val="150000"/>
              </a:lnSpc>
            </a:pPr>
            <a:r>
              <a:rPr lang="en-US" altLang="zh-CN" sz="1600" dirty="0">
                <a:solidFill>
                  <a:srgbClr val="000000"/>
                </a:solidFill>
                <a:latin typeface="Consolas" panose="020B0609020204030204" pitchFamily="49" charset="0"/>
              </a:rPr>
              <a:t>	</a:t>
            </a:r>
            <a:r>
              <a:rPr lang="en-US" altLang="zh-CN" sz="1600" b="0" dirty="0" err="1">
                <a:solidFill>
                  <a:srgbClr val="000000"/>
                </a:solidFill>
                <a:effectLst/>
                <a:latin typeface="Consolas" panose="020B0609020204030204" pitchFamily="49" charset="0"/>
              </a:rPr>
              <a:t>cudaMemcpy</a:t>
            </a:r>
            <a:r>
              <a:rPr lang="en-US" altLang="zh-CN" sz="1600" b="0" dirty="0">
                <a:solidFill>
                  <a:srgbClr val="000000"/>
                </a:solidFill>
                <a:effectLst/>
                <a:latin typeface="Consolas" panose="020B0609020204030204" pitchFamily="49" charset="0"/>
              </a:rPr>
              <a:t>(</a:t>
            </a:r>
            <a:r>
              <a:rPr lang="en-US" altLang="zh-CN" sz="1600" b="0" dirty="0" err="1">
                <a:solidFill>
                  <a:srgbClr val="000000"/>
                </a:solidFill>
                <a:effectLst/>
                <a:latin typeface="Consolas" panose="020B0609020204030204" pitchFamily="49" charset="0"/>
              </a:rPr>
              <a:t>dst</a:t>
            </a:r>
            <a:r>
              <a:rPr lang="en-US" altLang="zh-CN" sz="1600" b="0" dirty="0">
                <a:solidFill>
                  <a:srgbClr val="000000"/>
                </a:solidFill>
                <a:effectLst/>
                <a:latin typeface="Consolas" panose="020B0609020204030204" pitchFamily="49" charset="0"/>
              </a:rPr>
              <a:t>, </a:t>
            </a:r>
            <a:r>
              <a:rPr lang="en-US" altLang="zh-CN" sz="1600" b="0" dirty="0" err="1">
                <a:solidFill>
                  <a:srgbClr val="000000"/>
                </a:solidFill>
                <a:effectLst/>
                <a:latin typeface="Consolas" panose="020B0609020204030204" pitchFamily="49" charset="0"/>
              </a:rPr>
              <a:t>src</a:t>
            </a:r>
            <a:r>
              <a:rPr lang="en-US" altLang="zh-CN" sz="1600" b="0" dirty="0">
                <a:solidFill>
                  <a:srgbClr val="000000"/>
                </a:solidFill>
                <a:effectLst/>
                <a:latin typeface="Consolas" panose="020B0609020204030204" pitchFamily="49" charset="0"/>
              </a:rPr>
              <a:t>, </a:t>
            </a:r>
            <a:r>
              <a:rPr lang="en-US" altLang="zh-CN" sz="1600" b="0" dirty="0" err="1">
                <a:solidFill>
                  <a:srgbClr val="0000FF"/>
                </a:solidFill>
                <a:effectLst/>
                <a:latin typeface="Consolas" panose="020B0609020204030204" pitchFamily="49" charset="0"/>
              </a:rPr>
              <a:t>sizeof</a:t>
            </a:r>
            <a:r>
              <a:rPr lang="en-US" altLang="zh-CN" sz="1600" b="0" dirty="0">
                <a:solidFill>
                  <a:srgbClr val="000000"/>
                </a:solidFill>
                <a:effectLst/>
                <a:latin typeface="Consolas" panose="020B0609020204030204" pitchFamily="49" charset="0"/>
              </a:rPr>
              <a:t>(</a:t>
            </a:r>
            <a:r>
              <a:rPr lang="en-US" altLang="zh-CN" sz="1600" b="0" dirty="0">
                <a:solidFill>
                  <a:srgbClr val="0000FF"/>
                </a:solidFill>
                <a:effectLst/>
                <a:latin typeface="Consolas" panose="020B0609020204030204" pitchFamily="49" charset="0"/>
              </a:rPr>
              <a:t>float</a:t>
            </a:r>
            <a:r>
              <a:rPr lang="en-US" altLang="zh-CN" sz="1600" b="0" dirty="0">
                <a:solidFill>
                  <a:srgbClr val="000000"/>
                </a:solidFill>
                <a:effectLst/>
                <a:latin typeface="Consolas" panose="020B0609020204030204" pitchFamily="49" charset="0"/>
              </a:rPr>
              <a:t>)*(N*N), </a:t>
            </a:r>
            <a:r>
              <a:rPr lang="en-US" altLang="zh-CN" sz="1600" b="0" dirty="0" err="1">
                <a:solidFill>
                  <a:srgbClr val="098658"/>
                </a:solidFill>
                <a:effectLst/>
                <a:latin typeface="Consolas" panose="020B0609020204030204" pitchFamily="49" charset="0"/>
              </a:rPr>
              <a:t>cudaMemcpyDeviceToHost</a:t>
            </a:r>
            <a:r>
              <a:rPr lang="en-US" altLang="zh-CN" sz="1600" b="0" dirty="0">
                <a:solidFill>
                  <a:srgbClr val="000000"/>
                </a:solidFill>
                <a:effectLst/>
                <a:latin typeface="Consolas" panose="020B0609020204030204" pitchFamily="49" charset="0"/>
              </a:rPr>
              <a:t>);</a:t>
            </a:r>
          </a:p>
          <a:p>
            <a:pPr marL="342900" indent="-342900">
              <a:lnSpc>
                <a:spcPct val="150000"/>
              </a:lnSpc>
              <a:buFont typeface="+mj-lt"/>
              <a:buAutoNum type="arabicPeriod" startAt="4"/>
            </a:pPr>
            <a:r>
              <a:rPr lang="en-US" altLang="zh-CN" sz="1600" dirty="0">
                <a:latin typeface="微软雅黑" panose="020B0503020204020204" pitchFamily="34" charset="-122"/>
                <a:ea typeface="微软雅黑" panose="020B0503020204020204" pitchFamily="34" charset="-122"/>
              </a:rPr>
              <a:t>Register</a:t>
            </a:r>
            <a:r>
              <a:rPr lang="zh-CN" altLang="en-US" sz="1600" dirty="0">
                <a:latin typeface="微软雅黑" panose="020B0503020204020204" pitchFamily="34" charset="-122"/>
                <a:ea typeface="微软雅黑" panose="020B0503020204020204" pitchFamily="34" charset="-122"/>
              </a:rPr>
              <a:t>：这里介绍一个利用编译器优化的方法。</a:t>
            </a:r>
            <a:endParaRPr lang="en-US" altLang="zh-CN" sz="1600" dirty="0">
              <a:latin typeface="微软雅黑" panose="020B0503020204020204" pitchFamily="34" charset="-122"/>
              <a:ea typeface="微软雅黑" panose="020B0503020204020204" pitchFamily="34" charset="-122"/>
            </a:endParaRPr>
          </a:p>
          <a:p>
            <a:pPr lvl="7">
              <a:lnSpc>
                <a:spcPts val="1425"/>
              </a:lnSpc>
            </a:pPr>
            <a:r>
              <a:rPr lang="en-US" altLang="zh-CN" sz="1600" b="0" dirty="0">
                <a:solidFill>
                  <a:srgbClr val="0000FF"/>
                </a:solidFill>
                <a:effectLst/>
                <a:latin typeface="Consolas" panose="020B0609020204030204" pitchFamily="49" charset="0"/>
              </a:rPr>
              <a:t>float</a:t>
            </a:r>
            <a:r>
              <a:rPr lang="en-US" altLang="zh-CN" sz="1600" b="0" dirty="0">
                <a:solidFill>
                  <a:srgbClr val="000000"/>
                </a:solidFill>
                <a:effectLst/>
                <a:latin typeface="Consolas" panose="020B0609020204030204" pitchFamily="49" charset="0"/>
              </a:rPr>
              <a:t> </a:t>
            </a:r>
            <a:r>
              <a:rPr lang="en-US" altLang="zh-CN" sz="1600" b="0" dirty="0" err="1">
                <a:solidFill>
                  <a:srgbClr val="000000"/>
                </a:solidFill>
                <a:effectLst/>
                <a:latin typeface="Consolas" panose="020B0609020204030204" pitchFamily="49" charset="0"/>
              </a:rPr>
              <a:t>Bsub</a:t>
            </a:r>
            <a:r>
              <a:rPr lang="en-US" altLang="zh-CN" sz="1600" b="0" dirty="0">
                <a:solidFill>
                  <a:srgbClr val="000000"/>
                </a:solidFill>
                <a:effectLst/>
                <a:latin typeface="Consolas" panose="020B0609020204030204" pitchFamily="49" charset="0"/>
              </a:rPr>
              <a:t>[</a:t>
            </a:r>
            <a:r>
              <a:rPr lang="en-US" altLang="zh-CN" sz="1600" b="0" dirty="0">
                <a:solidFill>
                  <a:srgbClr val="0000FF"/>
                </a:solidFill>
                <a:effectLst/>
                <a:latin typeface="Consolas" panose="020B0609020204030204" pitchFamily="49" charset="0"/>
              </a:rPr>
              <a:t>4</a:t>
            </a:r>
            <a:r>
              <a:rPr lang="en-US" altLang="zh-CN" sz="1600" b="0" dirty="0">
                <a:solidFill>
                  <a:srgbClr val="000000"/>
                </a:solidFill>
                <a:effectLst/>
                <a:latin typeface="Consolas" panose="020B0609020204030204" pitchFamily="49" charset="0"/>
              </a:rPr>
              <a:t>];</a:t>
            </a:r>
          </a:p>
          <a:p>
            <a:pPr lvl="7">
              <a:lnSpc>
                <a:spcPts val="1425"/>
              </a:lnSpc>
            </a:pPr>
            <a:r>
              <a:rPr lang="en-US" altLang="zh-CN" sz="1600" b="0" dirty="0">
                <a:solidFill>
                  <a:srgbClr val="0000FF"/>
                </a:solidFill>
                <a:effectLst/>
                <a:latin typeface="Consolas" panose="020B0609020204030204" pitchFamily="49" charset="0"/>
              </a:rPr>
              <a:t>#pragma </a:t>
            </a:r>
            <a:r>
              <a:rPr lang="en-US" altLang="zh-CN" sz="1600" b="0" dirty="0">
                <a:solidFill>
                  <a:srgbClr val="E50000"/>
                </a:solidFill>
                <a:effectLst/>
                <a:latin typeface="Consolas" panose="020B0609020204030204" pitchFamily="49" charset="0"/>
              </a:rPr>
              <a:t>unroll</a:t>
            </a:r>
            <a:endParaRPr lang="en-US" altLang="zh-CN" sz="1600" b="0" dirty="0">
              <a:solidFill>
                <a:srgbClr val="000000"/>
              </a:solidFill>
              <a:effectLst/>
              <a:latin typeface="Consolas" panose="020B0609020204030204" pitchFamily="49" charset="0"/>
            </a:endParaRPr>
          </a:p>
          <a:p>
            <a:pPr lvl="7">
              <a:lnSpc>
                <a:spcPts val="1425"/>
              </a:lnSpc>
            </a:pPr>
            <a:r>
              <a:rPr lang="en-US" altLang="zh-CN" sz="1600" b="0" dirty="0">
                <a:solidFill>
                  <a:srgbClr val="0000FF"/>
                </a:solidFill>
                <a:effectLst/>
                <a:latin typeface="Consolas" panose="020B0609020204030204" pitchFamily="49" charset="0"/>
              </a:rPr>
              <a:t>for</a:t>
            </a:r>
            <a:r>
              <a:rPr lang="en-US" altLang="zh-CN" sz="1600" b="0" dirty="0">
                <a:solidFill>
                  <a:srgbClr val="000000"/>
                </a:solidFill>
                <a:effectLst/>
                <a:latin typeface="Consolas" panose="020B0609020204030204" pitchFamily="49" charset="0"/>
              </a:rPr>
              <a:t>(</a:t>
            </a:r>
            <a:r>
              <a:rPr lang="en-US" altLang="zh-CN" sz="1600" b="0" dirty="0" err="1">
                <a:solidFill>
                  <a:srgbClr val="000000"/>
                </a:solidFill>
                <a:effectLst/>
                <a:latin typeface="Consolas" panose="020B0609020204030204" pitchFamily="49" charset="0"/>
              </a:rPr>
              <a:t>i</a:t>
            </a:r>
            <a:r>
              <a:rPr lang="en-US" altLang="zh-CN" sz="1600" b="0" dirty="0">
                <a:solidFill>
                  <a:srgbClr val="000000"/>
                </a:solidFill>
                <a:effectLst/>
                <a:latin typeface="Consolas" panose="020B0609020204030204" pitchFamily="49" charset="0"/>
              </a:rPr>
              <a:t>=</a:t>
            </a:r>
            <a:r>
              <a:rPr lang="en-US" altLang="zh-CN" sz="1600" b="0" dirty="0">
                <a:solidFill>
                  <a:srgbClr val="098658"/>
                </a:solidFill>
                <a:effectLst/>
                <a:latin typeface="Consolas" panose="020B0609020204030204" pitchFamily="49" charset="0"/>
              </a:rPr>
              <a:t>0</a:t>
            </a:r>
            <a:r>
              <a:rPr lang="en-US" altLang="zh-CN" sz="1600" b="0" dirty="0">
                <a:solidFill>
                  <a:srgbClr val="000000"/>
                </a:solidFill>
                <a:effectLst/>
                <a:latin typeface="Consolas" panose="020B0609020204030204" pitchFamily="49" charset="0"/>
              </a:rPr>
              <a:t>;i&lt;</a:t>
            </a:r>
            <a:r>
              <a:rPr lang="en-US" altLang="zh-CN" sz="1600" b="0" dirty="0">
                <a:solidFill>
                  <a:srgbClr val="0000FF"/>
                </a:solidFill>
                <a:effectLst/>
                <a:latin typeface="Consolas" panose="020B0609020204030204" pitchFamily="49" charset="0"/>
              </a:rPr>
              <a:t>4</a:t>
            </a:r>
            <a:r>
              <a:rPr lang="en-US" altLang="zh-CN" sz="1600" b="0" dirty="0">
                <a:solidFill>
                  <a:srgbClr val="000000"/>
                </a:solidFill>
                <a:effectLst/>
                <a:latin typeface="Consolas" panose="020B0609020204030204" pitchFamily="49" charset="0"/>
              </a:rPr>
              <a:t>;i++){</a:t>
            </a:r>
          </a:p>
          <a:p>
            <a:pPr lvl="7">
              <a:lnSpc>
                <a:spcPts val="1425"/>
              </a:lnSpc>
            </a:pPr>
            <a:r>
              <a:rPr lang="en-US" altLang="zh-CN" sz="1600" b="0" dirty="0">
                <a:solidFill>
                  <a:srgbClr val="000000"/>
                </a:solidFill>
                <a:effectLst/>
                <a:latin typeface="Consolas" panose="020B0609020204030204" pitchFamily="49" charset="0"/>
              </a:rPr>
              <a:t>	</a:t>
            </a:r>
            <a:r>
              <a:rPr lang="en-US" altLang="zh-CN" sz="1600" b="0" dirty="0" err="1">
                <a:solidFill>
                  <a:srgbClr val="000000"/>
                </a:solidFill>
                <a:effectLst/>
                <a:latin typeface="Consolas" panose="020B0609020204030204" pitchFamily="49" charset="0"/>
              </a:rPr>
              <a:t>Bsub</a:t>
            </a:r>
            <a:r>
              <a:rPr lang="en-US" altLang="zh-CN" sz="1600" b="0" dirty="0">
                <a:solidFill>
                  <a:srgbClr val="000000"/>
                </a:solidFill>
                <a:effectLst/>
                <a:latin typeface="Consolas" panose="020B0609020204030204" pitchFamily="49" charset="0"/>
              </a:rPr>
              <a:t>[</a:t>
            </a:r>
            <a:r>
              <a:rPr lang="en-US" altLang="zh-CN" sz="1600" b="0" dirty="0" err="1">
                <a:solidFill>
                  <a:srgbClr val="000000"/>
                </a:solidFill>
                <a:effectLst/>
                <a:latin typeface="Consolas" panose="020B0609020204030204" pitchFamily="49" charset="0"/>
              </a:rPr>
              <a:t>i</a:t>
            </a:r>
            <a:r>
              <a:rPr lang="en-US" altLang="zh-CN" sz="1600" b="0" dirty="0">
                <a:solidFill>
                  <a:srgbClr val="000000"/>
                </a:solidFill>
                <a:effectLst/>
                <a:latin typeface="Consolas" panose="020B0609020204030204" pitchFamily="49" charset="0"/>
              </a:rPr>
              <a:t>]=</a:t>
            </a:r>
            <a:r>
              <a:rPr lang="en-US" altLang="zh-CN" sz="1600" b="0" dirty="0">
                <a:solidFill>
                  <a:srgbClr val="098658"/>
                </a:solidFill>
                <a:effectLst/>
                <a:latin typeface="Consolas" panose="020B0609020204030204" pitchFamily="49" charset="0"/>
              </a:rPr>
              <a:t>0</a:t>
            </a:r>
            <a:r>
              <a:rPr lang="en-US" altLang="zh-CN" sz="1600" b="0" dirty="0">
                <a:solidFill>
                  <a:srgbClr val="000000"/>
                </a:solidFill>
                <a:effectLst/>
                <a:latin typeface="Consolas" panose="020B0609020204030204" pitchFamily="49" charset="0"/>
              </a:rPr>
              <a:t>;</a:t>
            </a:r>
          </a:p>
          <a:p>
            <a:pPr lvl="7">
              <a:lnSpc>
                <a:spcPts val="1425"/>
              </a:lnSpc>
            </a:pPr>
            <a:r>
              <a:rPr lang="en-US" altLang="zh-CN" sz="1600" dirty="0">
                <a:solidFill>
                  <a:srgbClr val="000000"/>
                </a:solidFill>
                <a:latin typeface="Consolas" panose="020B0609020204030204" pitchFamily="49" charset="0"/>
              </a:rPr>
              <a:t>}</a:t>
            </a:r>
            <a:endParaRPr lang="en-US" altLang="zh-CN" sz="1400" dirty="0">
              <a:latin typeface="微软雅黑" panose="020B0503020204020204" pitchFamily="34" charset="-122"/>
              <a:ea typeface="微软雅黑" panose="020B0503020204020204" pitchFamily="34" charset="-122"/>
            </a:endParaRPr>
          </a:p>
          <a:p>
            <a:pPr>
              <a:lnSpc>
                <a:spcPct val="150000"/>
              </a:lnSpc>
            </a:pPr>
            <a:endParaRPr lang="zh-CN" altLang="en-US" sz="1400" b="0" dirty="0">
              <a:effectLst/>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858383149"/>
      </p:ext>
    </p:extLst>
  </p:cSld>
  <p:clrMapOvr>
    <a:masterClrMapping/>
  </p:clrMapOvr>
  <mc:AlternateContent xmlns:mc="http://schemas.openxmlformats.org/markup-compatibility/2006" xmlns:p14="http://schemas.microsoft.com/office/powerpoint/2010/main">
    <mc:Choice Requires="p14">
      <p:transition spd="slow" p14:dur="2000" advTm="13957"/>
    </mc:Choice>
    <mc:Fallback xmlns="">
      <p:transition spd="slow" advTm="13957"/>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A7A0B1-78AF-9D42-D6C0-3A650CA96D9D}"/>
            </a:ext>
          </a:extLst>
        </p:cNvPr>
        <p:cNvGrpSpPr/>
        <p:nvPr/>
      </p:nvGrpSpPr>
      <p:grpSpPr>
        <a:xfrm>
          <a:off x="0" y="0"/>
          <a:ext cx="0" cy="0"/>
          <a:chOff x="0" y="0"/>
          <a:chExt cx="0" cy="0"/>
        </a:xfrm>
      </p:grpSpPr>
      <p:grpSp>
        <p:nvGrpSpPr>
          <p:cNvPr id="16" name="组合 52">
            <a:extLst>
              <a:ext uri="{FF2B5EF4-FFF2-40B4-BE49-F238E27FC236}">
                <a16:creationId xmlns:a16="http://schemas.microsoft.com/office/drawing/2014/main" id="{433D6D82-22AF-1582-F378-2B23418A04BD}"/>
              </a:ext>
            </a:extLst>
          </p:cNvPr>
          <p:cNvGrpSpPr/>
          <p:nvPr/>
        </p:nvGrpSpPr>
        <p:grpSpPr>
          <a:xfrm>
            <a:off x="138564" y="279057"/>
            <a:ext cx="6293973" cy="253916"/>
            <a:chOff x="5637082" y="1769183"/>
            <a:chExt cx="4430606" cy="451405"/>
          </a:xfrm>
        </p:grpSpPr>
        <p:sp>
          <p:nvSpPr>
            <p:cNvPr id="17" name="等腰三角形 53">
              <a:extLst>
                <a:ext uri="{FF2B5EF4-FFF2-40B4-BE49-F238E27FC236}">
                  <a16:creationId xmlns:a16="http://schemas.microsoft.com/office/drawing/2014/main" id="{BB360F63-4891-6CE8-0AEF-EF45B037475F}"/>
                </a:ext>
              </a:extLst>
            </p:cNvPr>
            <p:cNvSpPr/>
            <p:nvPr/>
          </p:nvSpPr>
          <p:spPr>
            <a:xfrm rot="5400000">
              <a:off x="5562941" y="1938259"/>
              <a:ext cx="243283" cy="9500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125">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9" name="文本框 18">
              <a:extLst>
                <a:ext uri="{FF2B5EF4-FFF2-40B4-BE49-F238E27FC236}">
                  <a16:creationId xmlns:a16="http://schemas.microsoft.com/office/drawing/2014/main" id="{39DA126C-588D-CA28-8B7A-A3B0F5B44A5A}"/>
                </a:ext>
              </a:extLst>
            </p:cNvPr>
            <p:cNvSpPr txBox="1"/>
            <p:nvPr/>
          </p:nvSpPr>
          <p:spPr>
            <a:xfrm flipH="1">
              <a:off x="5746406" y="1769183"/>
              <a:ext cx="4321282" cy="451405"/>
            </a:xfrm>
            <a:prstGeom prst="rect">
              <a:avLst/>
            </a:prstGeom>
            <a:noFill/>
          </p:spPr>
          <p:txBody>
            <a:bodyPr wrap="square" rtlCol="0">
              <a:spAutoFit/>
            </a:bodyPr>
            <a:lstStyle/>
            <a:p>
              <a:r>
                <a:rPr lang="en-US" altLang="zh-CN" sz="105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Lab5</a:t>
              </a:r>
              <a:r>
                <a:rPr lang="zh-CN" altLang="en-US" sz="105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实验讲解 </a:t>
              </a:r>
              <a:r>
                <a:rPr lang="en-US" altLang="zh-CN" sz="105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050" b="1" dirty="0">
                  <a:solidFill>
                    <a:schemeClr val="bg1"/>
                  </a:solidFill>
                  <a:latin typeface="微软雅黑" panose="020B0503020204020204" pitchFamily="34" charset="-122"/>
                  <a:ea typeface="微软雅黑" panose="020B0503020204020204" pitchFamily="34" charset="-122"/>
                </a:rPr>
                <a:t>CUDA</a:t>
              </a:r>
              <a:r>
                <a:rPr lang="zh-CN" altLang="en-US" sz="1050" b="1" dirty="0">
                  <a:solidFill>
                    <a:schemeClr val="bg1"/>
                  </a:solidFill>
                  <a:latin typeface="微软雅黑" panose="020B0503020204020204" pitchFamily="34" charset="-122"/>
                  <a:ea typeface="微软雅黑" panose="020B0503020204020204" pitchFamily="34" charset="-122"/>
                </a:rPr>
                <a:t>简介</a:t>
              </a:r>
            </a:p>
          </p:txBody>
        </p:sp>
      </p:grpSp>
      <p:sp>
        <p:nvSpPr>
          <p:cNvPr id="6" name="矩形 5">
            <a:extLst>
              <a:ext uri="{FF2B5EF4-FFF2-40B4-BE49-F238E27FC236}">
                <a16:creationId xmlns:a16="http://schemas.microsoft.com/office/drawing/2014/main" id="{8F2CD4E7-7DA0-F246-0EA1-9F5DD44A198F}"/>
              </a:ext>
            </a:extLst>
          </p:cNvPr>
          <p:cNvSpPr/>
          <p:nvPr/>
        </p:nvSpPr>
        <p:spPr>
          <a:xfrm>
            <a:off x="138564" y="848265"/>
            <a:ext cx="2114553" cy="418191"/>
          </a:xfrm>
          <a:prstGeom prst="rect">
            <a:avLst/>
          </a:prstGeom>
        </p:spPr>
        <p:txBody>
          <a:bodyPr wrap="none">
            <a:spAutoFit/>
          </a:bodyPr>
          <a:lstStyle/>
          <a:p>
            <a:pPr>
              <a:lnSpc>
                <a:spcPct val="150000"/>
              </a:lnSpc>
            </a:pPr>
            <a:r>
              <a:rPr lang="en-US" altLang="zh-CN" sz="1600" b="1" dirty="0">
                <a:latin typeface="微软雅黑" panose="020B0503020204020204" pitchFamily="34" charset="-122"/>
                <a:ea typeface="微软雅黑" panose="020B0503020204020204" pitchFamily="34" charset="-122"/>
              </a:rPr>
              <a:t>CUDA</a:t>
            </a:r>
            <a:r>
              <a:rPr lang="zh-CN" altLang="en-US" sz="1600" b="1" dirty="0">
                <a:latin typeface="微软雅黑" panose="020B0503020204020204" pitchFamily="34" charset="-122"/>
                <a:ea typeface="微软雅黑" panose="020B0503020204020204" pitchFamily="34" charset="-122"/>
              </a:rPr>
              <a:t>简介</a:t>
            </a:r>
            <a:r>
              <a:rPr lang="en-US" altLang="zh-CN" sz="1600" b="1" dirty="0">
                <a:latin typeface="微软雅黑" panose="020B0503020204020204" pitchFamily="34" charset="-122"/>
                <a:ea typeface="微软雅黑" panose="020B0503020204020204" pitchFamily="34" charset="-122"/>
              </a:rPr>
              <a:t>-</a:t>
            </a:r>
            <a:r>
              <a:rPr lang="zh-CN" altLang="en-US" sz="1600" b="1" dirty="0">
                <a:latin typeface="微软雅黑" panose="020B0503020204020204" pitchFamily="34" charset="-122"/>
                <a:ea typeface="微软雅黑" panose="020B0503020204020204" pitchFamily="34" charset="-122"/>
              </a:rPr>
              <a:t>内核调用</a:t>
            </a:r>
          </a:p>
        </p:txBody>
      </p:sp>
      <p:sp>
        <p:nvSpPr>
          <p:cNvPr id="3" name="矩形 2">
            <a:extLst>
              <a:ext uri="{FF2B5EF4-FFF2-40B4-BE49-F238E27FC236}">
                <a16:creationId xmlns:a16="http://schemas.microsoft.com/office/drawing/2014/main" id="{DAD72E89-BFD4-A8DD-24B2-4B9BBECBACE0}"/>
              </a:ext>
            </a:extLst>
          </p:cNvPr>
          <p:cNvSpPr/>
          <p:nvPr/>
        </p:nvSpPr>
        <p:spPr>
          <a:xfrm>
            <a:off x="400521" y="1384572"/>
            <a:ext cx="8342957" cy="1895519"/>
          </a:xfrm>
          <a:prstGeom prst="rect">
            <a:avLst/>
          </a:prstGeom>
        </p:spPr>
        <p:txBody>
          <a:bodyPr wrap="square">
            <a:spAutoFit/>
          </a:bodyPr>
          <a:lstStyle/>
          <a:p>
            <a:pPr>
              <a:lnSpc>
                <a:spcPct val="150000"/>
              </a:lnSpc>
            </a:pPr>
            <a:r>
              <a:rPr lang="zh-CN" altLang="en-US" sz="1600" b="0" dirty="0">
                <a:effectLst/>
                <a:latin typeface="微软雅黑" panose="020B0503020204020204" pitchFamily="34" charset="-122"/>
                <a:ea typeface="微软雅黑" panose="020B0503020204020204" pitchFamily="34" charset="-122"/>
              </a:rPr>
              <a:t>调用方法：</a:t>
            </a:r>
            <a:endParaRPr lang="en-US" altLang="zh-CN" sz="1600" b="0" dirty="0">
              <a:effectLst/>
              <a:latin typeface="微软雅黑" panose="020B0503020204020204" pitchFamily="34" charset="-122"/>
              <a:ea typeface="微软雅黑" panose="020B0503020204020204" pitchFamily="34" charset="-122"/>
            </a:endParaRPr>
          </a:p>
          <a:p>
            <a:pPr>
              <a:lnSpc>
                <a:spcPct val="150000"/>
              </a:lnSpc>
            </a:pPr>
            <a:r>
              <a:rPr lang="de-DE" altLang="zh-CN" sz="1600" b="0" dirty="0">
                <a:effectLst/>
                <a:latin typeface="Consolas" panose="020B0609020204030204" pitchFamily="49" charset="0"/>
              </a:rPr>
              <a:t>dim3</a:t>
            </a:r>
            <a:r>
              <a:rPr lang="de-DE" altLang="zh-CN" sz="1600" b="0" dirty="0">
                <a:solidFill>
                  <a:srgbClr val="000000"/>
                </a:solidFill>
                <a:effectLst/>
                <a:latin typeface="Consolas" panose="020B0609020204030204" pitchFamily="49" charset="0"/>
              </a:rPr>
              <a:t> gridsize(4,4),blocksize(</a:t>
            </a:r>
            <a:r>
              <a:rPr lang="de-DE" altLang="zh-CN" sz="1600" dirty="0">
                <a:latin typeface="Consolas" panose="020B0609020204030204" pitchFamily="49" charset="0"/>
              </a:rPr>
              <a:t>8</a:t>
            </a:r>
            <a:r>
              <a:rPr lang="en-US" altLang="zh-CN" sz="1600" dirty="0">
                <a:latin typeface="Consolas" panose="020B0609020204030204" pitchFamily="49" charset="0"/>
              </a:rPr>
              <a:t>,8</a:t>
            </a:r>
            <a:r>
              <a:rPr lang="de-DE" altLang="zh-CN" sz="1600" b="0" dirty="0">
                <a:solidFill>
                  <a:srgbClr val="000000"/>
                </a:solidFill>
                <a:effectLst/>
                <a:latin typeface="Consolas" panose="020B0609020204030204" pitchFamily="49" charset="0"/>
              </a:rPr>
              <a:t>);</a:t>
            </a:r>
          </a:p>
          <a:p>
            <a:pPr>
              <a:lnSpc>
                <a:spcPct val="150000"/>
              </a:lnSpc>
            </a:pPr>
            <a:r>
              <a:rPr lang="en-US" altLang="zh-CN" sz="1600" b="0" dirty="0">
                <a:solidFill>
                  <a:srgbClr val="000000"/>
                </a:solidFill>
                <a:effectLst/>
                <a:latin typeface="Consolas" panose="020B0609020204030204" pitchFamily="49" charset="0"/>
              </a:rPr>
              <a:t>Matmul1 </a:t>
            </a:r>
            <a:r>
              <a:rPr lang="en-US" altLang="zh-CN" sz="1600" b="0" dirty="0">
                <a:solidFill>
                  <a:srgbClr val="FF0000"/>
                </a:solidFill>
                <a:effectLst/>
                <a:latin typeface="Consolas" panose="020B0609020204030204" pitchFamily="49" charset="0"/>
              </a:rPr>
              <a:t>&lt;&lt;&lt;</a:t>
            </a:r>
            <a:r>
              <a:rPr lang="en-US" altLang="zh-CN" sz="1600" b="0" dirty="0" err="1">
                <a:solidFill>
                  <a:srgbClr val="FF0000"/>
                </a:solidFill>
                <a:effectLst/>
                <a:latin typeface="Consolas" panose="020B0609020204030204" pitchFamily="49" charset="0"/>
              </a:rPr>
              <a:t>gridsize,blocksize</a:t>
            </a:r>
            <a:r>
              <a:rPr lang="en-US" altLang="zh-CN" sz="1600" b="0" dirty="0">
                <a:solidFill>
                  <a:srgbClr val="FF0000"/>
                </a:solidFill>
                <a:effectLst/>
                <a:latin typeface="Consolas" panose="020B0609020204030204" pitchFamily="49" charset="0"/>
              </a:rPr>
              <a:t>&gt;&gt;&gt; </a:t>
            </a:r>
            <a:r>
              <a:rPr lang="en-US" altLang="zh-CN" sz="1600" b="0" dirty="0">
                <a:solidFill>
                  <a:srgbClr val="000000"/>
                </a:solidFill>
                <a:effectLst/>
                <a:latin typeface="Consolas" panose="020B0609020204030204" pitchFamily="49" charset="0"/>
              </a:rPr>
              <a:t>(A,B,C1,N);</a:t>
            </a:r>
          </a:p>
          <a:p>
            <a:pPr>
              <a:lnSpc>
                <a:spcPct val="150000"/>
              </a:lnSpc>
            </a:pPr>
            <a:r>
              <a:rPr lang="en-US" altLang="zh-CN" sz="1600" dirty="0" err="1">
                <a:latin typeface="微软雅黑" panose="020B0503020204020204" pitchFamily="34" charset="-122"/>
                <a:ea typeface="微软雅黑" panose="020B0503020204020204" pitchFamily="34" charset="-122"/>
              </a:rPr>
              <a:t>gridsize</a:t>
            </a:r>
            <a:r>
              <a:rPr lang="zh-CN" altLang="en-US" sz="1600" dirty="0">
                <a:latin typeface="微软雅黑" panose="020B0503020204020204" pitchFamily="34" charset="-122"/>
                <a:ea typeface="微软雅黑" panose="020B0503020204020204" pitchFamily="34" charset="-122"/>
              </a:rPr>
              <a:t>实际被初始化为</a:t>
            </a:r>
            <a:r>
              <a:rPr lang="en-US" altLang="zh-CN" sz="1600" dirty="0">
                <a:latin typeface="微软雅黑" panose="020B0503020204020204" pitchFamily="34" charset="-122"/>
                <a:ea typeface="微软雅黑" panose="020B0503020204020204" pitchFamily="34" charset="-122"/>
              </a:rPr>
              <a:t>(4,4,1)</a:t>
            </a:r>
            <a:r>
              <a:rPr lang="zh-CN" altLang="en-US" sz="1600" dirty="0">
                <a:latin typeface="微软雅黑" panose="020B0503020204020204" pitchFamily="34" charset="-122"/>
                <a:ea typeface="微软雅黑" panose="020B0503020204020204" pitchFamily="34" charset="-122"/>
              </a:rPr>
              <a:t>，即省略的维度默认是</a:t>
            </a:r>
            <a:r>
              <a:rPr lang="en-US" altLang="zh-CN" sz="1600" dirty="0">
                <a:latin typeface="微软雅黑" panose="020B0503020204020204" pitchFamily="34" charset="-122"/>
                <a:ea typeface="微软雅黑" panose="020B0503020204020204" pitchFamily="34" charset="-122"/>
              </a:rPr>
              <a:t>1</a:t>
            </a:r>
            <a:r>
              <a:rPr lang="zh-CN" altLang="en-US" sz="1600" dirty="0">
                <a:latin typeface="微软雅黑" panose="020B0503020204020204" pitchFamily="34" charset="-122"/>
                <a:ea typeface="微软雅黑" panose="020B0503020204020204" pitchFamily="34" charset="-122"/>
              </a:rPr>
              <a:t>。上面的调用将初始化</a:t>
            </a:r>
            <a:r>
              <a:rPr lang="en-US" altLang="zh-CN" sz="1600" dirty="0">
                <a:latin typeface="微软雅黑" panose="020B0503020204020204" pitchFamily="34" charset="-122"/>
                <a:ea typeface="微软雅黑" panose="020B0503020204020204" pitchFamily="34" charset="-122"/>
              </a:rPr>
              <a:t>4*4=16</a:t>
            </a:r>
            <a:r>
              <a:rPr lang="zh-CN" altLang="en-US" sz="1600" dirty="0">
                <a:latin typeface="微软雅黑" panose="020B0503020204020204" pitchFamily="34" charset="-122"/>
                <a:ea typeface="微软雅黑" panose="020B0503020204020204" pitchFamily="34" charset="-122"/>
              </a:rPr>
              <a:t>个</a:t>
            </a:r>
            <a:r>
              <a:rPr lang="en-US" altLang="zh-CN" sz="1600" dirty="0">
                <a:latin typeface="微软雅黑" panose="020B0503020204020204" pitchFamily="34" charset="-122"/>
                <a:ea typeface="微软雅黑" panose="020B0503020204020204" pitchFamily="34" charset="-122"/>
              </a:rPr>
              <a:t>block</a:t>
            </a:r>
            <a:r>
              <a:rPr lang="zh-CN" altLang="en-US" sz="1600" dirty="0">
                <a:latin typeface="微软雅黑" panose="020B0503020204020204" pitchFamily="34" charset="-122"/>
                <a:ea typeface="微软雅黑" panose="020B0503020204020204" pitchFamily="34" charset="-122"/>
              </a:rPr>
              <a:t>，每个</a:t>
            </a:r>
            <a:r>
              <a:rPr lang="en-US" altLang="zh-CN" sz="1600" dirty="0">
                <a:latin typeface="微软雅黑" panose="020B0503020204020204" pitchFamily="34" charset="-122"/>
                <a:ea typeface="微软雅黑" panose="020B0503020204020204" pitchFamily="34" charset="-122"/>
              </a:rPr>
              <a:t>block</a:t>
            </a:r>
            <a:r>
              <a:rPr lang="zh-CN" altLang="en-US" sz="1600" dirty="0">
                <a:latin typeface="微软雅黑" panose="020B0503020204020204" pitchFamily="34" charset="-122"/>
                <a:ea typeface="微软雅黑" panose="020B0503020204020204" pitchFamily="34" charset="-122"/>
              </a:rPr>
              <a:t>有</a:t>
            </a:r>
            <a:r>
              <a:rPr lang="en-US" altLang="zh-CN" sz="1600" dirty="0">
                <a:latin typeface="微软雅黑" panose="020B0503020204020204" pitchFamily="34" charset="-122"/>
                <a:ea typeface="微软雅黑" panose="020B0503020204020204" pitchFamily="34" charset="-122"/>
              </a:rPr>
              <a:t>8*8=64</a:t>
            </a:r>
            <a:r>
              <a:rPr lang="zh-CN" altLang="en-US" sz="1600" dirty="0">
                <a:latin typeface="微软雅黑" panose="020B0503020204020204" pitchFamily="34" charset="-122"/>
                <a:ea typeface="微软雅黑" panose="020B0503020204020204" pitchFamily="34" charset="-122"/>
              </a:rPr>
              <a:t>个线程。</a:t>
            </a:r>
            <a:endParaRPr lang="en-US" altLang="zh-CN" sz="16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580485158"/>
      </p:ext>
    </p:extLst>
  </p:cSld>
  <p:clrMapOvr>
    <a:masterClrMapping/>
  </p:clrMapOvr>
  <mc:AlternateContent xmlns:mc="http://schemas.openxmlformats.org/markup-compatibility/2006" xmlns:p14="http://schemas.microsoft.com/office/powerpoint/2010/main">
    <mc:Choice Requires="p14">
      <p:transition spd="slow" p14:dur="2000" advTm="13957"/>
    </mc:Choice>
    <mc:Fallback xmlns="">
      <p:transition spd="slow" advTm="13957"/>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E293DE-747C-8B2E-83C1-53E05E327A82}"/>
            </a:ext>
          </a:extLst>
        </p:cNvPr>
        <p:cNvGrpSpPr/>
        <p:nvPr/>
      </p:nvGrpSpPr>
      <p:grpSpPr>
        <a:xfrm>
          <a:off x="0" y="0"/>
          <a:ext cx="0" cy="0"/>
          <a:chOff x="0" y="0"/>
          <a:chExt cx="0" cy="0"/>
        </a:xfrm>
      </p:grpSpPr>
      <p:grpSp>
        <p:nvGrpSpPr>
          <p:cNvPr id="16" name="组合 52">
            <a:extLst>
              <a:ext uri="{FF2B5EF4-FFF2-40B4-BE49-F238E27FC236}">
                <a16:creationId xmlns:a16="http://schemas.microsoft.com/office/drawing/2014/main" id="{02F63C0A-AFD8-A640-9EBF-D91E9CFBB0ED}"/>
              </a:ext>
            </a:extLst>
          </p:cNvPr>
          <p:cNvGrpSpPr/>
          <p:nvPr/>
        </p:nvGrpSpPr>
        <p:grpSpPr>
          <a:xfrm>
            <a:off x="138564" y="279057"/>
            <a:ext cx="6293973" cy="253916"/>
            <a:chOff x="5637082" y="1769183"/>
            <a:chExt cx="4430606" cy="451405"/>
          </a:xfrm>
        </p:grpSpPr>
        <p:sp>
          <p:nvSpPr>
            <p:cNvPr id="17" name="等腰三角形 53">
              <a:extLst>
                <a:ext uri="{FF2B5EF4-FFF2-40B4-BE49-F238E27FC236}">
                  <a16:creationId xmlns:a16="http://schemas.microsoft.com/office/drawing/2014/main" id="{E699F6FA-BFAD-6E49-7B78-82583BC6DE65}"/>
                </a:ext>
              </a:extLst>
            </p:cNvPr>
            <p:cNvSpPr/>
            <p:nvPr/>
          </p:nvSpPr>
          <p:spPr>
            <a:xfrm rot="5400000">
              <a:off x="5562941" y="1938259"/>
              <a:ext cx="243283" cy="9500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125">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9" name="文本框 18">
              <a:extLst>
                <a:ext uri="{FF2B5EF4-FFF2-40B4-BE49-F238E27FC236}">
                  <a16:creationId xmlns:a16="http://schemas.microsoft.com/office/drawing/2014/main" id="{87E87503-6C7E-6C21-632B-F421E5F5C49A}"/>
                </a:ext>
              </a:extLst>
            </p:cNvPr>
            <p:cNvSpPr txBox="1"/>
            <p:nvPr/>
          </p:nvSpPr>
          <p:spPr>
            <a:xfrm flipH="1">
              <a:off x="5746406" y="1769183"/>
              <a:ext cx="4321282" cy="451405"/>
            </a:xfrm>
            <a:prstGeom prst="rect">
              <a:avLst/>
            </a:prstGeom>
            <a:noFill/>
          </p:spPr>
          <p:txBody>
            <a:bodyPr wrap="square" rtlCol="0">
              <a:spAutoFit/>
            </a:bodyPr>
            <a:lstStyle/>
            <a:p>
              <a:r>
                <a:rPr lang="en-US" altLang="zh-CN" sz="105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Lab5</a:t>
              </a:r>
              <a:r>
                <a:rPr lang="zh-CN" altLang="en-US" sz="105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实验讲解 </a:t>
              </a:r>
              <a:r>
                <a:rPr lang="en-US" altLang="zh-CN" sz="105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050" b="1" dirty="0">
                  <a:solidFill>
                    <a:schemeClr val="bg1"/>
                  </a:solidFill>
                  <a:latin typeface="微软雅黑" panose="020B0503020204020204" pitchFamily="34" charset="-122"/>
                  <a:ea typeface="微软雅黑" panose="020B0503020204020204" pitchFamily="34" charset="-122"/>
                </a:rPr>
                <a:t>CUDA</a:t>
              </a:r>
              <a:r>
                <a:rPr lang="zh-CN" altLang="en-US" sz="1050" b="1" dirty="0">
                  <a:solidFill>
                    <a:schemeClr val="bg1"/>
                  </a:solidFill>
                  <a:latin typeface="微软雅黑" panose="020B0503020204020204" pitchFamily="34" charset="-122"/>
                  <a:ea typeface="微软雅黑" panose="020B0503020204020204" pitchFamily="34" charset="-122"/>
                </a:rPr>
                <a:t>简介</a:t>
              </a:r>
            </a:p>
          </p:txBody>
        </p:sp>
      </p:grpSp>
      <p:sp>
        <p:nvSpPr>
          <p:cNvPr id="6" name="矩形 5">
            <a:extLst>
              <a:ext uri="{FF2B5EF4-FFF2-40B4-BE49-F238E27FC236}">
                <a16:creationId xmlns:a16="http://schemas.microsoft.com/office/drawing/2014/main" id="{EB43A25B-EF88-B926-28C8-F787111E8D51}"/>
              </a:ext>
            </a:extLst>
          </p:cNvPr>
          <p:cNvSpPr/>
          <p:nvPr/>
        </p:nvSpPr>
        <p:spPr>
          <a:xfrm>
            <a:off x="138564" y="848265"/>
            <a:ext cx="2996590" cy="418191"/>
          </a:xfrm>
          <a:prstGeom prst="rect">
            <a:avLst/>
          </a:prstGeom>
        </p:spPr>
        <p:txBody>
          <a:bodyPr wrap="none">
            <a:spAutoFit/>
          </a:bodyPr>
          <a:lstStyle/>
          <a:p>
            <a:pPr>
              <a:lnSpc>
                <a:spcPct val="150000"/>
              </a:lnSpc>
            </a:pPr>
            <a:r>
              <a:rPr lang="en-US" altLang="zh-CN" sz="1600" b="1" dirty="0">
                <a:latin typeface="微软雅黑" panose="020B0503020204020204" pitchFamily="34" charset="-122"/>
                <a:ea typeface="微软雅黑" panose="020B0503020204020204" pitchFamily="34" charset="-122"/>
              </a:rPr>
              <a:t>CUDA</a:t>
            </a:r>
            <a:r>
              <a:rPr lang="zh-CN" altLang="en-US" sz="1600" b="1" dirty="0">
                <a:latin typeface="微软雅黑" panose="020B0503020204020204" pitchFamily="34" charset="-122"/>
                <a:ea typeface="微软雅黑" panose="020B0503020204020204" pitchFamily="34" charset="-122"/>
              </a:rPr>
              <a:t>简介</a:t>
            </a:r>
            <a:r>
              <a:rPr lang="en-US" altLang="zh-CN" sz="1600" b="1" dirty="0">
                <a:latin typeface="微软雅黑" panose="020B0503020204020204" pitchFamily="34" charset="-122"/>
                <a:ea typeface="微软雅黑" panose="020B0503020204020204" pitchFamily="34" charset="-122"/>
              </a:rPr>
              <a:t>-</a:t>
            </a:r>
            <a:r>
              <a:rPr lang="zh-CN" altLang="en-US" sz="1600" b="1" dirty="0">
                <a:latin typeface="微软雅黑" panose="020B0503020204020204" pitchFamily="34" charset="-122"/>
                <a:ea typeface="微软雅黑" panose="020B0503020204020204" pitchFamily="34" charset="-122"/>
              </a:rPr>
              <a:t>编译及</a:t>
            </a:r>
            <a:r>
              <a:rPr lang="en-US" altLang="zh-CN" sz="1600" b="1" dirty="0">
                <a:latin typeface="微软雅黑" panose="020B0503020204020204" pitchFamily="34" charset="-122"/>
                <a:ea typeface="微软雅黑" panose="020B0503020204020204" pitchFamily="34" charset="-122"/>
              </a:rPr>
              <a:t>Profile</a:t>
            </a:r>
            <a:r>
              <a:rPr lang="zh-CN" altLang="en-US" sz="1600" b="1" dirty="0">
                <a:latin typeface="微软雅黑" panose="020B0503020204020204" pitchFamily="34" charset="-122"/>
                <a:ea typeface="微软雅黑" panose="020B0503020204020204" pitchFamily="34" charset="-122"/>
              </a:rPr>
              <a:t>方法</a:t>
            </a:r>
          </a:p>
        </p:txBody>
      </p:sp>
      <p:sp>
        <p:nvSpPr>
          <p:cNvPr id="3" name="矩形 2">
            <a:extLst>
              <a:ext uri="{FF2B5EF4-FFF2-40B4-BE49-F238E27FC236}">
                <a16:creationId xmlns:a16="http://schemas.microsoft.com/office/drawing/2014/main" id="{4F9331CC-5432-1005-1520-4BFEAE6AD6B9}"/>
              </a:ext>
            </a:extLst>
          </p:cNvPr>
          <p:cNvSpPr/>
          <p:nvPr/>
        </p:nvSpPr>
        <p:spPr>
          <a:xfrm>
            <a:off x="206040" y="1810480"/>
            <a:ext cx="8342957" cy="1485407"/>
          </a:xfrm>
          <a:prstGeom prst="rect">
            <a:avLst/>
          </a:prstGeom>
        </p:spPr>
        <p:txBody>
          <a:bodyPr wrap="square">
            <a:spAutoFit/>
          </a:bodyPr>
          <a:lstStyle/>
          <a:p>
            <a:pPr>
              <a:lnSpc>
                <a:spcPct val="150000"/>
              </a:lnSpc>
            </a:pPr>
            <a:r>
              <a:rPr lang="en-US" altLang="zh-CN" sz="1600" b="0" dirty="0">
                <a:effectLst/>
                <a:latin typeface="微软雅黑" panose="020B0503020204020204" pitchFamily="34" charset="-122"/>
                <a:ea typeface="微软雅黑" panose="020B0503020204020204" pitchFamily="34" charset="-122"/>
              </a:rPr>
              <a:t>profile</a:t>
            </a:r>
            <a:r>
              <a:rPr lang="zh-CN" altLang="en-US" sz="1600" b="0" dirty="0">
                <a:effectLst/>
                <a:latin typeface="微软雅黑" panose="020B0503020204020204" pitchFamily="34" charset="-122"/>
                <a:ea typeface="微软雅黑" panose="020B0503020204020204" pitchFamily="34" charset="-122"/>
              </a:rPr>
              <a:t>法一：</a:t>
            </a:r>
            <a:endParaRPr lang="en-US" altLang="zh-CN" sz="1600" b="0" dirty="0">
              <a:effectLst/>
              <a:latin typeface="微软雅黑" panose="020B0503020204020204" pitchFamily="34" charset="-122"/>
              <a:ea typeface="微软雅黑" panose="020B0503020204020204" pitchFamily="34" charset="-122"/>
            </a:endParaRPr>
          </a:p>
          <a:p>
            <a:pPr>
              <a:lnSpc>
                <a:spcPct val="150000"/>
              </a:lnSpc>
            </a:pPr>
            <a:r>
              <a:rPr lang="en-US" altLang="zh-CN" sz="1600" dirty="0" err="1">
                <a:solidFill>
                  <a:schemeClr val="tx1"/>
                </a:solidFill>
                <a:latin typeface="微软雅黑" panose="020B0503020204020204" pitchFamily="34" charset="-122"/>
                <a:ea typeface="微软雅黑" panose="020B0503020204020204" pitchFamily="34" charset="-122"/>
              </a:rPr>
              <a:t>nsys</a:t>
            </a:r>
            <a:r>
              <a:rPr lang="en-US" altLang="zh-CN" sz="1600" dirty="0">
                <a:solidFill>
                  <a:schemeClr val="tx1"/>
                </a:solidFill>
                <a:latin typeface="微软雅黑" panose="020B0503020204020204" pitchFamily="34" charset="-122"/>
                <a:ea typeface="微软雅黑" panose="020B0503020204020204" pitchFamily="34" charset="-122"/>
              </a:rPr>
              <a:t> profile --stats=true ./test</a:t>
            </a:r>
          </a:p>
          <a:p>
            <a:pPr>
              <a:lnSpc>
                <a:spcPct val="150000"/>
              </a:lnSpc>
            </a:pPr>
            <a:r>
              <a:rPr lang="zh-CN" altLang="en-US" sz="1600" dirty="0">
                <a:solidFill>
                  <a:schemeClr val="tx1"/>
                </a:solidFill>
                <a:latin typeface="微软雅黑" panose="020B0503020204020204" pitchFamily="34" charset="-122"/>
                <a:ea typeface="微软雅黑" panose="020B0503020204020204" pitchFamily="34" charset="-122"/>
              </a:rPr>
              <a:t>命令行输出里面找到这个：</a:t>
            </a:r>
            <a:endParaRPr lang="en-US" altLang="zh-CN" sz="1600" dirty="0">
              <a:solidFill>
                <a:schemeClr val="tx1"/>
              </a:solidFill>
              <a:latin typeface="微软雅黑" panose="020B0503020204020204" pitchFamily="34" charset="-122"/>
              <a:ea typeface="微软雅黑" panose="020B0503020204020204" pitchFamily="34" charset="-122"/>
            </a:endParaRPr>
          </a:p>
          <a:p>
            <a:pPr>
              <a:lnSpc>
                <a:spcPct val="150000"/>
              </a:lnSpc>
            </a:pPr>
            <a:endParaRPr lang="zh-CN" altLang="en-US" sz="1400" b="0" dirty="0">
              <a:effectLst/>
              <a:latin typeface="微软雅黑" panose="020B0503020204020204" pitchFamily="34" charset="-122"/>
              <a:ea typeface="微软雅黑" panose="020B0503020204020204" pitchFamily="34" charset="-122"/>
            </a:endParaRPr>
          </a:p>
        </p:txBody>
      </p:sp>
      <p:pic>
        <p:nvPicPr>
          <p:cNvPr id="4" name="图片 3">
            <a:extLst>
              <a:ext uri="{FF2B5EF4-FFF2-40B4-BE49-F238E27FC236}">
                <a16:creationId xmlns:a16="http://schemas.microsoft.com/office/drawing/2014/main" id="{9D5839E2-C06C-44B4-063B-1B4048EC3A0A}"/>
              </a:ext>
            </a:extLst>
          </p:cNvPr>
          <p:cNvPicPr>
            <a:picLocks noChangeAspect="1"/>
          </p:cNvPicPr>
          <p:nvPr/>
        </p:nvPicPr>
        <p:blipFill>
          <a:blip r:embed="rId3"/>
          <a:stretch>
            <a:fillRect/>
          </a:stretch>
        </p:blipFill>
        <p:spPr>
          <a:xfrm>
            <a:off x="0" y="3013549"/>
            <a:ext cx="9144000" cy="1173059"/>
          </a:xfrm>
          <a:prstGeom prst="rect">
            <a:avLst/>
          </a:prstGeom>
        </p:spPr>
      </p:pic>
      <p:sp>
        <p:nvSpPr>
          <p:cNvPr id="5" name="矩形 4">
            <a:extLst>
              <a:ext uri="{FF2B5EF4-FFF2-40B4-BE49-F238E27FC236}">
                <a16:creationId xmlns:a16="http://schemas.microsoft.com/office/drawing/2014/main" id="{38F61459-8E00-9AD0-687D-813916358A26}"/>
              </a:ext>
            </a:extLst>
          </p:cNvPr>
          <p:cNvSpPr/>
          <p:nvPr/>
        </p:nvSpPr>
        <p:spPr>
          <a:xfrm>
            <a:off x="206041" y="4036837"/>
            <a:ext cx="8342957" cy="2542106"/>
          </a:xfrm>
          <a:prstGeom prst="rect">
            <a:avLst/>
          </a:prstGeom>
        </p:spPr>
        <p:txBody>
          <a:bodyPr wrap="square">
            <a:spAutoFit/>
          </a:bodyPr>
          <a:lstStyle/>
          <a:p>
            <a:pPr>
              <a:lnSpc>
                <a:spcPct val="150000"/>
              </a:lnSpc>
            </a:pPr>
            <a:r>
              <a:rPr lang="en-US" altLang="zh-CN" sz="1600" b="0" dirty="0">
                <a:effectLst/>
                <a:latin typeface="微软雅黑" panose="020B0503020204020204" pitchFamily="34" charset="-122"/>
                <a:ea typeface="微软雅黑" panose="020B0503020204020204" pitchFamily="34" charset="-122"/>
              </a:rPr>
              <a:t>profile</a:t>
            </a:r>
            <a:r>
              <a:rPr lang="zh-CN" altLang="en-US" sz="1600" b="0" dirty="0">
                <a:effectLst/>
                <a:latin typeface="微软雅黑" panose="020B0503020204020204" pitchFamily="34" charset="-122"/>
                <a:ea typeface="微软雅黑" panose="020B0503020204020204" pitchFamily="34" charset="-122"/>
              </a:rPr>
              <a:t>法二：</a:t>
            </a:r>
            <a:endParaRPr lang="en-US" altLang="zh-CN" sz="1600" b="0" dirty="0">
              <a:effectLst/>
              <a:latin typeface="微软雅黑" panose="020B0503020204020204" pitchFamily="34" charset="-122"/>
              <a:ea typeface="微软雅黑" panose="020B0503020204020204" pitchFamily="34" charset="-122"/>
            </a:endParaRPr>
          </a:p>
          <a:p>
            <a:pPr>
              <a:lnSpc>
                <a:spcPts val="1425"/>
              </a:lnSpc>
              <a:buNone/>
            </a:pPr>
            <a:r>
              <a:rPr lang="en-US" altLang="zh-CN" sz="1600" b="0" dirty="0" err="1">
                <a:solidFill>
                  <a:srgbClr val="000000"/>
                </a:solidFill>
                <a:effectLst/>
                <a:latin typeface="Consolas" panose="020B0609020204030204" pitchFamily="49" charset="0"/>
              </a:rPr>
              <a:t>cudaEvent_t</a:t>
            </a:r>
            <a:r>
              <a:rPr lang="en-US" altLang="zh-CN" sz="1600" b="0" dirty="0">
                <a:solidFill>
                  <a:srgbClr val="000000"/>
                </a:solidFill>
                <a:effectLst/>
                <a:latin typeface="Consolas" panose="020B0609020204030204" pitchFamily="49" charset="0"/>
              </a:rPr>
              <a:t> start, stop;</a:t>
            </a:r>
          </a:p>
          <a:p>
            <a:pPr>
              <a:lnSpc>
                <a:spcPts val="1425"/>
              </a:lnSpc>
              <a:buNone/>
            </a:pPr>
            <a:r>
              <a:rPr lang="en-US" altLang="zh-CN" sz="1600" b="0" dirty="0" err="1">
                <a:solidFill>
                  <a:srgbClr val="000000"/>
                </a:solidFill>
                <a:effectLst/>
                <a:latin typeface="Consolas" panose="020B0609020204030204" pitchFamily="49" charset="0"/>
              </a:rPr>
              <a:t>cudaEventCreate</a:t>
            </a:r>
            <a:r>
              <a:rPr lang="en-US" altLang="zh-CN" sz="1600" b="0" dirty="0">
                <a:solidFill>
                  <a:srgbClr val="000000"/>
                </a:solidFill>
                <a:effectLst/>
                <a:latin typeface="Consolas" panose="020B0609020204030204" pitchFamily="49" charset="0"/>
              </a:rPr>
              <a:t>(&amp;start);</a:t>
            </a:r>
          </a:p>
          <a:p>
            <a:pPr>
              <a:lnSpc>
                <a:spcPts val="1425"/>
              </a:lnSpc>
            </a:pPr>
            <a:r>
              <a:rPr lang="en-US" altLang="zh-CN" sz="1600" b="0" dirty="0" err="1">
                <a:solidFill>
                  <a:srgbClr val="000000"/>
                </a:solidFill>
                <a:effectLst/>
                <a:latin typeface="Consolas" panose="020B0609020204030204" pitchFamily="49" charset="0"/>
              </a:rPr>
              <a:t>cudaEventCreate</a:t>
            </a:r>
            <a:r>
              <a:rPr lang="en-US" altLang="zh-CN" sz="1600" b="0" dirty="0">
                <a:solidFill>
                  <a:srgbClr val="000000"/>
                </a:solidFill>
                <a:effectLst/>
                <a:latin typeface="Consolas" panose="020B0609020204030204" pitchFamily="49" charset="0"/>
              </a:rPr>
              <a:t>(&amp;stop);</a:t>
            </a:r>
          </a:p>
          <a:p>
            <a:pPr>
              <a:lnSpc>
                <a:spcPts val="1425"/>
              </a:lnSpc>
            </a:pPr>
            <a:r>
              <a:rPr lang="en-US" altLang="zh-CN" sz="1600" dirty="0">
                <a:solidFill>
                  <a:srgbClr val="000000"/>
                </a:solidFill>
                <a:latin typeface="Consolas" panose="020B0609020204030204" pitchFamily="49" charset="0"/>
              </a:rPr>
              <a:t>float temp;</a:t>
            </a:r>
          </a:p>
          <a:p>
            <a:pPr>
              <a:lnSpc>
                <a:spcPts val="1425"/>
              </a:lnSpc>
            </a:pPr>
            <a:r>
              <a:rPr lang="en-US" altLang="zh-CN" sz="1600" b="0" dirty="0" err="1">
                <a:solidFill>
                  <a:srgbClr val="000000"/>
                </a:solidFill>
                <a:effectLst/>
                <a:latin typeface="Consolas" panose="020B0609020204030204" pitchFamily="49" charset="0"/>
              </a:rPr>
              <a:t>cudaEventRecord</a:t>
            </a:r>
            <a:r>
              <a:rPr lang="en-US" altLang="zh-CN" sz="1600" b="0" dirty="0">
                <a:solidFill>
                  <a:srgbClr val="000000"/>
                </a:solidFill>
                <a:effectLst/>
                <a:latin typeface="Consolas" panose="020B0609020204030204" pitchFamily="49" charset="0"/>
              </a:rPr>
              <a:t>(start, 0);</a:t>
            </a:r>
          </a:p>
          <a:p>
            <a:pPr>
              <a:lnSpc>
                <a:spcPts val="1425"/>
              </a:lnSpc>
            </a:pPr>
            <a:r>
              <a:rPr lang="en-US" altLang="zh-CN" sz="1600" b="0" dirty="0" err="1">
                <a:solidFill>
                  <a:srgbClr val="000000"/>
                </a:solidFill>
                <a:effectLst/>
                <a:latin typeface="Consolas" panose="020B0609020204030204" pitchFamily="49" charset="0"/>
              </a:rPr>
              <a:t>Matmul</a:t>
            </a:r>
            <a:r>
              <a:rPr lang="en-US" altLang="zh-CN" sz="1600" b="0" dirty="0">
                <a:solidFill>
                  <a:srgbClr val="000000"/>
                </a:solidFill>
                <a:effectLst/>
                <a:latin typeface="Consolas" panose="020B0609020204030204" pitchFamily="49" charset="0"/>
              </a:rPr>
              <a:t> &lt;&lt;&lt;</a:t>
            </a:r>
            <a:r>
              <a:rPr lang="en-US" altLang="zh-CN" sz="1600" b="0" dirty="0" err="1">
                <a:solidFill>
                  <a:srgbClr val="000000"/>
                </a:solidFill>
                <a:effectLst/>
                <a:latin typeface="Consolas" panose="020B0609020204030204" pitchFamily="49" charset="0"/>
              </a:rPr>
              <a:t>gridsize,blocksize</a:t>
            </a:r>
            <a:r>
              <a:rPr lang="en-US" altLang="zh-CN" sz="1600" b="0" dirty="0">
                <a:solidFill>
                  <a:srgbClr val="000000"/>
                </a:solidFill>
                <a:effectLst/>
                <a:latin typeface="Consolas" panose="020B0609020204030204" pitchFamily="49" charset="0"/>
              </a:rPr>
              <a:t>&gt;&gt;&gt;(A,B,C1,N);</a:t>
            </a:r>
          </a:p>
          <a:p>
            <a:pPr>
              <a:lnSpc>
                <a:spcPts val="1425"/>
              </a:lnSpc>
            </a:pPr>
            <a:r>
              <a:rPr lang="en-US" altLang="zh-CN" sz="1600" b="0" dirty="0" err="1">
                <a:solidFill>
                  <a:srgbClr val="000000"/>
                </a:solidFill>
                <a:effectLst/>
                <a:latin typeface="Consolas" panose="020B0609020204030204" pitchFamily="49" charset="0"/>
              </a:rPr>
              <a:t>cudaEventRecord</a:t>
            </a:r>
            <a:r>
              <a:rPr lang="en-US" altLang="zh-CN" sz="1600" b="0" dirty="0">
                <a:solidFill>
                  <a:srgbClr val="000000"/>
                </a:solidFill>
                <a:effectLst/>
                <a:latin typeface="Consolas" panose="020B0609020204030204" pitchFamily="49" charset="0"/>
              </a:rPr>
              <a:t>(stop, 0);</a:t>
            </a:r>
          </a:p>
          <a:p>
            <a:pPr>
              <a:lnSpc>
                <a:spcPts val="1425"/>
              </a:lnSpc>
            </a:pPr>
            <a:r>
              <a:rPr lang="en-US" altLang="zh-CN" sz="1600" b="0" dirty="0" err="1">
                <a:solidFill>
                  <a:srgbClr val="000000"/>
                </a:solidFill>
                <a:effectLst/>
                <a:latin typeface="Consolas" panose="020B0609020204030204" pitchFamily="49" charset="0"/>
              </a:rPr>
              <a:t>cudaEventSynchronize</a:t>
            </a:r>
            <a:r>
              <a:rPr lang="en-US" altLang="zh-CN" sz="1600" b="0" dirty="0">
                <a:solidFill>
                  <a:srgbClr val="000000"/>
                </a:solidFill>
                <a:effectLst/>
                <a:latin typeface="Consolas" panose="020B0609020204030204" pitchFamily="49" charset="0"/>
              </a:rPr>
              <a:t>(stop);</a:t>
            </a:r>
          </a:p>
          <a:p>
            <a:pPr>
              <a:lnSpc>
                <a:spcPts val="1425"/>
              </a:lnSpc>
            </a:pPr>
            <a:r>
              <a:rPr lang="en-US" altLang="zh-CN" sz="1600" b="0" dirty="0" err="1">
                <a:solidFill>
                  <a:srgbClr val="000000"/>
                </a:solidFill>
                <a:effectLst/>
                <a:latin typeface="Consolas" panose="020B0609020204030204" pitchFamily="49" charset="0"/>
              </a:rPr>
              <a:t>cudaEventElapsedTime</a:t>
            </a:r>
            <a:r>
              <a:rPr lang="en-US" altLang="zh-CN" sz="1600" b="0" dirty="0">
                <a:solidFill>
                  <a:srgbClr val="000000"/>
                </a:solidFill>
                <a:effectLst/>
                <a:latin typeface="Consolas" panose="020B0609020204030204" pitchFamily="49" charset="0"/>
              </a:rPr>
              <a:t>(</a:t>
            </a:r>
            <a:r>
              <a:rPr lang="en-US" altLang="zh-CN" sz="1600" b="0" dirty="0">
                <a:solidFill>
                  <a:srgbClr val="FF0000"/>
                </a:solidFill>
                <a:effectLst/>
                <a:latin typeface="Consolas" panose="020B0609020204030204" pitchFamily="49" charset="0"/>
              </a:rPr>
              <a:t>&amp;</a:t>
            </a:r>
            <a:r>
              <a:rPr lang="en-US" altLang="zh-CN" sz="1600" b="0" dirty="0">
                <a:solidFill>
                  <a:srgbClr val="000000"/>
                </a:solidFill>
                <a:effectLst/>
                <a:latin typeface="Consolas" panose="020B0609020204030204" pitchFamily="49" charset="0"/>
              </a:rPr>
              <a:t>temp, start, stop);</a:t>
            </a:r>
          </a:p>
          <a:p>
            <a:pPr>
              <a:lnSpc>
                <a:spcPts val="1425"/>
              </a:lnSpc>
            </a:pPr>
            <a:r>
              <a:rPr lang="en-US" altLang="zh-CN" sz="1600" dirty="0">
                <a:latin typeface="微软雅黑" panose="020B0503020204020204" pitchFamily="34" charset="-122"/>
                <a:ea typeface="微软雅黑" panose="020B0503020204020204" pitchFamily="34" charset="-122"/>
              </a:rPr>
              <a:t>Temp</a:t>
            </a:r>
            <a:r>
              <a:rPr lang="zh-CN" altLang="en-US" sz="1600" dirty="0">
                <a:latin typeface="微软雅黑" panose="020B0503020204020204" pitchFamily="34" charset="-122"/>
                <a:ea typeface="微软雅黑" panose="020B0503020204020204" pitchFamily="34" charset="-122"/>
              </a:rPr>
              <a:t>内存储的时间单位为毫秒。</a:t>
            </a:r>
            <a:endParaRPr lang="en-US" altLang="zh-CN" sz="1600" dirty="0">
              <a:latin typeface="微软雅黑" panose="020B0503020204020204" pitchFamily="34" charset="-122"/>
              <a:ea typeface="微软雅黑" panose="020B0503020204020204" pitchFamily="34" charset="-122"/>
            </a:endParaRPr>
          </a:p>
          <a:p>
            <a:pPr>
              <a:lnSpc>
                <a:spcPct val="150000"/>
              </a:lnSpc>
            </a:pPr>
            <a:endParaRPr lang="zh-CN" altLang="en-US" sz="1400" b="0" dirty="0">
              <a:effectLst/>
              <a:latin typeface="微软雅黑" panose="020B0503020204020204" pitchFamily="34" charset="-122"/>
              <a:ea typeface="微软雅黑" panose="020B0503020204020204" pitchFamily="34" charset="-122"/>
            </a:endParaRPr>
          </a:p>
        </p:txBody>
      </p:sp>
      <p:sp>
        <p:nvSpPr>
          <p:cNvPr id="2" name="文本框 1">
            <a:extLst>
              <a:ext uri="{FF2B5EF4-FFF2-40B4-BE49-F238E27FC236}">
                <a16:creationId xmlns:a16="http://schemas.microsoft.com/office/drawing/2014/main" id="{C873B7B0-74D0-3B6A-B9C3-39D21BA87128}"/>
              </a:ext>
            </a:extLst>
          </p:cNvPr>
          <p:cNvSpPr txBox="1"/>
          <p:nvPr/>
        </p:nvSpPr>
        <p:spPr>
          <a:xfrm>
            <a:off x="206040" y="1459532"/>
            <a:ext cx="3491725" cy="338554"/>
          </a:xfrm>
          <a:prstGeom prst="rect">
            <a:avLst/>
          </a:prstGeom>
          <a:noFill/>
        </p:spPr>
        <p:txBody>
          <a:bodyPr wrap="none" rtlCol="0">
            <a:spAutoFit/>
          </a:bodyPr>
          <a:lstStyle/>
          <a:p>
            <a:r>
              <a:rPr lang="zh-CN" altLang="en-US" sz="1600" dirty="0">
                <a:latin typeface="微软雅黑" panose="020B0503020204020204" pitchFamily="34" charset="-122"/>
                <a:ea typeface="微软雅黑" panose="020B0503020204020204" pitchFamily="34" charset="-122"/>
              </a:rPr>
              <a:t>编译方法：</a:t>
            </a:r>
            <a:r>
              <a:rPr lang="en-US" altLang="zh-CN" sz="1600" dirty="0" err="1">
                <a:latin typeface="微软雅黑" panose="020B0503020204020204" pitchFamily="34" charset="-122"/>
                <a:ea typeface="微软雅黑" panose="020B0503020204020204" pitchFamily="34" charset="-122"/>
              </a:rPr>
              <a:t>nvcc</a:t>
            </a:r>
            <a:r>
              <a:rPr lang="en-US" altLang="zh-CN" sz="1600" dirty="0">
                <a:latin typeface="微软雅黑" panose="020B0503020204020204" pitchFamily="34" charset="-122"/>
                <a:ea typeface="微软雅黑" panose="020B0503020204020204" pitchFamily="34" charset="-122"/>
              </a:rPr>
              <a:t> -O3 test.cu -o test</a:t>
            </a:r>
            <a:endParaRPr lang="zh-CN" altLang="en-US" sz="16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596022886"/>
      </p:ext>
    </p:extLst>
  </p:cSld>
  <p:clrMapOvr>
    <a:masterClrMapping/>
  </p:clrMapOvr>
  <mc:AlternateContent xmlns:mc="http://schemas.openxmlformats.org/markup-compatibility/2006" xmlns:p14="http://schemas.microsoft.com/office/powerpoint/2010/main">
    <mc:Choice Requires="p14">
      <p:transition spd="slow" p14:dur="2000" advTm="13957"/>
    </mc:Choice>
    <mc:Fallback xmlns="">
      <p:transition spd="slow" advTm="13957"/>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A9B4F9-8FD3-4221-7CC3-73CE50459B5F}"/>
            </a:ext>
          </a:extLst>
        </p:cNvPr>
        <p:cNvGrpSpPr/>
        <p:nvPr/>
      </p:nvGrpSpPr>
      <p:grpSpPr>
        <a:xfrm>
          <a:off x="0" y="0"/>
          <a:ext cx="0" cy="0"/>
          <a:chOff x="0" y="0"/>
          <a:chExt cx="0" cy="0"/>
        </a:xfrm>
      </p:grpSpPr>
      <p:grpSp>
        <p:nvGrpSpPr>
          <p:cNvPr id="16" name="组合 52">
            <a:extLst>
              <a:ext uri="{FF2B5EF4-FFF2-40B4-BE49-F238E27FC236}">
                <a16:creationId xmlns:a16="http://schemas.microsoft.com/office/drawing/2014/main" id="{CE1F609F-2546-DB8A-1A6E-CCEBC3183326}"/>
              </a:ext>
            </a:extLst>
          </p:cNvPr>
          <p:cNvGrpSpPr/>
          <p:nvPr/>
        </p:nvGrpSpPr>
        <p:grpSpPr>
          <a:xfrm>
            <a:off x="138564" y="279057"/>
            <a:ext cx="6293973" cy="253916"/>
            <a:chOff x="5637082" y="1769183"/>
            <a:chExt cx="4430606" cy="451405"/>
          </a:xfrm>
        </p:grpSpPr>
        <p:sp>
          <p:nvSpPr>
            <p:cNvPr id="17" name="等腰三角形 53">
              <a:extLst>
                <a:ext uri="{FF2B5EF4-FFF2-40B4-BE49-F238E27FC236}">
                  <a16:creationId xmlns:a16="http://schemas.microsoft.com/office/drawing/2014/main" id="{BC4CB7A5-9034-C1C1-0D1D-01B2AF5A5B8D}"/>
                </a:ext>
              </a:extLst>
            </p:cNvPr>
            <p:cNvSpPr/>
            <p:nvPr/>
          </p:nvSpPr>
          <p:spPr>
            <a:xfrm rot="5400000">
              <a:off x="5562941" y="1938259"/>
              <a:ext cx="243283" cy="9500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125">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9" name="文本框 18">
              <a:extLst>
                <a:ext uri="{FF2B5EF4-FFF2-40B4-BE49-F238E27FC236}">
                  <a16:creationId xmlns:a16="http://schemas.microsoft.com/office/drawing/2014/main" id="{91B7F77E-ABD0-E6D6-A9D0-0BC72C6609D8}"/>
                </a:ext>
              </a:extLst>
            </p:cNvPr>
            <p:cNvSpPr txBox="1"/>
            <p:nvPr/>
          </p:nvSpPr>
          <p:spPr>
            <a:xfrm flipH="1">
              <a:off x="5746406" y="1769183"/>
              <a:ext cx="4321282" cy="451405"/>
            </a:xfrm>
            <a:prstGeom prst="rect">
              <a:avLst/>
            </a:prstGeom>
            <a:noFill/>
          </p:spPr>
          <p:txBody>
            <a:bodyPr wrap="square" rtlCol="0">
              <a:spAutoFit/>
            </a:bodyPr>
            <a:lstStyle/>
            <a:p>
              <a:r>
                <a:rPr lang="en-US" altLang="zh-CN" sz="105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Lab5</a:t>
              </a:r>
              <a:r>
                <a:rPr lang="zh-CN" altLang="en-US" sz="105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实验讲解 </a:t>
              </a:r>
              <a:r>
                <a:rPr lang="en-US" altLang="zh-CN" sz="105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050" b="1" dirty="0">
                  <a:solidFill>
                    <a:schemeClr val="bg1"/>
                  </a:solidFill>
                  <a:latin typeface="微软雅黑" panose="020B0503020204020204" pitchFamily="34" charset="-122"/>
                  <a:ea typeface="微软雅黑" panose="020B0503020204020204" pitchFamily="34" charset="-122"/>
                </a:rPr>
                <a:t>GPU</a:t>
              </a:r>
              <a:r>
                <a:rPr lang="zh-CN" altLang="en-US" sz="1050" b="1" dirty="0">
                  <a:solidFill>
                    <a:schemeClr val="bg1"/>
                  </a:solidFill>
                  <a:latin typeface="微软雅黑" panose="020B0503020204020204" pitchFamily="34" charset="-122"/>
                  <a:ea typeface="微软雅黑" panose="020B0503020204020204" pitchFamily="34" charset="-122"/>
                </a:rPr>
                <a:t>实验简介</a:t>
              </a:r>
            </a:p>
          </p:txBody>
        </p:sp>
      </p:grpSp>
      <p:sp>
        <p:nvSpPr>
          <p:cNvPr id="6" name="矩形 5">
            <a:extLst>
              <a:ext uri="{FF2B5EF4-FFF2-40B4-BE49-F238E27FC236}">
                <a16:creationId xmlns:a16="http://schemas.microsoft.com/office/drawing/2014/main" id="{4C7A32AD-991A-8F86-65C4-1C17448731D7}"/>
              </a:ext>
            </a:extLst>
          </p:cNvPr>
          <p:cNvSpPr/>
          <p:nvPr/>
        </p:nvSpPr>
        <p:spPr>
          <a:xfrm>
            <a:off x="138564" y="848265"/>
            <a:ext cx="1455848" cy="418191"/>
          </a:xfrm>
          <a:prstGeom prst="rect">
            <a:avLst/>
          </a:prstGeom>
        </p:spPr>
        <p:txBody>
          <a:bodyPr wrap="none">
            <a:spAutoFit/>
          </a:bodyPr>
          <a:lstStyle/>
          <a:p>
            <a:pPr>
              <a:lnSpc>
                <a:spcPct val="150000"/>
              </a:lnSpc>
            </a:pPr>
            <a:r>
              <a:rPr lang="en-US" altLang="zh-CN" sz="1600" b="1" dirty="0">
                <a:latin typeface="微软雅黑" panose="020B0503020204020204" pitchFamily="34" charset="-122"/>
                <a:ea typeface="微软雅黑" panose="020B0503020204020204" pitchFamily="34" charset="-122"/>
              </a:rPr>
              <a:t>GPU</a:t>
            </a:r>
            <a:r>
              <a:rPr lang="zh-CN" altLang="en-US" sz="1600" b="1" dirty="0">
                <a:latin typeface="微软雅黑" panose="020B0503020204020204" pitchFamily="34" charset="-122"/>
                <a:ea typeface="微软雅黑" panose="020B0503020204020204" pitchFamily="34" charset="-122"/>
              </a:rPr>
              <a:t>实验简介</a:t>
            </a:r>
            <a:endParaRPr lang="en-US" altLang="zh-CN" sz="1600" b="1" dirty="0">
              <a:latin typeface="微软雅黑" panose="020B0503020204020204" pitchFamily="34" charset="-122"/>
              <a:ea typeface="微软雅黑" panose="020B0503020204020204" pitchFamily="34" charset="-122"/>
            </a:endParaRPr>
          </a:p>
        </p:txBody>
      </p:sp>
      <p:sp>
        <p:nvSpPr>
          <p:cNvPr id="3" name="矩形 2">
            <a:extLst>
              <a:ext uri="{FF2B5EF4-FFF2-40B4-BE49-F238E27FC236}">
                <a16:creationId xmlns:a16="http://schemas.microsoft.com/office/drawing/2014/main" id="{05CC7120-EFA6-E350-C179-1945C6008E05}"/>
              </a:ext>
            </a:extLst>
          </p:cNvPr>
          <p:cNvSpPr/>
          <p:nvPr/>
        </p:nvSpPr>
        <p:spPr>
          <a:xfrm>
            <a:off x="400521" y="1384572"/>
            <a:ext cx="7810225" cy="3742178"/>
          </a:xfrm>
          <a:prstGeom prst="rect">
            <a:avLst/>
          </a:prstGeom>
        </p:spPr>
        <p:txBody>
          <a:bodyPr wrap="square">
            <a:spAutoFit/>
          </a:bodyPr>
          <a:lstStyle/>
          <a:p>
            <a:pPr marL="342900" indent="-342900">
              <a:lnSpc>
                <a:spcPct val="150000"/>
              </a:lnSpc>
              <a:buAutoNum type="arabicPeriod"/>
            </a:pPr>
            <a:r>
              <a:rPr lang="zh-CN" altLang="en-US" sz="1600" b="0" dirty="0">
                <a:effectLst/>
                <a:latin typeface="微软雅黑" panose="020B0503020204020204" pitchFamily="34" charset="-122"/>
                <a:ea typeface="微软雅黑" panose="020B0503020204020204" pitchFamily="34" charset="-122"/>
              </a:rPr>
              <a:t>参考资料：</a:t>
            </a:r>
            <a:endParaRPr lang="en-US" altLang="zh-CN" sz="1600" b="0" dirty="0">
              <a:effectLst/>
              <a:latin typeface="微软雅黑" panose="020B0503020204020204" pitchFamily="34" charset="-122"/>
              <a:ea typeface="微软雅黑" panose="020B0503020204020204" pitchFamily="34" charset="-122"/>
            </a:endParaRPr>
          </a:p>
          <a:p>
            <a:pPr marL="800100" lvl="1" indent="-342900">
              <a:lnSpc>
                <a:spcPct val="150000"/>
              </a:lnSpc>
              <a:buAutoNum type="arabicPeriod"/>
            </a:pPr>
            <a:r>
              <a:rPr lang="en-US" altLang="zh-CN" sz="1600" b="0" dirty="0">
                <a:effectLst/>
                <a:latin typeface="微软雅黑" panose="020B0503020204020204" pitchFamily="34" charset="-122"/>
                <a:ea typeface="微软雅黑" panose="020B0503020204020204" pitchFamily="34" charset="-122"/>
              </a:rPr>
              <a:t>CUDA</a:t>
            </a:r>
            <a:r>
              <a:rPr lang="zh-CN" altLang="en-US" sz="1600" b="0" dirty="0">
                <a:effectLst/>
                <a:latin typeface="微软雅黑" panose="020B0503020204020204" pitchFamily="34" charset="-122"/>
                <a:ea typeface="微软雅黑" panose="020B0503020204020204" pitchFamily="34" charset="-122"/>
              </a:rPr>
              <a:t>编程：矩阵乘运算从</a:t>
            </a:r>
            <a:r>
              <a:rPr lang="en-US" altLang="zh-CN" sz="1600" b="0" dirty="0">
                <a:effectLst/>
                <a:latin typeface="微软雅黑" panose="020B0503020204020204" pitchFamily="34" charset="-122"/>
                <a:ea typeface="微软雅黑" panose="020B0503020204020204" pitchFamily="34" charset="-122"/>
              </a:rPr>
              <a:t>CPU</a:t>
            </a:r>
            <a:r>
              <a:rPr lang="zh-CN" altLang="en-US" sz="1600" b="0" dirty="0">
                <a:effectLst/>
                <a:latin typeface="微软雅黑" panose="020B0503020204020204" pitchFamily="34" charset="-122"/>
                <a:ea typeface="微软雅黑" panose="020B0503020204020204" pitchFamily="34" charset="-122"/>
              </a:rPr>
              <a:t>到</a:t>
            </a:r>
            <a:r>
              <a:rPr lang="en-US" altLang="zh-CN" sz="1600" b="0" dirty="0">
                <a:effectLst/>
                <a:latin typeface="微软雅黑" panose="020B0503020204020204" pitchFamily="34" charset="-122"/>
                <a:ea typeface="微软雅黑" panose="020B0503020204020204" pitchFamily="34" charset="-122"/>
              </a:rPr>
              <a:t>GPU</a:t>
            </a:r>
            <a:r>
              <a:rPr lang="zh-CN" altLang="en-US" sz="1600" b="0" dirty="0">
                <a:effectLst/>
                <a:latin typeface="微软雅黑" panose="020B0503020204020204" pitchFamily="34" charset="-122"/>
                <a:ea typeface="微软雅黑" panose="020B0503020204020204" pitchFamily="34" charset="-122"/>
              </a:rPr>
              <a:t>（</a:t>
            </a:r>
            <a:r>
              <a:rPr lang="en-US" altLang="zh-CN" sz="1600" b="0" dirty="0">
                <a:effectLst/>
                <a:latin typeface="微软雅黑" panose="020B0503020204020204" pitchFamily="34" charset="-122"/>
                <a:ea typeface="微软雅黑" panose="020B0503020204020204" pitchFamily="34" charset="-122"/>
              </a:rPr>
              <a:t>https://zhuanlan.zhihu.com/p/573271688</a:t>
            </a:r>
            <a:r>
              <a:rPr lang="zh-CN" altLang="en-US" sz="1600" b="0" dirty="0">
                <a:effectLst/>
                <a:latin typeface="微软雅黑" panose="020B0503020204020204" pitchFamily="34" charset="-122"/>
                <a:ea typeface="微软雅黑" panose="020B0503020204020204" pitchFamily="34" charset="-122"/>
              </a:rPr>
              <a:t>）</a:t>
            </a:r>
            <a:endParaRPr lang="en-US" altLang="zh-CN" sz="1600" b="0" dirty="0">
              <a:effectLst/>
              <a:latin typeface="微软雅黑" panose="020B0503020204020204" pitchFamily="34" charset="-122"/>
              <a:ea typeface="微软雅黑" panose="020B0503020204020204" pitchFamily="34" charset="-122"/>
            </a:endParaRPr>
          </a:p>
          <a:p>
            <a:pPr marL="800100" lvl="1" indent="-342900">
              <a:lnSpc>
                <a:spcPct val="150000"/>
              </a:lnSpc>
              <a:buAutoNum type="arabicPeriod"/>
            </a:pPr>
            <a:r>
              <a:rPr lang="en-US" altLang="zh-CN" sz="1600" b="0" dirty="0">
                <a:effectLst/>
                <a:latin typeface="微软雅黑" panose="020B0503020204020204" pitchFamily="34" charset="-122"/>
                <a:ea typeface="微软雅黑" panose="020B0503020204020204" pitchFamily="34" charset="-122"/>
              </a:rPr>
              <a:t>Lecture 4: Joint Register and Shared Memory Tiling (https://lumetta.web.engr.illinois.edu/508/slides/lecture4.pdf)</a:t>
            </a:r>
          </a:p>
          <a:p>
            <a:pPr marL="342900" indent="-342900">
              <a:lnSpc>
                <a:spcPct val="150000"/>
              </a:lnSpc>
              <a:buAutoNum type="arabicPeriod"/>
            </a:pPr>
            <a:r>
              <a:rPr lang="zh-CN" altLang="en-US" sz="1600" dirty="0">
                <a:latin typeface="微软雅黑" panose="020B0503020204020204" pitchFamily="34" charset="-122"/>
                <a:ea typeface="微软雅黑" panose="020B0503020204020204" pitchFamily="34" charset="-122"/>
              </a:rPr>
              <a:t>具体内容：</a:t>
            </a:r>
            <a:endParaRPr lang="en-US" altLang="zh-CN" sz="1600" b="0" dirty="0">
              <a:effectLst/>
              <a:latin typeface="微软雅黑" panose="020B0503020204020204" pitchFamily="34" charset="-122"/>
              <a:ea typeface="微软雅黑" panose="020B0503020204020204" pitchFamily="34" charset="-122"/>
            </a:endParaRPr>
          </a:p>
          <a:p>
            <a:pPr marL="800100" lvl="1" indent="-342900">
              <a:lnSpc>
                <a:spcPct val="150000"/>
              </a:lnSpc>
              <a:buAutoNum type="arabicPeriod"/>
            </a:pPr>
            <a:r>
              <a:rPr lang="zh-CN" altLang="en-US" sz="1600" b="0" dirty="0">
                <a:effectLst/>
                <a:latin typeface="微软雅黑" panose="020B0503020204020204" pitchFamily="34" charset="-122"/>
                <a:ea typeface="微软雅黑" panose="020B0503020204020204" pitchFamily="34" charset="-122"/>
              </a:rPr>
              <a:t>矩阵乘法并行分析</a:t>
            </a:r>
            <a:endParaRPr lang="en-US" altLang="zh-CN" sz="1600" b="0" dirty="0">
              <a:effectLst/>
              <a:latin typeface="微软雅黑" panose="020B0503020204020204" pitchFamily="34" charset="-122"/>
              <a:ea typeface="微软雅黑" panose="020B0503020204020204" pitchFamily="34" charset="-122"/>
            </a:endParaRPr>
          </a:p>
          <a:p>
            <a:pPr marL="800100" lvl="1" indent="-342900">
              <a:lnSpc>
                <a:spcPct val="150000"/>
              </a:lnSpc>
              <a:buAutoNum type="arabicPeriod"/>
            </a:pPr>
            <a:r>
              <a:rPr lang="zh-CN" altLang="en-US" sz="1600" dirty="0">
                <a:latin typeface="微软雅黑" panose="020B0503020204020204" pitchFamily="34" charset="-122"/>
                <a:ea typeface="微软雅黑" panose="020B0503020204020204" pitchFamily="34" charset="-122"/>
              </a:rPr>
              <a:t>基础矩阵乘法</a:t>
            </a:r>
            <a:endParaRPr lang="en-US" altLang="zh-CN" sz="1600" dirty="0">
              <a:latin typeface="微软雅黑" panose="020B0503020204020204" pitchFamily="34" charset="-122"/>
              <a:ea typeface="微软雅黑" panose="020B0503020204020204" pitchFamily="34" charset="-122"/>
            </a:endParaRPr>
          </a:p>
          <a:p>
            <a:pPr marL="800100" lvl="1" indent="-342900">
              <a:lnSpc>
                <a:spcPct val="150000"/>
              </a:lnSpc>
              <a:buAutoNum type="arabicPeriod"/>
            </a:pPr>
            <a:r>
              <a:rPr lang="zh-CN" altLang="en-US" sz="1600" dirty="0">
                <a:latin typeface="微软雅黑" panose="020B0503020204020204" pitchFamily="34" charset="-122"/>
                <a:ea typeface="微软雅黑" panose="020B0503020204020204" pitchFamily="34" charset="-122"/>
              </a:rPr>
              <a:t>分块矩阵乘法</a:t>
            </a:r>
            <a:endParaRPr lang="en-US" altLang="zh-CN" sz="1600" dirty="0">
              <a:latin typeface="微软雅黑" panose="020B0503020204020204" pitchFamily="34" charset="-122"/>
              <a:ea typeface="微软雅黑" panose="020B0503020204020204" pitchFamily="34" charset="-122"/>
            </a:endParaRPr>
          </a:p>
          <a:p>
            <a:pPr marL="800100" lvl="1" indent="-342900">
              <a:lnSpc>
                <a:spcPct val="150000"/>
              </a:lnSpc>
              <a:buAutoNum type="arabicPeriod"/>
            </a:pPr>
            <a:r>
              <a:rPr lang="zh-CN" altLang="en-US" sz="1600" dirty="0">
                <a:latin typeface="微软雅黑" panose="020B0503020204020204" pitchFamily="34" charset="-122"/>
                <a:ea typeface="微软雅黑" panose="020B0503020204020204" pitchFamily="34" charset="-122"/>
              </a:rPr>
              <a:t>寄存器矩阵乘法</a:t>
            </a:r>
            <a:endParaRPr lang="en-US" altLang="zh-CN" sz="16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812115527"/>
      </p:ext>
    </p:extLst>
  </p:cSld>
  <p:clrMapOvr>
    <a:masterClrMapping/>
  </p:clrMapOvr>
  <mc:AlternateContent xmlns:mc="http://schemas.openxmlformats.org/markup-compatibility/2006" xmlns:p14="http://schemas.microsoft.com/office/powerpoint/2010/main">
    <mc:Choice Requires="p14">
      <p:transition spd="slow" p14:dur="2000" advTm="13957"/>
    </mc:Choice>
    <mc:Fallback xmlns="">
      <p:transition spd="slow" advTm="13957"/>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92DB79-C64C-15C4-97C8-C4F665CF468C}"/>
            </a:ext>
          </a:extLst>
        </p:cNvPr>
        <p:cNvGrpSpPr/>
        <p:nvPr/>
      </p:nvGrpSpPr>
      <p:grpSpPr>
        <a:xfrm>
          <a:off x="0" y="0"/>
          <a:ext cx="0" cy="0"/>
          <a:chOff x="0" y="0"/>
          <a:chExt cx="0" cy="0"/>
        </a:xfrm>
      </p:grpSpPr>
      <p:grpSp>
        <p:nvGrpSpPr>
          <p:cNvPr id="16" name="组合 52">
            <a:extLst>
              <a:ext uri="{FF2B5EF4-FFF2-40B4-BE49-F238E27FC236}">
                <a16:creationId xmlns:a16="http://schemas.microsoft.com/office/drawing/2014/main" id="{A72364EC-7BCA-33FE-5B3A-6FA3688A6E3D}"/>
              </a:ext>
            </a:extLst>
          </p:cNvPr>
          <p:cNvGrpSpPr/>
          <p:nvPr/>
        </p:nvGrpSpPr>
        <p:grpSpPr>
          <a:xfrm>
            <a:off x="138564" y="279057"/>
            <a:ext cx="6293973" cy="253916"/>
            <a:chOff x="5637082" y="1769183"/>
            <a:chExt cx="4430606" cy="451405"/>
          </a:xfrm>
        </p:grpSpPr>
        <p:sp>
          <p:nvSpPr>
            <p:cNvPr id="17" name="等腰三角形 53">
              <a:extLst>
                <a:ext uri="{FF2B5EF4-FFF2-40B4-BE49-F238E27FC236}">
                  <a16:creationId xmlns:a16="http://schemas.microsoft.com/office/drawing/2014/main" id="{D1765BFF-CFF6-0FBF-DDA6-81C48CADE2B9}"/>
                </a:ext>
              </a:extLst>
            </p:cNvPr>
            <p:cNvSpPr/>
            <p:nvPr/>
          </p:nvSpPr>
          <p:spPr>
            <a:xfrm rot="5400000">
              <a:off x="5562941" y="1938259"/>
              <a:ext cx="243283" cy="9500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125">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9" name="文本框 18">
              <a:extLst>
                <a:ext uri="{FF2B5EF4-FFF2-40B4-BE49-F238E27FC236}">
                  <a16:creationId xmlns:a16="http://schemas.microsoft.com/office/drawing/2014/main" id="{CB518C6E-5B7D-25AB-135F-4C89B3BB1C1D}"/>
                </a:ext>
              </a:extLst>
            </p:cNvPr>
            <p:cNvSpPr txBox="1"/>
            <p:nvPr/>
          </p:nvSpPr>
          <p:spPr>
            <a:xfrm flipH="1">
              <a:off x="5746406" y="1769183"/>
              <a:ext cx="4321282" cy="451405"/>
            </a:xfrm>
            <a:prstGeom prst="rect">
              <a:avLst/>
            </a:prstGeom>
            <a:noFill/>
          </p:spPr>
          <p:txBody>
            <a:bodyPr wrap="square" rtlCol="0">
              <a:spAutoFit/>
            </a:bodyPr>
            <a:lstStyle/>
            <a:p>
              <a:r>
                <a:rPr lang="en-US" altLang="zh-CN" sz="105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Lab5</a:t>
              </a:r>
              <a:r>
                <a:rPr lang="zh-CN" altLang="en-US" sz="105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实验讲解 </a:t>
              </a:r>
              <a:r>
                <a:rPr lang="en-US" altLang="zh-CN" sz="105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050" b="1" dirty="0">
                  <a:solidFill>
                    <a:schemeClr val="bg1"/>
                  </a:solidFill>
                  <a:latin typeface="微软雅黑" panose="020B0503020204020204" pitchFamily="34" charset="-122"/>
                  <a:ea typeface="微软雅黑" panose="020B0503020204020204" pitchFamily="34" charset="-122"/>
                </a:rPr>
                <a:t>GPU</a:t>
              </a:r>
              <a:r>
                <a:rPr lang="zh-CN" altLang="en-US" sz="1050" b="1" dirty="0">
                  <a:solidFill>
                    <a:schemeClr val="bg1"/>
                  </a:solidFill>
                  <a:latin typeface="微软雅黑" panose="020B0503020204020204" pitchFamily="34" charset="-122"/>
                  <a:ea typeface="微软雅黑" panose="020B0503020204020204" pitchFamily="34" charset="-122"/>
                </a:rPr>
                <a:t>实验简介</a:t>
              </a:r>
            </a:p>
          </p:txBody>
        </p:sp>
      </p:grpSp>
      <p:sp>
        <p:nvSpPr>
          <p:cNvPr id="6" name="矩形 5">
            <a:extLst>
              <a:ext uri="{FF2B5EF4-FFF2-40B4-BE49-F238E27FC236}">
                <a16:creationId xmlns:a16="http://schemas.microsoft.com/office/drawing/2014/main" id="{1A05EBA3-D74E-F9A8-9A34-3A60F25FC1F0}"/>
              </a:ext>
            </a:extLst>
          </p:cNvPr>
          <p:cNvSpPr/>
          <p:nvPr/>
        </p:nvSpPr>
        <p:spPr>
          <a:xfrm>
            <a:off x="138564" y="848265"/>
            <a:ext cx="3282950" cy="418191"/>
          </a:xfrm>
          <a:prstGeom prst="rect">
            <a:avLst/>
          </a:prstGeom>
        </p:spPr>
        <p:txBody>
          <a:bodyPr wrap="none">
            <a:spAutoFit/>
          </a:bodyPr>
          <a:lstStyle/>
          <a:p>
            <a:pPr>
              <a:lnSpc>
                <a:spcPct val="150000"/>
              </a:lnSpc>
            </a:pPr>
            <a:r>
              <a:rPr lang="en-US" altLang="zh-CN" sz="1600" b="1" dirty="0">
                <a:latin typeface="微软雅黑" panose="020B0503020204020204" pitchFamily="34" charset="-122"/>
                <a:ea typeface="微软雅黑" panose="020B0503020204020204" pitchFamily="34" charset="-122"/>
              </a:rPr>
              <a:t>GPU</a:t>
            </a:r>
            <a:r>
              <a:rPr lang="zh-CN" altLang="en-US" sz="1600" b="1" dirty="0">
                <a:latin typeface="微软雅黑" panose="020B0503020204020204" pitchFamily="34" charset="-122"/>
                <a:ea typeface="微软雅黑" panose="020B0503020204020204" pitchFamily="34" charset="-122"/>
              </a:rPr>
              <a:t>实验简介</a:t>
            </a:r>
            <a:r>
              <a:rPr lang="en-US" altLang="zh-CN" sz="1600" b="1" dirty="0">
                <a:latin typeface="微软雅黑" panose="020B0503020204020204" pitchFamily="34" charset="-122"/>
                <a:ea typeface="微软雅黑" panose="020B0503020204020204" pitchFamily="34" charset="-122"/>
              </a:rPr>
              <a:t>-</a:t>
            </a:r>
            <a:r>
              <a:rPr lang="zh-CN" altLang="en-US" sz="1600" b="1" dirty="0">
                <a:latin typeface="微软雅黑" panose="020B0503020204020204" pitchFamily="34" charset="-122"/>
                <a:ea typeface="微软雅黑" panose="020B0503020204020204" pitchFamily="34" charset="-122"/>
              </a:rPr>
              <a:t>矩阵乘法并行分析</a:t>
            </a:r>
            <a:endParaRPr lang="en-US" altLang="zh-CN" sz="1600" b="1" dirty="0">
              <a:latin typeface="微软雅黑" panose="020B0503020204020204" pitchFamily="34" charset="-122"/>
              <a:ea typeface="微软雅黑" panose="020B0503020204020204" pitchFamily="34" charset="-122"/>
            </a:endParaRPr>
          </a:p>
        </p:txBody>
      </p:sp>
      <p:sp>
        <p:nvSpPr>
          <p:cNvPr id="3" name="矩形 2">
            <a:extLst>
              <a:ext uri="{FF2B5EF4-FFF2-40B4-BE49-F238E27FC236}">
                <a16:creationId xmlns:a16="http://schemas.microsoft.com/office/drawing/2014/main" id="{33CB4D0F-2D8B-6765-97C5-56DAA32811ED}"/>
              </a:ext>
            </a:extLst>
          </p:cNvPr>
          <p:cNvSpPr/>
          <p:nvPr/>
        </p:nvSpPr>
        <p:spPr>
          <a:xfrm>
            <a:off x="400521" y="1384572"/>
            <a:ext cx="7810225" cy="4609082"/>
          </a:xfrm>
          <a:prstGeom prst="rect">
            <a:avLst/>
          </a:prstGeom>
        </p:spPr>
        <p:txBody>
          <a:bodyPr wrap="square">
            <a:spAutoFit/>
          </a:bodyPr>
          <a:lstStyle/>
          <a:p>
            <a:pPr>
              <a:lnSpc>
                <a:spcPct val="150000"/>
              </a:lnSpc>
            </a:pPr>
            <a:r>
              <a:rPr lang="zh-CN" altLang="en-US" sz="1600" dirty="0">
                <a:latin typeface="微软雅黑" panose="020B0503020204020204" pitchFamily="34" charset="-122"/>
                <a:ea typeface="微软雅黑" panose="020B0503020204020204" pitchFamily="34" charset="-122"/>
              </a:rPr>
              <a:t>接下来讨论的所有矩阵乘法都为</a:t>
            </a:r>
            <a:r>
              <a:rPr lang="en-US" altLang="zh-CN" sz="1600" dirty="0">
                <a:latin typeface="微软雅黑" panose="020B0503020204020204" pitchFamily="34" charset="-122"/>
                <a:ea typeface="微软雅黑" panose="020B0503020204020204" pitchFamily="34" charset="-122"/>
              </a:rPr>
              <a:t>(N,N)*(N,N)-&gt;(N,N)</a:t>
            </a:r>
            <a:r>
              <a:rPr lang="zh-CN" altLang="en-US" sz="1600" dirty="0">
                <a:latin typeface="微软雅黑" panose="020B0503020204020204" pitchFamily="34" charset="-122"/>
                <a:ea typeface="微软雅黑" panose="020B0503020204020204" pitchFamily="34" charset="-122"/>
              </a:rPr>
              <a:t>维度的方阵乘法。下面是常见的矩阵乘法的</a:t>
            </a:r>
            <a:r>
              <a:rPr lang="en-US" altLang="zh-CN" sz="1600" dirty="0">
                <a:latin typeface="微软雅黑" panose="020B0503020204020204" pitchFamily="34" charset="-122"/>
                <a:ea typeface="微软雅黑" panose="020B0503020204020204" pitchFamily="34" charset="-122"/>
              </a:rPr>
              <a:t>CPU</a:t>
            </a:r>
            <a:r>
              <a:rPr lang="zh-CN" altLang="en-US" sz="1600" dirty="0">
                <a:latin typeface="微软雅黑" panose="020B0503020204020204" pitchFamily="34" charset="-122"/>
                <a:ea typeface="微软雅黑" panose="020B0503020204020204" pitchFamily="34" charset="-122"/>
              </a:rPr>
              <a:t>实现：</a:t>
            </a:r>
            <a:endParaRPr lang="en-US" altLang="zh-CN" sz="1600" dirty="0">
              <a:latin typeface="微软雅黑" panose="020B0503020204020204" pitchFamily="34" charset="-122"/>
              <a:ea typeface="微软雅黑" panose="020B0503020204020204" pitchFamily="34" charset="-122"/>
            </a:endParaRPr>
          </a:p>
          <a:p>
            <a:pPr>
              <a:lnSpc>
                <a:spcPct val="150000"/>
              </a:lnSpc>
            </a:pPr>
            <a:endParaRPr lang="en-US" altLang="zh-CN" sz="1600" dirty="0">
              <a:latin typeface="微软雅黑" panose="020B0503020204020204" pitchFamily="34" charset="-122"/>
              <a:ea typeface="微软雅黑" panose="020B0503020204020204" pitchFamily="34" charset="-122"/>
            </a:endParaRPr>
          </a:p>
          <a:p>
            <a:pPr marL="342900" indent="-342900">
              <a:lnSpc>
                <a:spcPts val="1425"/>
              </a:lnSpc>
              <a:buClr>
                <a:schemeClr val="tx1"/>
              </a:buClr>
              <a:buFont typeface="+mj-lt"/>
              <a:buAutoNum type="arabicPeriod"/>
            </a:pPr>
            <a:r>
              <a:rPr lang="en-US" altLang="zh-CN" sz="1600" b="0" dirty="0">
                <a:solidFill>
                  <a:srgbClr val="0000FF"/>
                </a:solidFill>
                <a:effectLst/>
                <a:latin typeface="Consolas" panose="020B0609020204030204" pitchFamily="49" charset="0"/>
              </a:rPr>
              <a:t>void</a:t>
            </a:r>
            <a:r>
              <a:rPr lang="en-US" altLang="zh-CN" sz="1600" b="0" dirty="0">
                <a:solidFill>
                  <a:srgbClr val="000000"/>
                </a:solidFill>
                <a:effectLst/>
                <a:latin typeface="Consolas" panose="020B0609020204030204" pitchFamily="49" charset="0"/>
              </a:rPr>
              <a:t> </a:t>
            </a:r>
            <a:r>
              <a:rPr lang="en-US" altLang="zh-CN" sz="1600" b="0" dirty="0" err="1">
                <a:solidFill>
                  <a:srgbClr val="000000"/>
                </a:solidFill>
                <a:effectLst/>
                <a:latin typeface="Consolas" panose="020B0609020204030204" pitchFamily="49" charset="0"/>
              </a:rPr>
              <a:t>matmubase</a:t>
            </a:r>
            <a:r>
              <a:rPr lang="en-US" altLang="zh-CN" sz="1600" b="0" dirty="0">
                <a:solidFill>
                  <a:srgbClr val="000000"/>
                </a:solidFill>
                <a:effectLst/>
                <a:latin typeface="Consolas" panose="020B0609020204030204" pitchFamily="49" charset="0"/>
              </a:rPr>
              <a:t>(</a:t>
            </a:r>
            <a:r>
              <a:rPr lang="en-US" altLang="zh-CN" sz="1600" b="0" dirty="0">
                <a:solidFill>
                  <a:srgbClr val="0000FF"/>
                </a:solidFill>
                <a:effectLst/>
                <a:latin typeface="Consolas" panose="020B0609020204030204" pitchFamily="49" charset="0"/>
              </a:rPr>
              <a:t>float</a:t>
            </a:r>
            <a:r>
              <a:rPr lang="en-US" altLang="zh-CN" sz="1600" b="0" dirty="0">
                <a:solidFill>
                  <a:srgbClr val="000000"/>
                </a:solidFill>
                <a:effectLst/>
                <a:latin typeface="Consolas" panose="020B0609020204030204" pitchFamily="49" charset="0"/>
              </a:rPr>
              <a:t> </a:t>
            </a:r>
            <a:r>
              <a:rPr lang="en-US" altLang="zh-CN" sz="1600" b="0" dirty="0">
                <a:solidFill>
                  <a:srgbClr val="0000FF"/>
                </a:solidFill>
                <a:effectLst/>
                <a:latin typeface="Consolas" panose="020B0609020204030204" pitchFamily="49" charset="0"/>
              </a:rPr>
              <a:t>*</a:t>
            </a:r>
            <a:r>
              <a:rPr lang="en-US" altLang="zh-CN" sz="1600" b="0" dirty="0" err="1">
                <a:solidFill>
                  <a:srgbClr val="000000"/>
                </a:solidFill>
                <a:effectLst/>
                <a:latin typeface="Consolas" panose="020B0609020204030204" pitchFamily="49" charset="0"/>
              </a:rPr>
              <a:t>A,</a:t>
            </a:r>
            <a:r>
              <a:rPr lang="en-US" altLang="zh-CN" sz="1600" b="0" dirty="0" err="1">
                <a:solidFill>
                  <a:srgbClr val="0000FF"/>
                </a:solidFill>
                <a:effectLst/>
                <a:latin typeface="Consolas" panose="020B0609020204030204" pitchFamily="49" charset="0"/>
              </a:rPr>
              <a:t>float</a:t>
            </a:r>
            <a:r>
              <a:rPr lang="en-US" altLang="zh-CN" sz="1600" b="0" dirty="0">
                <a:solidFill>
                  <a:srgbClr val="000000"/>
                </a:solidFill>
                <a:effectLst/>
                <a:latin typeface="Consolas" panose="020B0609020204030204" pitchFamily="49" charset="0"/>
              </a:rPr>
              <a:t> </a:t>
            </a:r>
            <a:r>
              <a:rPr lang="en-US" altLang="zh-CN" sz="1600" b="0" dirty="0">
                <a:solidFill>
                  <a:srgbClr val="0000FF"/>
                </a:solidFill>
                <a:effectLst/>
                <a:latin typeface="Consolas" panose="020B0609020204030204" pitchFamily="49" charset="0"/>
              </a:rPr>
              <a:t>*</a:t>
            </a:r>
            <a:r>
              <a:rPr lang="en-US" altLang="zh-CN" sz="1600" b="0" dirty="0" err="1">
                <a:solidFill>
                  <a:srgbClr val="000000"/>
                </a:solidFill>
                <a:effectLst/>
                <a:latin typeface="Consolas" panose="020B0609020204030204" pitchFamily="49" charset="0"/>
              </a:rPr>
              <a:t>B,</a:t>
            </a:r>
            <a:r>
              <a:rPr lang="en-US" altLang="zh-CN" sz="1600" b="0" dirty="0" err="1">
                <a:solidFill>
                  <a:srgbClr val="0000FF"/>
                </a:solidFill>
                <a:effectLst/>
                <a:latin typeface="Consolas" panose="020B0609020204030204" pitchFamily="49" charset="0"/>
              </a:rPr>
              <a:t>float</a:t>
            </a:r>
            <a:r>
              <a:rPr lang="en-US" altLang="zh-CN" sz="1600" b="0" dirty="0">
                <a:solidFill>
                  <a:srgbClr val="000000"/>
                </a:solidFill>
                <a:effectLst/>
                <a:latin typeface="Consolas" panose="020B0609020204030204" pitchFamily="49" charset="0"/>
              </a:rPr>
              <a:t> </a:t>
            </a:r>
            <a:r>
              <a:rPr lang="en-US" altLang="zh-CN" sz="1600" b="0" dirty="0">
                <a:solidFill>
                  <a:srgbClr val="0000FF"/>
                </a:solidFill>
                <a:effectLst/>
                <a:latin typeface="Consolas" panose="020B0609020204030204" pitchFamily="49" charset="0"/>
              </a:rPr>
              <a:t>*</a:t>
            </a:r>
            <a:r>
              <a:rPr lang="en-US" altLang="zh-CN" sz="1600" b="0" dirty="0" err="1">
                <a:solidFill>
                  <a:srgbClr val="000000"/>
                </a:solidFill>
                <a:effectLst/>
                <a:latin typeface="Consolas" panose="020B0609020204030204" pitchFamily="49" charset="0"/>
              </a:rPr>
              <a:t>C,</a:t>
            </a:r>
            <a:r>
              <a:rPr lang="en-US" altLang="zh-CN" sz="1600" b="0" dirty="0" err="1">
                <a:solidFill>
                  <a:srgbClr val="0000FF"/>
                </a:solidFill>
                <a:effectLst/>
                <a:latin typeface="Consolas" panose="020B0609020204030204" pitchFamily="49" charset="0"/>
              </a:rPr>
              <a:t>unsigned</a:t>
            </a:r>
            <a:r>
              <a:rPr lang="en-US" altLang="zh-CN" sz="1600" b="0" dirty="0">
                <a:solidFill>
                  <a:srgbClr val="000000"/>
                </a:solidFill>
                <a:effectLst/>
                <a:latin typeface="Consolas" panose="020B0609020204030204" pitchFamily="49" charset="0"/>
              </a:rPr>
              <a:t> N){</a:t>
            </a:r>
          </a:p>
          <a:p>
            <a:pPr marL="342900" indent="-342900">
              <a:lnSpc>
                <a:spcPts val="1425"/>
              </a:lnSpc>
              <a:buFont typeface="+mj-lt"/>
              <a:buAutoNum type="arabicPeriod"/>
            </a:pPr>
            <a:r>
              <a:rPr lang="en-US" altLang="zh-CN" sz="1600" b="0" dirty="0">
                <a:solidFill>
                  <a:srgbClr val="000000"/>
                </a:solidFill>
                <a:effectLst/>
                <a:latin typeface="Consolas" panose="020B0609020204030204" pitchFamily="49" charset="0"/>
              </a:rPr>
              <a:t>    </a:t>
            </a:r>
            <a:r>
              <a:rPr lang="en-US" altLang="zh-CN" sz="1600" b="0" dirty="0">
                <a:solidFill>
                  <a:srgbClr val="0000FF"/>
                </a:solidFill>
                <a:effectLst/>
                <a:latin typeface="Consolas" panose="020B0609020204030204" pitchFamily="49" charset="0"/>
              </a:rPr>
              <a:t>unsigned</a:t>
            </a:r>
            <a:r>
              <a:rPr lang="en-US" altLang="zh-CN" sz="1600" b="0" dirty="0">
                <a:solidFill>
                  <a:srgbClr val="000000"/>
                </a:solidFill>
                <a:effectLst/>
                <a:latin typeface="Consolas" panose="020B0609020204030204" pitchFamily="49" charset="0"/>
              </a:rPr>
              <a:t> </a:t>
            </a:r>
            <a:r>
              <a:rPr lang="en-US" altLang="zh-CN" sz="1600" b="0" dirty="0" err="1">
                <a:solidFill>
                  <a:srgbClr val="000000"/>
                </a:solidFill>
                <a:effectLst/>
                <a:latin typeface="Consolas" panose="020B0609020204030204" pitchFamily="49" charset="0"/>
              </a:rPr>
              <a:t>i,j,k</a:t>
            </a:r>
            <a:r>
              <a:rPr lang="en-US" altLang="zh-CN" sz="1600" b="0" dirty="0">
                <a:solidFill>
                  <a:srgbClr val="000000"/>
                </a:solidFill>
                <a:effectLst/>
                <a:latin typeface="Consolas" panose="020B0609020204030204" pitchFamily="49" charset="0"/>
              </a:rPr>
              <a:t>;</a:t>
            </a:r>
          </a:p>
          <a:p>
            <a:pPr marL="342900" indent="-342900">
              <a:lnSpc>
                <a:spcPts val="1425"/>
              </a:lnSpc>
              <a:buFont typeface="+mj-lt"/>
              <a:buAutoNum type="arabicPeriod"/>
            </a:pPr>
            <a:r>
              <a:rPr lang="en-US" altLang="zh-CN" sz="1600" b="0" dirty="0">
                <a:solidFill>
                  <a:srgbClr val="000000"/>
                </a:solidFill>
                <a:effectLst/>
                <a:latin typeface="Consolas" panose="020B0609020204030204" pitchFamily="49" charset="0"/>
              </a:rPr>
              <a:t>    </a:t>
            </a:r>
            <a:r>
              <a:rPr lang="en-US" altLang="zh-CN" sz="1600" b="0" dirty="0">
                <a:solidFill>
                  <a:srgbClr val="0000FF"/>
                </a:solidFill>
                <a:effectLst/>
                <a:latin typeface="Consolas" panose="020B0609020204030204" pitchFamily="49" charset="0"/>
              </a:rPr>
              <a:t>for</a:t>
            </a:r>
            <a:r>
              <a:rPr lang="en-US" altLang="zh-CN" sz="1600" b="0" dirty="0">
                <a:solidFill>
                  <a:srgbClr val="000000"/>
                </a:solidFill>
                <a:effectLst/>
                <a:latin typeface="Consolas" panose="020B0609020204030204" pitchFamily="49" charset="0"/>
              </a:rPr>
              <a:t>(</a:t>
            </a:r>
            <a:r>
              <a:rPr lang="en-US" altLang="zh-CN" sz="1600" b="0" dirty="0" err="1">
                <a:solidFill>
                  <a:srgbClr val="000000"/>
                </a:solidFill>
                <a:effectLst/>
                <a:latin typeface="Consolas" panose="020B0609020204030204" pitchFamily="49" charset="0"/>
              </a:rPr>
              <a:t>i</a:t>
            </a:r>
            <a:r>
              <a:rPr lang="en-US" altLang="zh-CN" sz="1600" b="0" dirty="0">
                <a:solidFill>
                  <a:srgbClr val="000000"/>
                </a:solidFill>
                <a:effectLst/>
                <a:latin typeface="Consolas" panose="020B0609020204030204" pitchFamily="49" charset="0"/>
              </a:rPr>
              <a:t>=</a:t>
            </a:r>
            <a:r>
              <a:rPr lang="en-US" altLang="zh-CN" sz="1600" b="0" dirty="0">
                <a:solidFill>
                  <a:srgbClr val="098658"/>
                </a:solidFill>
                <a:effectLst/>
                <a:latin typeface="Consolas" panose="020B0609020204030204" pitchFamily="49" charset="0"/>
              </a:rPr>
              <a:t>0</a:t>
            </a:r>
            <a:r>
              <a:rPr lang="en-US" altLang="zh-CN" sz="1600" b="0" dirty="0">
                <a:solidFill>
                  <a:srgbClr val="000000"/>
                </a:solidFill>
                <a:effectLst/>
                <a:latin typeface="Consolas" panose="020B0609020204030204" pitchFamily="49" charset="0"/>
              </a:rPr>
              <a:t>;i&lt;</a:t>
            </a:r>
            <a:r>
              <a:rPr lang="en-US" altLang="zh-CN" sz="1600" b="0" dirty="0" err="1">
                <a:solidFill>
                  <a:srgbClr val="000000"/>
                </a:solidFill>
                <a:effectLst/>
                <a:latin typeface="Consolas" panose="020B0609020204030204" pitchFamily="49" charset="0"/>
              </a:rPr>
              <a:t>N;i</a:t>
            </a:r>
            <a:r>
              <a:rPr lang="en-US" altLang="zh-CN" sz="1600" b="0" dirty="0">
                <a:solidFill>
                  <a:srgbClr val="000000"/>
                </a:solidFill>
                <a:effectLst/>
                <a:latin typeface="Consolas" panose="020B0609020204030204" pitchFamily="49" charset="0"/>
              </a:rPr>
              <a:t>++){</a:t>
            </a:r>
          </a:p>
          <a:p>
            <a:pPr marL="342900" indent="-342900">
              <a:lnSpc>
                <a:spcPts val="1425"/>
              </a:lnSpc>
              <a:buFont typeface="+mj-lt"/>
              <a:buAutoNum type="arabicPeriod"/>
            </a:pPr>
            <a:r>
              <a:rPr lang="en-US" altLang="zh-CN" sz="1600" b="0" dirty="0">
                <a:solidFill>
                  <a:srgbClr val="000000"/>
                </a:solidFill>
                <a:effectLst/>
                <a:latin typeface="Consolas" panose="020B0609020204030204" pitchFamily="49" charset="0"/>
              </a:rPr>
              <a:t>        </a:t>
            </a:r>
            <a:r>
              <a:rPr lang="en-US" altLang="zh-CN" sz="1600" b="0" dirty="0">
                <a:solidFill>
                  <a:srgbClr val="0000FF"/>
                </a:solidFill>
                <a:effectLst/>
                <a:latin typeface="Consolas" panose="020B0609020204030204" pitchFamily="49" charset="0"/>
              </a:rPr>
              <a:t>for</a:t>
            </a:r>
            <a:r>
              <a:rPr lang="en-US" altLang="zh-CN" sz="1600" b="0" dirty="0">
                <a:solidFill>
                  <a:srgbClr val="000000"/>
                </a:solidFill>
                <a:effectLst/>
                <a:latin typeface="Consolas" panose="020B0609020204030204" pitchFamily="49" charset="0"/>
              </a:rPr>
              <a:t>(j=</a:t>
            </a:r>
            <a:r>
              <a:rPr lang="en-US" altLang="zh-CN" sz="1600" b="0" dirty="0">
                <a:solidFill>
                  <a:srgbClr val="098658"/>
                </a:solidFill>
                <a:effectLst/>
                <a:latin typeface="Consolas" panose="020B0609020204030204" pitchFamily="49" charset="0"/>
              </a:rPr>
              <a:t>0</a:t>
            </a:r>
            <a:r>
              <a:rPr lang="en-US" altLang="zh-CN" sz="1600" b="0" dirty="0">
                <a:solidFill>
                  <a:srgbClr val="000000"/>
                </a:solidFill>
                <a:effectLst/>
                <a:latin typeface="Consolas" panose="020B0609020204030204" pitchFamily="49" charset="0"/>
              </a:rPr>
              <a:t>;j&lt;</a:t>
            </a:r>
            <a:r>
              <a:rPr lang="en-US" altLang="zh-CN" sz="1600" b="0" dirty="0" err="1">
                <a:solidFill>
                  <a:srgbClr val="000000"/>
                </a:solidFill>
                <a:effectLst/>
                <a:latin typeface="Consolas" panose="020B0609020204030204" pitchFamily="49" charset="0"/>
              </a:rPr>
              <a:t>N;j</a:t>
            </a:r>
            <a:r>
              <a:rPr lang="en-US" altLang="zh-CN" sz="1600" b="0" dirty="0">
                <a:solidFill>
                  <a:srgbClr val="000000"/>
                </a:solidFill>
                <a:effectLst/>
                <a:latin typeface="Consolas" panose="020B0609020204030204" pitchFamily="49" charset="0"/>
              </a:rPr>
              <a:t>++){</a:t>
            </a:r>
          </a:p>
          <a:p>
            <a:pPr marL="342900" indent="-342900">
              <a:lnSpc>
                <a:spcPts val="1425"/>
              </a:lnSpc>
              <a:buFont typeface="+mj-lt"/>
              <a:buAutoNum type="arabicPeriod"/>
            </a:pPr>
            <a:r>
              <a:rPr lang="en-US" altLang="zh-CN" sz="1600" b="0" dirty="0">
                <a:solidFill>
                  <a:srgbClr val="000000"/>
                </a:solidFill>
                <a:effectLst/>
                <a:latin typeface="Consolas" panose="020B0609020204030204" pitchFamily="49" charset="0"/>
              </a:rPr>
              <a:t>            C[</a:t>
            </a:r>
            <a:r>
              <a:rPr lang="en-US" altLang="zh-CN" sz="1600" b="0" dirty="0" err="1">
                <a:solidFill>
                  <a:srgbClr val="000000"/>
                </a:solidFill>
                <a:effectLst/>
                <a:latin typeface="Consolas" panose="020B0609020204030204" pitchFamily="49" charset="0"/>
              </a:rPr>
              <a:t>i</a:t>
            </a:r>
            <a:r>
              <a:rPr lang="en-US" altLang="zh-CN" sz="1600" b="0" dirty="0">
                <a:solidFill>
                  <a:srgbClr val="000000"/>
                </a:solidFill>
                <a:effectLst/>
                <a:latin typeface="Consolas" panose="020B0609020204030204" pitchFamily="49" charset="0"/>
              </a:rPr>
              <a:t>*</a:t>
            </a:r>
            <a:r>
              <a:rPr lang="en-US" altLang="zh-CN" sz="1600" b="0" dirty="0" err="1">
                <a:solidFill>
                  <a:srgbClr val="000000"/>
                </a:solidFill>
                <a:effectLst/>
                <a:latin typeface="Consolas" panose="020B0609020204030204" pitchFamily="49" charset="0"/>
              </a:rPr>
              <a:t>N+j</a:t>
            </a:r>
            <a:r>
              <a:rPr lang="en-US" altLang="zh-CN" sz="1600" b="0" dirty="0">
                <a:solidFill>
                  <a:srgbClr val="000000"/>
                </a:solidFill>
                <a:effectLst/>
                <a:latin typeface="Consolas" panose="020B0609020204030204" pitchFamily="49" charset="0"/>
              </a:rPr>
              <a:t>]=</a:t>
            </a:r>
            <a:r>
              <a:rPr lang="en-US" altLang="zh-CN" sz="1600" b="0" dirty="0">
                <a:solidFill>
                  <a:srgbClr val="098658"/>
                </a:solidFill>
                <a:effectLst/>
                <a:latin typeface="Consolas" panose="020B0609020204030204" pitchFamily="49" charset="0"/>
              </a:rPr>
              <a:t>0</a:t>
            </a:r>
            <a:r>
              <a:rPr lang="en-US" altLang="zh-CN" sz="1600" b="0" dirty="0">
                <a:solidFill>
                  <a:srgbClr val="000000"/>
                </a:solidFill>
                <a:effectLst/>
                <a:latin typeface="Consolas" panose="020B0609020204030204" pitchFamily="49" charset="0"/>
              </a:rPr>
              <a:t>;</a:t>
            </a:r>
          </a:p>
          <a:p>
            <a:pPr marL="342900" indent="-342900">
              <a:lnSpc>
                <a:spcPts val="1425"/>
              </a:lnSpc>
              <a:buFont typeface="+mj-lt"/>
              <a:buAutoNum type="arabicPeriod"/>
            </a:pPr>
            <a:r>
              <a:rPr lang="en-US" altLang="zh-CN" sz="1600" b="0" dirty="0">
                <a:solidFill>
                  <a:srgbClr val="000000"/>
                </a:solidFill>
                <a:effectLst/>
                <a:latin typeface="Consolas" panose="020B0609020204030204" pitchFamily="49" charset="0"/>
              </a:rPr>
              <a:t>            </a:t>
            </a:r>
            <a:r>
              <a:rPr lang="en-US" altLang="zh-CN" sz="1600" b="0" dirty="0">
                <a:solidFill>
                  <a:srgbClr val="0000FF"/>
                </a:solidFill>
                <a:effectLst/>
                <a:latin typeface="Consolas" panose="020B0609020204030204" pitchFamily="49" charset="0"/>
              </a:rPr>
              <a:t>for</a:t>
            </a:r>
            <a:r>
              <a:rPr lang="en-US" altLang="zh-CN" sz="1600" b="0" dirty="0">
                <a:solidFill>
                  <a:srgbClr val="000000"/>
                </a:solidFill>
                <a:effectLst/>
                <a:latin typeface="Consolas" panose="020B0609020204030204" pitchFamily="49" charset="0"/>
              </a:rPr>
              <a:t>(k=</a:t>
            </a:r>
            <a:r>
              <a:rPr lang="en-US" altLang="zh-CN" sz="1600" b="0" dirty="0">
                <a:solidFill>
                  <a:srgbClr val="098658"/>
                </a:solidFill>
                <a:effectLst/>
                <a:latin typeface="Consolas" panose="020B0609020204030204" pitchFamily="49" charset="0"/>
              </a:rPr>
              <a:t>0</a:t>
            </a:r>
            <a:r>
              <a:rPr lang="en-US" altLang="zh-CN" sz="1600" b="0" dirty="0">
                <a:solidFill>
                  <a:srgbClr val="000000"/>
                </a:solidFill>
                <a:effectLst/>
                <a:latin typeface="Consolas" panose="020B0609020204030204" pitchFamily="49" charset="0"/>
              </a:rPr>
              <a:t>;k&lt;</a:t>
            </a:r>
            <a:r>
              <a:rPr lang="en-US" altLang="zh-CN" sz="1600" b="0" dirty="0" err="1">
                <a:solidFill>
                  <a:srgbClr val="000000"/>
                </a:solidFill>
                <a:effectLst/>
                <a:latin typeface="Consolas" panose="020B0609020204030204" pitchFamily="49" charset="0"/>
              </a:rPr>
              <a:t>N;k</a:t>
            </a:r>
            <a:r>
              <a:rPr lang="en-US" altLang="zh-CN" sz="1600" b="0" dirty="0">
                <a:solidFill>
                  <a:srgbClr val="000000"/>
                </a:solidFill>
                <a:effectLst/>
                <a:latin typeface="Consolas" panose="020B0609020204030204" pitchFamily="49" charset="0"/>
              </a:rPr>
              <a:t>++){</a:t>
            </a:r>
          </a:p>
          <a:p>
            <a:pPr marL="342900" indent="-342900">
              <a:lnSpc>
                <a:spcPts val="1425"/>
              </a:lnSpc>
              <a:buFont typeface="+mj-lt"/>
              <a:buAutoNum type="arabicPeriod"/>
            </a:pPr>
            <a:r>
              <a:rPr lang="en-US" altLang="zh-CN" sz="1600" b="0" dirty="0">
                <a:solidFill>
                  <a:srgbClr val="000000"/>
                </a:solidFill>
                <a:effectLst/>
                <a:latin typeface="Consolas" panose="020B0609020204030204" pitchFamily="49" charset="0"/>
              </a:rPr>
              <a:t>                C[</a:t>
            </a:r>
            <a:r>
              <a:rPr lang="en-US" altLang="zh-CN" sz="1600" b="0" dirty="0" err="1">
                <a:solidFill>
                  <a:srgbClr val="000000"/>
                </a:solidFill>
                <a:effectLst/>
                <a:latin typeface="Consolas" panose="020B0609020204030204" pitchFamily="49" charset="0"/>
              </a:rPr>
              <a:t>i</a:t>
            </a:r>
            <a:r>
              <a:rPr lang="en-US" altLang="zh-CN" sz="1600" b="0" dirty="0">
                <a:solidFill>
                  <a:srgbClr val="000000"/>
                </a:solidFill>
                <a:effectLst/>
                <a:latin typeface="Consolas" panose="020B0609020204030204" pitchFamily="49" charset="0"/>
              </a:rPr>
              <a:t>*</a:t>
            </a:r>
            <a:r>
              <a:rPr lang="en-US" altLang="zh-CN" sz="1600" b="0" dirty="0" err="1">
                <a:solidFill>
                  <a:srgbClr val="000000"/>
                </a:solidFill>
                <a:effectLst/>
                <a:latin typeface="Consolas" panose="020B0609020204030204" pitchFamily="49" charset="0"/>
              </a:rPr>
              <a:t>N+j</a:t>
            </a:r>
            <a:r>
              <a:rPr lang="en-US" altLang="zh-CN" sz="1600" b="0" dirty="0">
                <a:solidFill>
                  <a:srgbClr val="000000"/>
                </a:solidFill>
                <a:effectLst/>
                <a:latin typeface="Consolas" panose="020B0609020204030204" pitchFamily="49" charset="0"/>
              </a:rPr>
              <a:t>]+=A[</a:t>
            </a:r>
            <a:r>
              <a:rPr lang="en-US" altLang="zh-CN" sz="1600" b="0" dirty="0" err="1">
                <a:solidFill>
                  <a:srgbClr val="000000"/>
                </a:solidFill>
                <a:effectLst/>
                <a:latin typeface="Consolas" panose="020B0609020204030204" pitchFamily="49" charset="0"/>
              </a:rPr>
              <a:t>i</a:t>
            </a:r>
            <a:r>
              <a:rPr lang="en-US" altLang="zh-CN" sz="1600" b="0" dirty="0">
                <a:solidFill>
                  <a:srgbClr val="000000"/>
                </a:solidFill>
                <a:effectLst/>
                <a:latin typeface="Consolas" panose="020B0609020204030204" pitchFamily="49" charset="0"/>
              </a:rPr>
              <a:t>*</a:t>
            </a:r>
            <a:r>
              <a:rPr lang="en-US" altLang="zh-CN" sz="1600" b="0" dirty="0" err="1">
                <a:solidFill>
                  <a:srgbClr val="000000"/>
                </a:solidFill>
                <a:effectLst/>
                <a:latin typeface="Consolas" panose="020B0609020204030204" pitchFamily="49" charset="0"/>
              </a:rPr>
              <a:t>N+k</a:t>
            </a:r>
            <a:r>
              <a:rPr lang="en-US" altLang="zh-CN" sz="1600" b="0" dirty="0">
                <a:solidFill>
                  <a:srgbClr val="000000"/>
                </a:solidFill>
                <a:effectLst/>
                <a:latin typeface="Consolas" panose="020B0609020204030204" pitchFamily="49" charset="0"/>
              </a:rPr>
              <a:t>]*B[k*</a:t>
            </a:r>
            <a:r>
              <a:rPr lang="en-US" altLang="zh-CN" sz="1600" b="0" dirty="0" err="1">
                <a:solidFill>
                  <a:srgbClr val="000000"/>
                </a:solidFill>
                <a:effectLst/>
                <a:latin typeface="Consolas" panose="020B0609020204030204" pitchFamily="49" charset="0"/>
              </a:rPr>
              <a:t>N+j</a:t>
            </a:r>
            <a:r>
              <a:rPr lang="en-US" altLang="zh-CN" sz="1600" b="0" dirty="0">
                <a:solidFill>
                  <a:srgbClr val="000000"/>
                </a:solidFill>
                <a:effectLst/>
                <a:latin typeface="Consolas" panose="020B0609020204030204" pitchFamily="49" charset="0"/>
              </a:rPr>
              <a:t>];</a:t>
            </a:r>
          </a:p>
          <a:p>
            <a:pPr marL="342900" indent="-342900">
              <a:lnSpc>
                <a:spcPts val="1425"/>
              </a:lnSpc>
              <a:buFont typeface="+mj-lt"/>
              <a:buAutoNum type="arabicPeriod"/>
            </a:pPr>
            <a:r>
              <a:rPr lang="en-US" altLang="zh-CN" sz="1600" b="0" dirty="0">
                <a:solidFill>
                  <a:srgbClr val="000000"/>
                </a:solidFill>
                <a:effectLst/>
                <a:latin typeface="Consolas" panose="020B0609020204030204" pitchFamily="49" charset="0"/>
              </a:rPr>
              <a:t>            }</a:t>
            </a:r>
          </a:p>
          <a:p>
            <a:pPr marL="342900" indent="-342900">
              <a:lnSpc>
                <a:spcPts val="1425"/>
              </a:lnSpc>
              <a:buFont typeface="+mj-lt"/>
              <a:buAutoNum type="arabicPeriod"/>
            </a:pPr>
            <a:r>
              <a:rPr lang="en-US" altLang="zh-CN" sz="1600" b="0" dirty="0">
                <a:solidFill>
                  <a:srgbClr val="000000"/>
                </a:solidFill>
                <a:effectLst/>
                <a:latin typeface="Consolas" panose="020B0609020204030204" pitchFamily="49" charset="0"/>
              </a:rPr>
              <a:t>        }</a:t>
            </a:r>
          </a:p>
          <a:p>
            <a:pPr marL="342900" indent="-342900">
              <a:lnSpc>
                <a:spcPts val="1425"/>
              </a:lnSpc>
              <a:buFont typeface="+mj-lt"/>
              <a:buAutoNum type="arabicPeriod"/>
            </a:pPr>
            <a:r>
              <a:rPr lang="en-US" altLang="zh-CN" sz="1600" b="0" dirty="0">
                <a:solidFill>
                  <a:srgbClr val="000000"/>
                </a:solidFill>
                <a:effectLst/>
                <a:latin typeface="Consolas" panose="020B0609020204030204" pitchFamily="49" charset="0"/>
              </a:rPr>
              <a:t>    }</a:t>
            </a:r>
          </a:p>
          <a:p>
            <a:pPr marL="342900" indent="-342900">
              <a:lnSpc>
                <a:spcPts val="1425"/>
              </a:lnSpc>
              <a:buFont typeface="+mj-lt"/>
              <a:buAutoNum type="arabicPeriod"/>
            </a:pPr>
            <a:r>
              <a:rPr lang="en-US" altLang="zh-CN" sz="1600" b="0" dirty="0">
                <a:solidFill>
                  <a:srgbClr val="000000"/>
                </a:solidFill>
                <a:effectLst/>
                <a:latin typeface="Consolas" panose="020B0609020204030204" pitchFamily="49" charset="0"/>
              </a:rPr>
              <a:t>}</a:t>
            </a:r>
          </a:p>
          <a:p>
            <a:pPr marL="342900" indent="-342900">
              <a:lnSpc>
                <a:spcPct val="150000"/>
              </a:lnSpc>
              <a:buAutoNum type="arabicPeriod"/>
            </a:pPr>
            <a:endParaRPr lang="en-US" altLang="zh-CN" sz="1600" dirty="0">
              <a:latin typeface="微软雅黑" panose="020B0503020204020204" pitchFamily="34" charset="-122"/>
              <a:ea typeface="微软雅黑" panose="020B0503020204020204" pitchFamily="34" charset="-122"/>
            </a:endParaRPr>
          </a:p>
          <a:p>
            <a:pPr>
              <a:lnSpc>
                <a:spcPct val="150000"/>
              </a:lnSpc>
            </a:pPr>
            <a:r>
              <a:rPr lang="zh-CN" altLang="en-US" sz="1600" dirty="0">
                <a:latin typeface="微软雅黑" panose="020B0503020204020204" pitchFamily="34" charset="-122"/>
                <a:ea typeface="微软雅黑" panose="020B0503020204020204" pitchFamily="34" charset="-122"/>
              </a:rPr>
              <a:t>注意第</a:t>
            </a:r>
            <a:r>
              <a:rPr lang="en-US" altLang="zh-CN" sz="1600" dirty="0">
                <a:latin typeface="微软雅黑" panose="020B0503020204020204" pitchFamily="34" charset="-122"/>
                <a:ea typeface="微软雅黑" panose="020B0503020204020204" pitchFamily="34" charset="-122"/>
              </a:rPr>
              <a:t>3</a:t>
            </a:r>
            <a:r>
              <a:rPr lang="zh-CN" altLang="en-US" sz="1600" dirty="0">
                <a:latin typeface="微软雅黑" panose="020B0503020204020204" pitchFamily="34" charset="-122"/>
                <a:ea typeface="微软雅黑" panose="020B0503020204020204" pitchFamily="34" charset="-122"/>
              </a:rPr>
              <a:t>、</a:t>
            </a:r>
            <a:r>
              <a:rPr lang="en-US" altLang="zh-CN" sz="1600" dirty="0">
                <a:latin typeface="微软雅黑" panose="020B0503020204020204" pitchFamily="34" charset="-122"/>
                <a:ea typeface="微软雅黑" panose="020B0503020204020204" pitchFamily="34" charset="-122"/>
              </a:rPr>
              <a:t>4</a:t>
            </a:r>
            <a:r>
              <a:rPr lang="zh-CN" altLang="en-US" sz="1600" dirty="0">
                <a:latin typeface="微软雅黑" panose="020B0503020204020204" pitchFamily="34" charset="-122"/>
                <a:ea typeface="微软雅黑" panose="020B0503020204020204" pitchFamily="34" charset="-122"/>
              </a:rPr>
              <a:t>行的两个</a:t>
            </a:r>
            <a:r>
              <a:rPr lang="en-US" altLang="zh-CN" sz="1600" dirty="0">
                <a:latin typeface="微软雅黑" panose="020B0503020204020204" pitchFamily="34" charset="-122"/>
                <a:ea typeface="微软雅黑" panose="020B0503020204020204" pitchFamily="34" charset="-122"/>
              </a:rPr>
              <a:t>for</a:t>
            </a:r>
            <a:r>
              <a:rPr lang="zh-CN" altLang="en-US" sz="1600" dirty="0">
                <a:latin typeface="微软雅黑" panose="020B0503020204020204" pitchFamily="34" charset="-122"/>
                <a:ea typeface="微软雅黑" panose="020B0503020204020204" pitchFamily="34" charset="-122"/>
              </a:rPr>
              <a:t>循环实质对应矩阵</a:t>
            </a:r>
            <a:r>
              <a:rPr lang="en-US" altLang="zh-CN" sz="1600" dirty="0">
                <a:latin typeface="微软雅黑" panose="020B0503020204020204" pitchFamily="34" charset="-122"/>
                <a:ea typeface="微软雅黑" panose="020B0503020204020204" pitchFamily="34" charset="-122"/>
              </a:rPr>
              <a:t>C</a:t>
            </a:r>
            <a:r>
              <a:rPr lang="zh-CN" altLang="en-US" sz="1600" dirty="0">
                <a:latin typeface="微软雅黑" panose="020B0503020204020204" pitchFamily="34" charset="-122"/>
                <a:ea typeface="微软雅黑" panose="020B0503020204020204" pitchFamily="34" charset="-122"/>
              </a:rPr>
              <a:t>的每个元素，循环之间没有任何依赖关系，因此可以轻易并行。事实上</a:t>
            </a:r>
            <a:r>
              <a:rPr lang="en-US" altLang="zh-CN" sz="1600" dirty="0">
                <a:latin typeface="微软雅黑" panose="020B0503020204020204" pitchFamily="34" charset="-122"/>
                <a:ea typeface="微软雅黑" panose="020B0503020204020204" pitchFamily="34" charset="-122"/>
              </a:rPr>
              <a:t>6</a:t>
            </a:r>
            <a:r>
              <a:rPr lang="zh-CN" altLang="en-US" sz="1600" dirty="0">
                <a:latin typeface="微软雅黑" panose="020B0503020204020204" pitchFamily="34" charset="-122"/>
                <a:ea typeface="微软雅黑" panose="020B0503020204020204" pitchFamily="34" charset="-122"/>
              </a:rPr>
              <a:t>行</a:t>
            </a:r>
            <a:r>
              <a:rPr lang="en-US" altLang="zh-CN" sz="1600" dirty="0">
                <a:latin typeface="微软雅黑" panose="020B0503020204020204" pitchFamily="34" charset="-122"/>
                <a:ea typeface="微软雅黑" panose="020B0503020204020204" pitchFamily="34" charset="-122"/>
              </a:rPr>
              <a:t>for</a:t>
            </a:r>
            <a:r>
              <a:rPr lang="zh-CN" altLang="en-US" sz="1600" dirty="0">
                <a:latin typeface="微软雅黑" panose="020B0503020204020204" pitchFamily="34" charset="-122"/>
                <a:ea typeface="微软雅黑" panose="020B0503020204020204" pitchFamily="34" charset="-122"/>
              </a:rPr>
              <a:t>循环也可以并行，并行后执行时间可减少到</a:t>
            </a:r>
            <a:r>
              <a:rPr lang="en-US" altLang="zh-CN" sz="1600" dirty="0">
                <a:latin typeface="微软雅黑" panose="020B0503020204020204" pitchFamily="34" charset="-122"/>
                <a:ea typeface="微软雅黑" panose="020B0503020204020204" pitchFamily="34" charset="-122"/>
              </a:rPr>
              <a:t>O(log(N))</a:t>
            </a:r>
            <a:r>
              <a:rPr lang="zh-CN" altLang="en-US" sz="1600" dirty="0">
                <a:latin typeface="微软雅黑" panose="020B0503020204020204" pitchFamily="34" charset="-122"/>
                <a:ea typeface="微软雅黑" panose="020B0503020204020204" pitchFamily="34" charset="-122"/>
              </a:rPr>
              <a:t>量级，但是本次实验不涉及这一优化。</a:t>
            </a:r>
            <a:endParaRPr lang="en-US" altLang="zh-CN" sz="16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859778959"/>
      </p:ext>
    </p:extLst>
  </p:cSld>
  <p:clrMapOvr>
    <a:masterClrMapping/>
  </p:clrMapOvr>
  <mc:AlternateContent xmlns:mc="http://schemas.openxmlformats.org/markup-compatibility/2006" xmlns:p14="http://schemas.microsoft.com/office/powerpoint/2010/main">
    <mc:Choice Requires="p14">
      <p:transition spd="slow" p14:dur="2000" advTm="13957"/>
    </mc:Choice>
    <mc:Fallback xmlns="">
      <p:transition spd="slow" advTm="13957"/>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1F38AB-6089-9340-33BC-88A73F6C7FF0}"/>
            </a:ext>
          </a:extLst>
        </p:cNvPr>
        <p:cNvGrpSpPr/>
        <p:nvPr/>
      </p:nvGrpSpPr>
      <p:grpSpPr>
        <a:xfrm>
          <a:off x="0" y="0"/>
          <a:ext cx="0" cy="0"/>
          <a:chOff x="0" y="0"/>
          <a:chExt cx="0" cy="0"/>
        </a:xfrm>
      </p:grpSpPr>
      <p:grpSp>
        <p:nvGrpSpPr>
          <p:cNvPr id="16" name="组合 52">
            <a:extLst>
              <a:ext uri="{FF2B5EF4-FFF2-40B4-BE49-F238E27FC236}">
                <a16:creationId xmlns:a16="http://schemas.microsoft.com/office/drawing/2014/main" id="{52E7D30A-45F8-5F49-7CAF-7FC254D6C272}"/>
              </a:ext>
            </a:extLst>
          </p:cNvPr>
          <p:cNvGrpSpPr/>
          <p:nvPr/>
        </p:nvGrpSpPr>
        <p:grpSpPr>
          <a:xfrm>
            <a:off x="138564" y="279057"/>
            <a:ext cx="6293973" cy="253916"/>
            <a:chOff x="5637082" y="1769183"/>
            <a:chExt cx="4430606" cy="451405"/>
          </a:xfrm>
        </p:grpSpPr>
        <p:sp>
          <p:nvSpPr>
            <p:cNvPr id="17" name="等腰三角形 53">
              <a:extLst>
                <a:ext uri="{FF2B5EF4-FFF2-40B4-BE49-F238E27FC236}">
                  <a16:creationId xmlns:a16="http://schemas.microsoft.com/office/drawing/2014/main" id="{A0F9FA95-8255-7297-623A-276BA968B47B}"/>
                </a:ext>
              </a:extLst>
            </p:cNvPr>
            <p:cNvSpPr/>
            <p:nvPr/>
          </p:nvSpPr>
          <p:spPr>
            <a:xfrm rot="5400000">
              <a:off x="5562941" y="1938259"/>
              <a:ext cx="243283" cy="9500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125">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9" name="文本框 18">
              <a:extLst>
                <a:ext uri="{FF2B5EF4-FFF2-40B4-BE49-F238E27FC236}">
                  <a16:creationId xmlns:a16="http://schemas.microsoft.com/office/drawing/2014/main" id="{751C0FD5-4A9E-B020-9091-60389FD0A7EB}"/>
                </a:ext>
              </a:extLst>
            </p:cNvPr>
            <p:cNvSpPr txBox="1"/>
            <p:nvPr/>
          </p:nvSpPr>
          <p:spPr>
            <a:xfrm flipH="1">
              <a:off x="5746406" y="1769183"/>
              <a:ext cx="4321282" cy="451405"/>
            </a:xfrm>
            <a:prstGeom prst="rect">
              <a:avLst/>
            </a:prstGeom>
            <a:noFill/>
          </p:spPr>
          <p:txBody>
            <a:bodyPr wrap="square" rtlCol="0">
              <a:spAutoFit/>
            </a:bodyPr>
            <a:lstStyle/>
            <a:p>
              <a:r>
                <a:rPr lang="en-US" altLang="zh-CN" sz="105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Lab5</a:t>
              </a:r>
              <a:r>
                <a:rPr lang="zh-CN" altLang="en-US" sz="105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实验讲解 </a:t>
              </a:r>
              <a:r>
                <a:rPr lang="en-US" altLang="zh-CN" sz="105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050" b="1" dirty="0">
                  <a:solidFill>
                    <a:schemeClr val="bg1"/>
                  </a:solidFill>
                  <a:latin typeface="微软雅黑" panose="020B0503020204020204" pitchFamily="34" charset="-122"/>
                  <a:ea typeface="微软雅黑" panose="020B0503020204020204" pitchFamily="34" charset="-122"/>
                </a:rPr>
                <a:t>GPU</a:t>
              </a:r>
              <a:r>
                <a:rPr lang="zh-CN" altLang="en-US" sz="1050" b="1" dirty="0">
                  <a:solidFill>
                    <a:schemeClr val="bg1"/>
                  </a:solidFill>
                  <a:latin typeface="微软雅黑" panose="020B0503020204020204" pitchFamily="34" charset="-122"/>
                  <a:ea typeface="微软雅黑" panose="020B0503020204020204" pitchFamily="34" charset="-122"/>
                </a:rPr>
                <a:t>实验简介</a:t>
              </a:r>
            </a:p>
          </p:txBody>
        </p:sp>
      </p:grpSp>
      <p:sp>
        <p:nvSpPr>
          <p:cNvPr id="6" name="矩形 5">
            <a:extLst>
              <a:ext uri="{FF2B5EF4-FFF2-40B4-BE49-F238E27FC236}">
                <a16:creationId xmlns:a16="http://schemas.microsoft.com/office/drawing/2014/main" id="{43FB9CD8-9C0A-B460-2D53-AAD6C520084D}"/>
              </a:ext>
            </a:extLst>
          </p:cNvPr>
          <p:cNvSpPr/>
          <p:nvPr/>
        </p:nvSpPr>
        <p:spPr>
          <a:xfrm>
            <a:off x="138564" y="848265"/>
            <a:ext cx="2776722" cy="418191"/>
          </a:xfrm>
          <a:prstGeom prst="rect">
            <a:avLst/>
          </a:prstGeom>
        </p:spPr>
        <p:txBody>
          <a:bodyPr wrap="none">
            <a:spAutoFit/>
          </a:bodyPr>
          <a:lstStyle/>
          <a:p>
            <a:pPr>
              <a:lnSpc>
                <a:spcPct val="150000"/>
              </a:lnSpc>
            </a:pPr>
            <a:r>
              <a:rPr lang="en-US" altLang="zh-CN" sz="1600" b="1" dirty="0">
                <a:latin typeface="微软雅黑" panose="020B0503020204020204" pitchFamily="34" charset="-122"/>
                <a:ea typeface="微软雅黑" panose="020B0503020204020204" pitchFamily="34" charset="-122"/>
              </a:rPr>
              <a:t>GPU</a:t>
            </a:r>
            <a:r>
              <a:rPr lang="zh-CN" altLang="en-US" sz="1600" b="1" dirty="0">
                <a:latin typeface="微软雅黑" panose="020B0503020204020204" pitchFamily="34" charset="-122"/>
                <a:ea typeface="微软雅黑" panose="020B0503020204020204" pitchFamily="34" charset="-122"/>
              </a:rPr>
              <a:t>实验简介</a:t>
            </a:r>
            <a:r>
              <a:rPr lang="en-US" altLang="zh-CN" sz="1600" b="1" dirty="0">
                <a:latin typeface="微软雅黑" panose="020B0503020204020204" pitchFamily="34" charset="-122"/>
                <a:ea typeface="微软雅黑" panose="020B0503020204020204" pitchFamily="34" charset="-122"/>
              </a:rPr>
              <a:t>-</a:t>
            </a:r>
            <a:r>
              <a:rPr lang="zh-CN" altLang="en-US" sz="1600" b="1" dirty="0">
                <a:latin typeface="微软雅黑" panose="020B0503020204020204" pitchFamily="34" charset="-122"/>
                <a:ea typeface="微软雅黑" panose="020B0503020204020204" pitchFamily="34" charset="-122"/>
              </a:rPr>
              <a:t>基础矩阵乘法</a:t>
            </a:r>
          </a:p>
        </p:txBody>
      </p:sp>
      <p:pic>
        <p:nvPicPr>
          <p:cNvPr id="2" name="Picture 2" descr="矩阵运算">
            <a:extLst>
              <a:ext uri="{FF2B5EF4-FFF2-40B4-BE49-F238E27FC236}">
                <a16:creationId xmlns:a16="http://schemas.microsoft.com/office/drawing/2014/main" id="{B7989180-E72A-06C9-92D0-4A42F508730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31751" y="836493"/>
            <a:ext cx="5217854" cy="5742450"/>
          </a:xfrm>
          <a:prstGeom prst="rect">
            <a:avLst/>
          </a:prstGeom>
          <a:noFill/>
          <a:extLst>
            <a:ext uri="{909E8E84-426E-40DD-AFC4-6F175D3DCCD1}">
              <a14:hiddenFill xmlns:a14="http://schemas.microsoft.com/office/drawing/2010/main">
                <a:solidFill>
                  <a:srgbClr val="FFFFFF"/>
                </a:solidFill>
              </a14:hiddenFill>
            </a:ext>
          </a:extLst>
        </p:spPr>
      </p:pic>
      <p:sp>
        <p:nvSpPr>
          <p:cNvPr id="3" name="矩形 2">
            <a:extLst>
              <a:ext uri="{FF2B5EF4-FFF2-40B4-BE49-F238E27FC236}">
                <a16:creationId xmlns:a16="http://schemas.microsoft.com/office/drawing/2014/main" id="{08212F32-AF34-EB07-2445-4256C6492FD2}"/>
              </a:ext>
            </a:extLst>
          </p:cNvPr>
          <p:cNvSpPr/>
          <p:nvPr/>
        </p:nvSpPr>
        <p:spPr>
          <a:xfrm>
            <a:off x="400522" y="1384572"/>
            <a:ext cx="5217854" cy="787523"/>
          </a:xfrm>
          <a:prstGeom prst="rect">
            <a:avLst/>
          </a:prstGeom>
        </p:spPr>
        <p:txBody>
          <a:bodyPr wrap="square">
            <a:spAutoFit/>
          </a:bodyPr>
          <a:lstStyle/>
          <a:p>
            <a:pPr>
              <a:lnSpc>
                <a:spcPct val="150000"/>
              </a:lnSpc>
            </a:pPr>
            <a:r>
              <a:rPr lang="zh-CN" altLang="en-US" sz="1600" dirty="0">
                <a:latin typeface="微软雅黑" panose="020B0503020204020204" pitchFamily="34" charset="-122"/>
                <a:ea typeface="微软雅黑" panose="020B0503020204020204" pitchFamily="34" charset="-122"/>
              </a:rPr>
              <a:t>基础矩阵乘法的并行思路是将前文</a:t>
            </a:r>
            <a:r>
              <a:rPr lang="en-US" altLang="zh-CN" sz="1600" dirty="0" err="1">
                <a:latin typeface="微软雅黑" panose="020B0503020204020204" pitchFamily="34" charset="-122"/>
                <a:ea typeface="微软雅黑" panose="020B0503020204020204" pitchFamily="34" charset="-122"/>
              </a:rPr>
              <a:t>i</a:t>
            </a:r>
            <a:r>
              <a:rPr lang="zh-CN" altLang="en-US" sz="1600" dirty="0">
                <a:latin typeface="微软雅黑" panose="020B0503020204020204" pitchFamily="34" charset="-122"/>
                <a:ea typeface="微软雅黑" panose="020B0503020204020204" pitchFamily="34" charset="-122"/>
              </a:rPr>
              <a:t>、</a:t>
            </a:r>
            <a:r>
              <a:rPr lang="en-US" altLang="zh-CN" sz="1600" dirty="0">
                <a:latin typeface="微软雅黑" panose="020B0503020204020204" pitchFamily="34" charset="-122"/>
                <a:ea typeface="微软雅黑" panose="020B0503020204020204" pitchFamily="34" charset="-122"/>
              </a:rPr>
              <a:t>j</a:t>
            </a:r>
            <a:r>
              <a:rPr lang="zh-CN" altLang="en-US" sz="1600" dirty="0">
                <a:latin typeface="微软雅黑" panose="020B0503020204020204" pitchFamily="34" charset="-122"/>
                <a:ea typeface="微软雅黑" panose="020B0503020204020204" pitchFamily="34" charset="-122"/>
              </a:rPr>
              <a:t>两层循环展开，每个线程负责一个</a:t>
            </a:r>
            <a:r>
              <a:rPr lang="en-US" altLang="zh-CN" sz="1600" dirty="0">
                <a:latin typeface="微软雅黑" panose="020B0503020204020204" pitchFamily="34" charset="-122"/>
                <a:ea typeface="微软雅黑" panose="020B0503020204020204" pitchFamily="34" charset="-122"/>
              </a:rPr>
              <a:t>(</a:t>
            </a:r>
            <a:r>
              <a:rPr lang="en-US" altLang="zh-CN" sz="1600" dirty="0" err="1">
                <a:latin typeface="微软雅黑" panose="020B0503020204020204" pitchFamily="34" charset="-122"/>
                <a:ea typeface="微软雅黑" panose="020B0503020204020204" pitchFamily="34" charset="-122"/>
              </a:rPr>
              <a:t>i,j</a:t>
            </a:r>
            <a:r>
              <a:rPr lang="en-US"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组合即</a:t>
            </a:r>
            <a:r>
              <a:rPr lang="en-US" altLang="zh-CN" sz="1600" dirty="0">
                <a:latin typeface="微软雅黑" panose="020B0503020204020204" pitchFamily="34" charset="-122"/>
                <a:ea typeface="微软雅黑" panose="020B0503020204020204" pitchFamily="34" charset="-122"/>
              </a:rPr>
              <a:t>C</a:t>
            </a:r>
            <a:r>
              <a:rPr lang="zh-CN" altLang="en-US" sz="1600" dirty="0">
                <a:latin typeface="微软雅黑" panose="020B0503020204020204" pitchFamily="34" charset="-122"/>
                <a:ea typeface="微软雅黑" panose="020B0503020204020204" pitchFamily="34" charset="-122"/>
              </a:rPr>
              <a:t>中的一个元素。</a:t>
            </a:r>
            <a:endParaRPr lang="en-US" altLang="zh-CN" sz="16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703096714"/>
      </p:ext>
    </p:extLst>
  </p:cSld>
  <p:clrMapOvr>
    <a:masterClrMapping/>
  </p:clrMapOvr>
  <mc:AlternateContent xmlns:mc="http://schemas.openxmlformats.org/markup-compatibility/2006" xmlns:p14="http://schemas.microsoft.com/office/powerpoint/2010/main">
    <mc:Choice Requires="p14">
      <p:transition spd="slow" p14:dur="2000" advTm="13957"/>
    </mc:Choice>
    <mc:Fallback xmlns="">
      <p:transition spd="slow" advTm="13957"/>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564F8B-4B97-09AB-A7B3-D9A9C4CDFFAC}"/>
            </a:ext>
          </a:extLst>
        </p:cNvPr>
        <p:cNvGrpSpPr/>
        <p:nvPr/>
      </p:nvGrpSpPr>
      <p:grpSpPr>
        <a:xfrm>
          <a:off x="0" y="0"/>
          <a:ext cx="0" cy="0"/>
          <a:chOff x="0" y="0"/>
          <a:chExt cx="0" cy="0"/>
        </a:xfrm>
      </p:grpSpPr>
      <p:grpSp>
        <p:nvGrpSpPr>
          <p:cNvPr id="16" name="组合 52">
            <a:extLst>
              <a:ext uri="{FF2B5EF4-FFF2-40B4-BE49-F238E27FC236}">
                <a16:creationId xmlns:a16="http://schemas.microsoft.com/office/drawing/2014/main" id="{7A70FC77-0734-8769-5B3E-BFC97F41E2FE}"/>
              </a:ext>
            </a:extLst>
          </p:cNvPr>
          <p:cNvGrpSpPr/>
          <p:nvPr/>
        </p:nvGrpSpPr>
        <p:grpSpPr>
          <a:xfrm>
            <a:off x="138564" y="279057"/>
            <a:ext cx="6293973" cy="253916"/>
            <a:chOff x="5637082" y="1769183"/>
            <a:chExt cx="4430606" cy="451405"/>
          </a:xfrm>
        </p:grpSpPr>
        <p:sp>
          <p:nvSpPr>
            <p:cNvPr id="17" name="等腰三角形 53">
              <a:extLst>
                <a:ext uri="{FF2B5EF4-FFF2-40B4-BE49-F238E27FC236}">
                  <a16:creationId xmlns:a16="http://schemas.microsoft.com/office/drawing/2014/main" id="{5978AA25-5738-97B5-10E5-DC240E4F9136}"/>
                </a:ext>
              </a:extLst>
            </p:cNvPr>
            <p:cNvSpPr/>
            <p:nvPr/>
          </p:nvSpPr>
          <p:spPr>
            <a:xfrm rot="5400000">
              <a:off x="5562941" y="1938259"/>
              <a:ext cx="243283" cy="9500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125">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9" name="文本框 18">
              <a:extLst>
                <a:ext uri="{FF2B5EF4-FFF2-40B4-BE49-F238E27FC236}">
                  <a16:creationId xmlns:a16="http://schemas.microsoft.com/office/drawing/2014/main" id="{E717DE21-4D5C-CE3E-CD48-3DC93A58AF3F}"/>
                </a:ext>
              </a:extLst>
            </p:cNvPr>
            <p:cNvSpPr txBox="1"/>
            <p:nvPr/>
          </p:nvSpPr>
          <p:spPr>
            <a:xfrm flipH="1">
              <a:off x="5746406" y="1769183"/>
              <a:ext cx="4321282" cy="451405"/>
            </a:xfrm>
            <a:prstGeom prst="rect">
              <a:avLst/>
            </a:prstGeom>
            <a:noFill/>
          </p:spPr>
          <p:txBody>
            <a:bodyPr wrap="square" rtlCol="0">
              <a:spAutoFit/>
            </a:bodyPr>
            <a:lstStyle/>
            <a:p>
              <a:r>
                <a:rPr lang="en-US" altLang="zh-CN" sz="105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Lab5</a:t>
              </a:r>
              <a:r>
                <a:rPr lang="zh-CN" altLang="en-US" sz="105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实验讲解 </a:t>
              </a:r>
              <a:r>
                <a:rPr lang="en-US" altLang="zh-CN" sz="105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050" b="1" dirty="0">
                  <a:solidFill>
                    <a:schemeClr val="bg1"/>
                  </a:solidFill>
                  <a:latin typeface="微软雅黑" panose="020B0503020204020204" pitchFamily="34" charset="-122"/>
                  <a:ea typeface="微软雅黑" panose="020B0503020204020204" pitchFamily="34" charset="-122"/>
                </a:rPr>
                <a:t>GPU</a:t>
              </a:r>
              <a:r>
                <a:rPr lang="zh-CN" altLang="en-US" sz="1050" b="1" dirty="0">
                  <a:solidFill>
                    <a:schemeClr val="bg1"/>
                  </a:solidFill>
                  <a:latin typeface="微软雅黑" panose="020B0503020204020204" pitchFamily="34" charset="-122"/>
                  <a:ea typeface="微软雅黑" panose="020B0503020204020204" pitchFamily="34" charset="-122"/>
                </a:rPr>
                <a:t>实验简介</a:t>
              </a:r>
            </a:p>
          </p:txBody>
        </p:sp>
      </p:grpSp>
      <p:sp>
        <p:nvSpPr>
          <p:cNvPr id="6" name="矩形 5">
            <a:extLst>
              <a:ext uri="{FF2B5EF4-FFF2-40B4-BE49-F238E27FC236}">
                <a16:creationId xmlns:a16="http://schemas.microsoft.com/office/drawing/2014/main" id="{1EF230CB-E5ED-FAFC-DE1D-12740CEE013F}"/>
              </a:ext>
            </a:extLst>
          </p:cNvPr>
          <p:cNvSpPr/>
          <p:nvPr/>
        </p:nvSpPr>
        <p:spPr>
          <a:xfrm>
            <a:off x="138564" y="848265"/>
            <a:ext cx="2776722" cy="418191"/>
          </a:xfrm>
          <a:prstGeom prst="rect">
            <a:avLst/>
          </a:prstGeom>
        </p:spPr>
        <p:txBody>
          <a:bodyPr wrap="none">
            <a:spAutoFit/>
          </a:bodyPr>
          <a:lstStyle/>
          <a:p>
            <a:pPr>
              <a:lnSpc>
                <a:spcPct val="150000"/>
              </a:lnSpc>
            </a:pPr>
            <a:r>
              <a:rPr lang="en-US" altLang="zh-CN" sz="1600" b="1" dirty="0">
                <a:latin typeface="微软雅黑" panose="020B0503020204020204" pitchFamily="34" charset="-122"/>
                <a:ea typeface="微软雅黑" panose="020B0503020204020204" pitchFamily="34" charset="-122"/>
              </a:rPr>
              <a:t>GPU</a:t>
            </a:r>
            <a:r>
              <a:rPr lang="zh-CN" altLang="en-US" sz="1600" b="1" dirty="0">
                <a:latin typeface="微软雅黑" panose="020B0503020204020204" pitchFamily="34" charset="-122"/>
                <a:ea typeface="微软雅黑" panose="020B0503020204020204" pitchFamily="34" charset="-122"/>
              </a:rPr>
              <a:t>实验简介</a:t>
            </a:r>
            <a:r>
              <a:rPr lang="en-US" altLang="zh-CN" sz="1600" b="1" dirty="0">
                <a:latin typeface="微软雅黑" panose="020B0503020204020204" pitchFamily="34" charset="-122"/>
                <a:ea typeface="微软雅黑" panose="020B0503020204020204" pitchFamily="34" charset="-122"/>
              </a:rPr>
              <a:t>-</a:t>
            </a:r>
            <a:r>
              <a:rPr lang="zh-CN" altLang="en-US" sz="1600" b="1" dirty="0">
                <a:latin typeface="微软雅黑" panose="020B0503020204020204" pitchFamily="34" charset="-122"/>
                <a:ea typeface="微软雅黑" panose="020B0503020204020204" pitchFamily="34" charset="-122"/>
              </a:rPr>
              <a:t>基础矩阵乘法</a:t>
            </a:r>
          </a:p>
        </p:txBody>
      </p:sp>
      <p:pic>
        <p:nvPicPr>
          <p:cNvPr id="2" name="Picture 2" descr="矩阵运算">
            <a:extLst>
              <a:ext uri="{FF2B5EF4-FFF2-40B4-BE49-F238E27FC236}">
                <a16:creationId xmlns:a16="http://schemas.microsoft.com/office/drawing/2014/main" id="{FA49EE3B-CA42-64A7-B258-4C5FEFC2330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58878" y="1966888"/>
            <a:ext cx="4190727" cy="4612056"/>
          </a:xfrm>
          <a:prstGeom prst="rect">
            <a:avLst/>
          </a:prstGeom>
          <a:noFill/>
          <a:extLst>
            <a:ext uri="{909E8E84-426E-40DD-AFC4-6F175D3DCCD1}">
              <a14:hiddenFill xmlns:a14="http://schemas.microsoft.com/office/drawing/2010/main">
                <a:solidFill>
                  <a:srgbClr val="FFFFFF"/>
                </a:solidFill>
              </a14:hiddenFill>
            </a:ext>
          </a:extLst>
        </p:spPr>
      </p:pic>
      <p:sp>
        <p:nvSpPr>
          <p:cNvPr id="4" name="文本框 3">
            <a:extLst>
              <a:ext uri="{FF2B5EF4-FFF2-40B4-BE49-F238E27FC236}">
                <a16:creationId xmlns:a16="http://schemas.microsoft.com/office/drawing/2014/main" id="{3C5C3283-B7D7-64FD-B28A-E35851398210}"/>
              </a:ext>
            </a:extLst>
          </p:cNvPr>
          <p:cNvSpPr txBox="1"/>
          <p:nvPr/>
        </p:nvSpPr>
        <p:spPr>
          <a:xfrm>
            <a:off x="138564" y="1443255"/>
            <a:ext cx="8502977" cy="2164695"/>
          </a:xfrm>
          <a:prstGeom prst="rect">
            <a:avLst/>
          </a:prstGeom>
          <a:noFill/>
        </p:spPr>
        <p:txBody>
          <a:bodyPr wrap="square" rtlCol="0">
            <a:spAutoFit/>
          </a:bodyPr>
          <a:lstStyle/>
          <a:p>
            <a:pPr marL="342900" indent="-342900">
              <a:lnSpc>
                <a:spcPts val="1425"/>
              </a:lnSpc>
              <a:buClr>
                <a:schemeClr val="tx1"/>
              </a:buClr>
              <a:buFont typeface="+mj-lt"/>
              <a:buAutoNum type="arabicPeriod"/>
            </a:pPr>
            <a:r>
              <a:rPr lang="en-US" altLang="zh-CN" b="0" dirty="0">
                <a:solidFill>
                  <a:srgbClr val="0000FF"/>
                </a:solidFill>
                <a:effectLst/>
                <a:latin typeface="Consolas" panose="020B0609020204030204" pitchFamily="49" charset="0"/>
              </a:rPr>
              <a:t>__global__</a:t>
            </a:r>
            <a:r>
              <a:rPr lang="en-US" altLang="zh-CN" b="0" dirty="0">
                <a:solidFill>
                  <a:srgbClr val="000000"/>
                </a:solidFill>
                <a:effectLst/>
                <a:latin typeface="Consolas" panose="020B0609020204030204" pitchFamily="49" charset="0"/>
              </a:rPr>
              <a:t> </a:t>
            </a:r>
            <a:r>
              <a:rPr lang="en-US" altLang="zh-CN" b="0" dirty="0">
                <a:solidFill>
                  <a:srgbClr val="0000FF"/>
                </a:solidFill>
                <a:effectLst/>
                <a:latin typeface="Consolas" panose="020B0609020204030204" pitchFamily="49" charset="0"/>
              </a:rPr>
              <a:t>void</a:t>
            </a:r>
            <a:r>
              <a:rPr lang="en-US" altLang="zh-CN" b="0" dirty="0">
                <a:solidFill>
                  <a:srgbClr val="000000"/>
                </a:solidFill>
                <a:effectLst/>
                <a:latin typeface="Consolas" panose="020B0609020204030204" pitchFamily="49" charset="0"/>
              </a:rPr>
              <a:t> Matmul1(</a:t>
            </a:r>
            <a:r>
              <a:rPr lang="en-US" altLang="zh-CN" b="0" dirty="0">
                <a:solidFill>
                  <a:srgbClr val="0000FF"/>
                </a:solidFill>
                <a:effectLst/>
                <a:latin typeface="Consolas" panose="020B0609020204030204" pitchFamily="49" charset="0"/>
              </a:rPr>
              <a:t>float</a:t>
            </a:r>
            <a:r>
              <a:rPr lang="en-US" altLang="zh-CN" b="0" dirty="0">
                <a:solidFill>
                  <a:srgbClr val="000000"/>
                </a:solidFill>
                <a:effectLst/>
                <a:latin typeface="Consolas" panose="020B0609020204030204" pitchFamily="49" charset="0"/>
              </a:rPr>
              <a:t> </a:t>
            </a:r>
            <a:r>
              <a:rPr lang="en-US" altLang="zh-CN" b="0" dirty="0">
                <a:solidFill>
                  <a:srgbClr val="0000FF"/>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A,</a:t>
            </a:r>
            <a:r>
              <a:rPr lang="en-US" altLang="zh-CN" b="0" dirty="0" err="1">
                <a:solidFill>
                  <a:srgbClr val="0000FF"/>
                </a:solidFill>
                <a:effectLst/>
                <a:latin typeface="Consolas" panose="020B0609020204030204" pitchFamily="49" charset="0"/>
              </a:rPr>
              <a:t>float</a:t>
            </a:r>
            <a:r>
              <a:rPr lang="en-US" altLang="zh-CN" b="0" dirty="0">
                <a:solidFill>
                  <a:srgbClr val="000000"/>
                </a:solidFill>
                <a:effectLst/>
                <a:latin typeface="Consolas" panose="020B0609020204030204" pitchFamily="49" charset="0"/>
              </a:rPr>
              <a:t> </a:t>
            </a:r>
            <a:r>
              <a:rPr lang="en-US" altLang="zh-CN" b="0" dirty="0">
                <a:solidFill>
                  <a:srgbClr val="0000FF"/>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B,</a:t>
            </a:r>
            <a:r>
              <a:rPr lang="en-US" altLang="zh-CN" b="0" dirty="0" err="1">
                <a:solidFill>
                  <a:srgbClr val="0000FF"/>
                </a:solidFill>
                <a:effectLst/>
                <a:latin typeface="Consolas" panose="020B0609020204030204" pitchFamily="49" charset="0"/>
              </a:rPr>
              <a:t>float</a:t>
            </a:r>
            <a:r>
              <a:rPr lang="en-US" altLang="zh-CN" b="0" dirty="0">
                <a:solidFill>
                  <a:srgbClr val="000000"/>
                </a:solidFill>
                <a:effectLst/>
                <a:latin typeface="Consolas" panose="020B0609020204030204" pitchFamily="49" charset="0"/>
              </a:rPr>
              <a:t> </a:t>
            </a:r>
            <a:r>
              <a:rPr lang="en-US" altLang="zh-CN" b="0" dirty="0">
                <a:solidFill>
                  <a:srgbClr val="0000FF"/>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C,</a:t>
            </a:r>
            <a:r>
              <a:rPr lang="en-US" altLang="zh-CN" b="0" dirty="0" err="1">
                <a:solidFill>
                  <a:srgbClr val="0000FF"/>
                </a:solidFill>
                <a:effectLst/>
                <a:latin typeface="Consolas" panose="020B0609020204030204" pitchFamily="49" charset="0"/>
              </a:rPr>
              <a:t>unsigned</a:t>
            </a:r>
            <a:r>
              <a:rPr lang="en-US" altLang="zh-CN" b="0" dirty="0">
                <a:solidFill>
                  <a:srgbClr val="000000"/>
                </a:solidFill>
                <a:effectLst/>
                <a:latin typeface="Consolas" panose="020B0609020204030204" pitchFamily="49" charset="0"/>
              </a:rPr>
              <a:t> N){</a:t>
            </a:r>
          </a:p>
          <a:p>
            <a:pPr marL="342900" indent="-342900">
              <a:lnSpc>
                <a:spcPts val="1425"/>
              </a:lnSpc>
              <a:buFont typeface="+mj-lt"/>
              <a:buAutoNum type="arabicPeriod"/>
            </a:pPr>
            <a:r>
              <a:rPr lang="en-US" altLang="zh-CN" b="0" dirty="0">
                <a:solidFill>
                  <a:srgbClr val="000000"/>
                </a:solidFill>
                <a:effectLst/>
                <a:latin typeface="Consolas" panose="020B0609020204030204" pitchFamily="49" charset="0"/>
              </a:rPr>
              <a:t>    </a:t>
            </a:r>
            <a:r>
              <a:rPr lang="en-US" altLang="zh-CN" b="0" dirty="0">
                <a:solidFill>
                  <a:srgbClr val="0000FF"/>
                </a:solidFill>
                <a:effectLst/>
                <a:latin typeface="Consolas" panose="020B0609020204030204" pitchFamily="49" charset="0"/>
              </a:rPr>
              <a:t>unsigned</a:t>
            </a:r>
            <a:r>
              <a:rPr lang="en-US" altLang="zh-CN" b="0" dirty="0">
                <a:solidFill>
                  <a:srgbClr val="000000"/>
                </a:solidFill>
                <a:effectLst/>
                <a:latin typeface="Consolas" panose="020B0609020204030204" pitchFamily="49" charset="0"/>
              </a:rPr>
              <a:t> row=</a:t>
            </a:r>
            <a:r>
              <a:rPr lang="en-US" altLang="zh-CN" b="0" dirty="0" err="1">
                <a:solidFill>
                  <a:srgbClr val="000000"/>
                </a:solidFill>
                <a:effectLst/>
                <a:latin typeface="Consolas" panose="020B0609020204030204" pitchFamily="49" charset="0"/>
              </a:rPr>
              <a:t>blockIdx.y</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blockDim.y+threadIdx.y</a:t>
            </a:r>
            <a:r>
              <a:rPr lang="en-US" altLang="zh-CN" b="0" dirty="0">
                <a:solidFill>
                  <a:srgbClr val="000000"/>
                </a:solidFill>
                <a:effectLst/>
                <a:latin typeface="Consolas" panose="020B0609020204030204" pitchFamily="49" charset="0"/>
              </a:rPr>
              <a:t>;</a:t>
            </a:r>
          </a:p>
          <a:p>
            <a:pPr marL="342900" indent="-342900">
              <a:lnSpc>
                <a:spcPts val="1425"/>
              </a:lnSpc>
              <a:buFont typeface="+mj-lt"/>
              <a:buAutoNum type="arabicPeriod"/>
            </a:pPr>
            <a:r>
              <a:rPr lang="en-US" altLang="zh-CN" b="0" dirty="0">
                <a:solidFill>
                  <a:srgbClr val="000000"/>
                </a:solidFill>
                <a:effectLst/>
                <a:latin typeface="Consolas" panose="020B0609020204030204" pitchFamily="49" charset="0"/>
              </a:rPr>
              <a:t>    </a:t>
            </a:r>
            <a:r>
              <a:rPr lang="en-US" altLang="zh-CN" b="0" dirty="0">
                <a:solidFill>
                  <a:srgbClr val="0000FF"/>
                </a:solidFill>
                <a:effectLst/>
                <a:latin typeface="Consolas" panose="020B0609020204030204" pitchFamily="49" charset="0"/>
              </a:rPr>
              <a:t>unsigned</a:t>
            </a:r>
            <a:r>
              <a:rPr lang="en-US" altLang="zh-CN" b="0" dirty="0">
                <a:solidFill>
                  <a:srgbClr val="000000"/>
                </a:solidFill>
                <a:effectLst/>
                <a:latin typeface="Consolas" panose="020B0609020204030204" pitchFamily="49" charset="0"/>
              </a:rPr>
              <a:t> col=</a:t>
            </a:r>
            <a:r>
              <a:rPr lang="en-US" altLang="zh-CN" b="0" dirty="0" err="1">
                <a:solidFill>
                  <a:srgbClr val="000000"/>
                </a:solidFill>
                <a:effectLst/>
                <a:latin typeface="Consolas" panose="020B0609020204030204" pitchFamily="49" charset="0"/>
              </a:rPr>
              <a:t>blockIdx.x</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blockDim.x+threadIdx.x</a:t>
            </a:r>
            <a:r>
              <a:rPr lang="en-US" altLang="zh-CN" b="0" dirty="0">
                <a:solidFill>
                  <a:srgbClr val="000000"/>
                </a:solidFill>
                <a:effectLst/>
                <a:latin typeface="Consolas" panose="020B0609020204030204" pitchFamily="49" charset="0"/>
              </a:rPr>
              <a:t>;</a:t>
            </a:r>
          </a:p>
          <a:p>
            <a:pPr marL="342900" indent="-342900">
              <a:lnSpc>
                <a:spcPts val="1425"/>
              </a:lnSpc>
              <a:buFont typeface="+mj-lt"/>
              <a:buAutoNum type="arabicPeriod"/>
            </a:pPr>
            <a:r>
              <a:rPr lang="en-US" altLang="zh-CN" b="0" dirty="0">
                <a:solidFill>
                  <a:srgbClr val="000000"/>
                </a:solidFill>
                <a:effectLst/>
                <a:latin typeface="Consolas" panose="020B0609020204030204" pitchFamily="49" charset="0"/>
              </a:rPr>
              <a:t>    </a:t>
            </a:r>
            <a:r>
              <a:rPr lang="en-US" altLang="zh-CN" b="0" dirty="0">
                <a:solidFill>
                  <a:srgbClr val="0000FF"/>
                </a:solidFill>
                <a:effectLst/>
                <a:latin typeface="Consolas" panose="020B0609020204030204" pitchFamily="49" charset="0"/>
              </a:rPr>
              <a:t>unsigned</a:t>
            </a:r>
            <a:r>
              <a:rPr lang="en-US" altLang="zh-CN" b="0" dirty="0">
                <a:solidFill>
                  <a:srgbClr val="000000"/>
                </a:solidFill>
                <a:effectLst/>
                <a:latin typeface="Consolas" panose="020B0609020204030204" pitchFamily="49" charset="0"/>
              </a:rPr>
              <a:t> k;</a:t>
            </a:r>
          </a:p>
          <a:p>
            <a:pPr marL="342900" indent="-342900">
              <a:lnSpc>
                <a:spcPts val="1425"/>
              </a:lnSpc>
              <a:buFont typeface="+mj-lt"/>
              <a:buAutoNum type="arabicPeriod"/>
            </a:pPr>
            <a:r>
              <a:rPr lang="en-US" altLang="zh-CN" b="0" dirty="0">
                <a:solidFill>
                  <a:srgbClr val="000000"/>
                </a:solidFill>
                <a:effectLst/>
                <a:latin typeface="Consolas" panose="020B0609020204030204" pitchFamily="49" charset="0"/>
              </a:rPr>
              <a:t>    </a:t>
            </a:r>
            <a:r>
              <a:rPr lang="en-US" altLang="zh-CN" b="0" dirty="0">
                <a:solidFill>
                  <a:srgbClr val="0000FF"/>
                </a:solidFill>
                <a:effectLst/>
                <a:latin typeface="Consolas" panose="020B0609020204030204" pitchFamily="49" charset="0"/>
              </a:rPr>
              <a:t>float</a:t>
            </a:r>
            <a:r>
              <a:rPr lang="en-US" altLang="zh-CN" b="0" dirty="0">
                <a:solidFill>
                  <a:srgbClr val="000000"/>
                </a:solidFill>
                <a:effectLst/>
                <a:latin typeface="Consolas" panose="020B0609020204030204" pitchFamily="49" charset="0"/>
              </a:rPr>
              <a:t> sum=</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a:t>
            </a:r>
          </a:p>
          <a:p>
            <a:pPr marL="342900" indent="-342900">
              <a:lnSpc>
                <a:spcPts val="1425"/>
              </a:lnSpc>
              <a:buFont typeface="+mj-lt"/>
              <a:buAutoNum type="arabicPeriod"/>
            </a:pPr>
            <a:r>
              <a:rPr lang="en-US" altLang="zh-CN" b="0" dirty="0">
                <a:solidFill>
                  <a:srgbClr val="000000"/>
                </a:solidFill>
                <a:effectLst/>
                <a:latin typeface="Consolas" panose="020B0609020204030204" pitchFamily="49" charset="0"/>
              </a:rPr>
              <a:t>    </a:t>
            </a:r>
            <a:r>
              <a:rPr lang="en-US" altLang="zh-CN" b="0" dirty="0">
                <a:solidFill>
                  <a:srgbClr val="0000FF"/>
                </a:solidFill>
                <a:effectLst/>
                <a:latin typeface="Consolas" panose="020B0609020204030204" pitchFamily="49" charset="0"/>
              </a:rPr>
              <a:t>for</a:t>
            </a:r>
            <a:r>
              <a:rPr lang="en-US" altLang="zh-CN" b="0" dirty="0">
                <a:solidFill>
                  <a:srgbClr val="000000"/>
                </a:solidFill>
                <a:effectLst/>
                <a:latin typeface="Consolas" panose="020B0609020204030204" pitchFamily="49" charset="0"/>
              </a:rPr>
              <a:t>(k=</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;k&lt;</a:t>
            </a:r>
            <a:r>
              <a:rPr lang="en-US" altLang="zh-CN" b="0" dirty="0" err="1">
                <a:solidFill>
                  <a:srgbClr val="000000"/>
                </a:solidFill>
                <a:effectLst/>
                <a:latin typeface="Consolas" panose="020B0609020204030204" pitchFamily="49" charset="0"/>
              </a:rPr>
              <a:t>N;k</a:t>
            </a:r>
            <a:r>
              <a:rPr lang="en-US" altLang="zh-CN" b="0" dirty="0">
                <a:solidFill>
                  <a:srgbClr val="000000"/>
                </a:solidFill>
                <a:effectLst/>
                <a:latin typeface="Consolas" panose="020B0609020204030204" pitchFamily="49" charset="0"/>
              </a:rPr>
              <a:t>++){</a:t>
            </a:r>
          </a:p>
          <a:p>
            <a:pPr marL="342900" indent="-342900">
              <a:lnSpc>
                <a:spcPts val="1425"/>
              </a:lnSpc>
              <a:buFont typeface="+mj-lt"/>
              <a:buAutoNum type="arabicPeriod"/>
            </a:pPr>
            <a:r>
              <a:rPr lang="en-US" altLang="zh-CN" b="0" dirty="0">
                <a:solidFill>
                  <a:srgbClr val="000000"/>
                </a:solidFill>
                <a:effectLst/>
                <a:latin typeface="Consolas" panose="020B0609020204030204" pitchFamily="49" charset="0"/>
              </a:rPr>
              <a:t>        sum+=A[row*</a:t>
            </a:r>
            <a:r>
              <a:rPr lang="en-US" altLang="zh-CN" b="0" dirty="0" err="1">
                <a:solidFill>
                  <a:srgbClr val="000000"/>
                </a:solidFill>
                <a:effectLst/>
                <a:latin typeface="Consolas" panose="020B0609020204030204" pitchFamily="49" charset="0"/>
              </a:rPr>
              <a:t>N+k</a:t>
            </a:r>
            <a:r>
              <a:rPr lang="en-US" altLang="zh-CN" b="0" dirty="0">
                <a:solidFill>
                  <a:srgbClr val="000000"/>
                </a:solidFill>
                <a:effectLst/>
                <a:latin typeface="Consolas" panose="020B0609020204030204" pitchFamily="49" charset="0"/>
              </a:rPr>
              <a:t>]*B[k*</a:t>
            </a:r>
            <a:r>
              <a:rPr lang="en-US" altLang="zh-CN" b="0" dirty="0" err="1">
                <a:solidFill>
                  <a:srgbClr val="000000"/>
                </a:solidFill>
                <a:effectLst/>
                <a:latin typeface="Consolas" panose="020B0609020204030204" pitchFamily="49" charset="0"/>
              </a:rPr>
              <a:t>N+col</a:t>
            </a:r>
            <a:r>
              <a:rPr lang="en-US" altLang="zh-CN" b="0" dirty="0">
                <a:solidFill>
                  <a:srgbClr val="000000"/>
                </a:solidFill>
                <a:effectLst/>
                <a:latin typeface="Consolas" panose="020B0609020204030204" pitchFamily="49" charset="0"/>
              </a:rPr>
              <a:t>];</a:t>
            </a:r>
          </a:p>
          <a:p>
            <a:pPr marL="342900" indent="-342900">
              <a:lnSpc>
                <a:spcPts val="1425"/>
              </a:lnSpc>
              <a:buFont typeface="+mj-lt"/>
              <a:buAutoNum type="arabicPeriod"/>
            </a:pPr>
            <a:r>
              <a:rPr lang="en-US" altLang="zh-CN" b="0" dirty="0">
                <a:solidFill>
                  <a:srgbClr val="000000"/>
                </a:solidFill>
                <a:effectLst/>
                <a:latin typeface="Consolas" panose="020B0609020204030204" pitchFamily="49" charset="0"/>
              </a:rPr>
              <a:t>    }</a:t>
            </a:r>
          </a:p>
          <a:p>
            <a:pPr marL="342900" indent="-342900">
              <a:lnSpc>
                <a:spcPts val="1425"/>
              </a:lnSpc>
              <a:buFont typeface="+mj-lt"/>
              <a:buAutoNum type="arabicPeriod"/>
            </a:pPr>
            <a:r>
              <a:rPr lang="en-US" altLang="zh-CN" b="0" dirty="0">
                <a:solidFill>
                  <a:srgbClr val="000000"/>
                </a:solidFill>
                <a:effectLst/>
                <a:latin typeface="Consolas" panose="020B0609020204030204" pitchFamily="49" charset="0"/>
              </a:rPr>
              <a:t>    C[row*</a:t>
            </a:r>
            <a:r>
              <a:rPr lang="en-US" altLang="zh-CN" b="0" dirty="0" err="1">
                <a:solidFill>
                  <a:srgbClr val="000000"/>
                </a:solidFill>
                <a:effectLst/>
                <a:latin typeface="Consolas" panose="020B0609020204030204" pitchFamily="49" charset="0"/>
              </a:rPr>
              <a:t>N+col</a:t>
            </a:r>
            <a:r>
              <a:rPr lang="en-US" altLang="zh-CN" b="0" dirty="0">
                <a:solidFill>
                  <a:srgbClr val="000000"/>
                </a:solidFill>
                <a:effectLst/>
                <a:latin typeface="Consolas" panose="020B0609020204030204" pitchFamily="49" charset="0"/>
              </a:rPr>
              <a:t>]=sum;    </a:t>
            </a:r>
          </a:p>
          <a:p>
            <a:pPr marL="342900" indent="-342900">
              <a:lnSpc>
                <a:spcPts val="1425"/>
              </a:lnSpc>
              <a:buFont typeface="+mj-lt"/>
              <a:buAutoNum type="arabicPeriod"/>
            </a:pPr>
            <a:r>
              <a:rPr lang="en-US" altLang="zh-CN" b="0" dirty="0">
                <a:solidFill>
                  <a:srgbClr val="000000"/>
                </a:solidFill>
                <a:effectLst/>
                <a:latin typeface="Consolas" panose="020B0609020204030204" pitchFamily="49" charset="0"/>
              </a:rPr>
              <a:t>}</a:t>
            </a:r>
          </a:p>
          <a:p>
            <a:endParaRPr lang="zh-CN" altLang="en-US" dirty="0"/>
          </a:p>
        </p:txBody>
      </p:sp>
      <p:sp>
        <p:nvSpPr>
          <p:cNvPr id="5" name="文本框 4">
            <a:extLst>
              <a:ext uri="{FF2B5EF4-FFF2-40B4-BE49-F238E27FC236}">
                <a16:creationId xmlns:a16="http://schemas.microsoft.com/office/drawing/2014/main" id="{A9929203-04A5-0650-6123-F8F5BBB76E12}"/>
              </a:ext>
            </a:extLst>
          </p:cNvPr>
          <p:cNvSpPr txBox="1"/>
          <p:nvPr/>
        </p:nvSpPr>
        <p:spPr>
          <a:xfrm>
            <a:off x="0" y="3369250"/>
            <a:ext cx="4741682" cy="830997"/>
          </a:xfrm>
          <a:prstGeom prst="rect">
            <a:avLst/>
          </a:prstGeom>
          <a:noFill/>
        </p:spPr>
        <p:txBody>
          <a:bodyPr wrap="square" rtlCol="0">
            <a:spAutoFit/>
          </a:bodyPr>
          <a:lstStyle/>
          <a:p>
            <a:r>
              <a:rPr lang="zh-CN" altLang="en-US" sz="1600" dirty="0">
                <a:latin typeface="微软雅黑" panose="020B0503020204020204" pitchFamily="34" charset="-122"/>
                <a:ea typeface="微软雅黑" panose="020B0503020204020204" pitchFamily="34" charset="-122"/>
              </a:rPr>
              <a:t>注意这里</a:t>
            </a:r>
            <a:r>
              <a:rPr lang="en-US" altLang="zh-CN" sz="1600" dirty="0">
                <a:latin typeface="微软雅黑" panose="020B0503020204020204" pitchFamily="34" charset="-122"/>
                <a:ea typeface="微软雅黑" panose="020B0503020204020204" pitchFamily="34" charset="-122"/>
              </a:rPr>
              <a:t>1</a:t>
            </a:r>
            <a:r>
              <a:rPr lang="zh-CN" altLang="en-US" sz="1600" dirty="0">
                <a:latin typeface="微软雅黑" panose="020B0503020204020204" pitchFamily="34" charset="-122"/>
                <a:ea typeface="微软雅黑" panose="020B0503020204020204" pitchFamily="34" charset="-122"/>
              </a:rPr>
              <a:t>行的函数类型限定词与</a:t>
            </a:r>
            <a:r>
              <a:rPr lang="en-US" altLang="zh-CN" sz="1600" dirty="0">
                <a:latin typeface="微软雅黑" panose="020B0503020204020204" pitchFamily="34" charset="-122"/>
                <a:ea typeface="微软雅黑" panose="020B0503020204020204" pitchFamily="34" charset="-122"/>
              </a:rPr>
              <a:t>2</a:t>
            </a:r>
            <a:r>
              <a:rPr lang="zh-CN" altLang="en-US" sz="1600" dirty="0">
                <a:latin typeface="微软雅黑" panose="020B0503020204020204" pitchFamily="34" charset="-122"/>
                <a:ea typeface="微软雅黑" panose="020B0503020204020204" pitchFamily="34" charset="-122"/>
              </a:rPr>
              <a:t>，</a:t>
            </a:r>
            <a:r>
              <a:rPr lang="en-US" altLang="zh-CN" sz="1600" dirty="0">
                <a:latin typeface="微软雅黑" panose="020B0503020204020204" pitchFamily="34" charset="-122"/>
                <a:ea typeface="微软雅黑" panose="020B0503020204020204" pitchFamily="34" charset="-122"/>
              </a:rPr>
              <a:t>3</a:t>
            </a:r>
            <a:r>
              <a:rPr lang="zh-CN" altLang="en-US" sz="1600" dirty="0">
                <a:latin typeface="微软雅黑" panose="020B0503020204020204" pitchFamily="34" charset="-122"/>
                <a:ea typeface="微软雅黑" panose="020B0503020204020204" pitchFamily="34" charset="-122"/>
              </a:rPr>
              <a:t>行的坐标计算，</a:t>
            </a:r>
            <a:r>
              <a:rPr lang="en-US" altLang="zh-CN" sz="1600" dirty="0">
                <a:latin typeface="微软雅黑" panose="020B0503020204020204" pitchFamily="34" charset="-122"/>
                <a:ea typeface="微软雅黑" panose="020B0503020204020204" pitchFamily="34" charset="-122"/>
              </a:rPr>
              <a:t>row</a:t>
            </a:r>
            <a:r>
              <a:rPr lang="zh-CN" altLang="en-US" sz="1600" dirty="0">
                <a:latin typeface="微软雅黑" panose="020B0503020204020204" pitchFamily="34" charset="-122"/>
                <a:ea typeface="微软雅黑" panose="020B0503020204020204" pitchFamily="34" charset="-122"/>
              </a:rPr>
              <a:t>对应</a:t>
            </a:r>
            <a:r>
              <a:rPr lang="en-US" altLang="zh-CN" sz="1600" dirty="0" err="1">
                <a:latin typeface="微软雅黑" panose="020B0503020204020204" pitchFamily="34" charset="-122"/>
                <a:ea typeface="微软雅黑" panose="020B0503020204020204" pitchFamily="34" charset="-122"/>
              </a:rPr>
              <a:t>i</a:t>
            </a:r>
            <a:r>
              <a:rPr lang="zh-CN" altLang="en-US" sz="1600" dirty="0">
                <a:latin typeface="微软雅黑" panose="020B0503020204020204" pitchFamily="34" charset="-122"/>
                <a:ea typeface="微软雅黑" panose="020B0503020204020204" pitchFamily="34" charset="-122"/>
              </a:rPr>
              <a:t>，</a:t>
            </a:r>
            <a:r>
              <a:rPr lang="en-US" altLang="zh-CN" sz="1600" dirty="0">
                <a:latin typeface="微软雅黑" panose="020B0503020204020204" pitchFamily="34" charset="-122"/>
                <a:ea typeface="微软雅黑" panose="020B0503020204020204" pitchFamily="34" charset="-122"/>
              </a:rPr>
              <a:t>col</a:t>
            </a:r>
            <a:r>
              <a:rPr lang="zh-CN" altLang="en-US" sz="1600" dirty="0">
                <a:latin typeface="微软雅黑" panose="020B0503020204020204" pitchFamily="34" charset="-122"/>
                <a:ea typeface="微软雅黑" panose="020B0503020204020204" pitchFamily="34" charset="-122"/>
              </a:rPr>
              <a:t>对应</a:t>
            </a:r>
            <a:r>
              <a:rPr lang="en-US" altLang="zh-CN" sz="1600" dirty="0">
                <a:latin typeface="微软雅黑" panose="020B0503020204020204" pitchFamily="34" charset="-122"/>
                <a:ea typeface="微软雅黑" panose="020B0503020204020204" pitchFamily="34" charset="-122"/>
              </a:rPr>
              <a:t>j</a:t>
            </a:r>
            <a:r>
              <a:rPr lang="zh-CN" altLang="en-US" sz="1600" dirty="0">
                <a:latin typeface="微软雅黑" panose="020B0503020204020204" pitchFamily="34" charset="-122"/>
                <a:ea typeface="微软雅黑" panose="020B0503020204020204" pitchFamily="34" charset="-122"/>
              </a:rPr>
              <a:t>。</a:t>
            </a:r>
            <a:r>
              <a:rPr lang="en-US" altLang="zh-CN" sz="1600" dirty="0">
                <a:latin typeface="微软雅黑" panose="020B0503020204020204" pitchFamily="34" charset="-122"/>
                <a:ea typeface="微软雅黑" panose="020B0503020204020204" pitchFamily="34" charset="-122"/>
              </a:rPr>
              <a:t>x</a:t>
            </a:r>
            <a:r>
              <a:rPr lang="zh-CN" altLang="en-US" sz="1600" dirty="0">
                <a:latin typeface="微软雅黑" panose="020B0503020204020204" pitchFamily="34" charset="-122"/>
                <a:ea typeface="微软雅黑" panose="020B0503020204020204" pitchFamily="34" charset="-122"/>
              </a:rPr>
              <a:t>坐标轴对应</a:t>
            </a:r>
            <a:r>
              <a:rPr lang="en-US" altLang="zh-CN" sz="1600" dirty="0">
                <a:latin typeface="微软雅黑" panose="020B0503020204020204" pitchFamily="34" charset="-122"/>
                <a:ea typeface="微软雅黑" panose="020B0503020204020204" pitchFamily="34" charset="-122"/>
              </a:rPr>
              <a:t>col</a:t>
            </a:r>
            <a:r>
              <a:rPr lang="zh-CN" altLang="en-US" sz="1600" dirty="0">
                <a:latin typeface="微软雅黑" panose="020B0503020204020204" pitchFamily="34" charset="-122"/>
                <a:ea typeface="微软雅黑" panose="020B0503020204020204" pitchFamily="34" charset="-122"/>
              </a:rPr>
              <a:t>，</a:t>
            </a:r>
            <a:r>
              <a:rPr lang="en-US" altLang="zh-CN" sz="1600" dirty="0">
                <a:latin typeface="微软雅黑" panose="020B0503020204020204" pitchFamily="34" charset="-122"/>
                <a:ea typeface="微软雅黑" panose="020B0503020204020204" pitchFamily="34" charset="-122"/>
              </a:rPr>
              <a:t>y</a:t>
            </a:r>
            <a:r>
              <a:rPr lang="zh-CN" altLang="en-US" sz="1600" dirty="0">
                <a:latin typeface="微软雅黑" panose="020B0503020204020204" pitchFamily="34" charset="-122"/>
                <a:ea typeface="微软雅黑" panose="020B0503020204020204" pitchFamily="34" charset="-122"/>
              </a:rPr>
              <a:t>坐标轴对应</a:t>
            </a:r>
            <a:r>
              <a:rPr lang="en-US" altLang="zh-CN" sz="1600" dirty="0">
                <a:latin typeface="微软雅黑" panose="020B0503020204020204" pitchFamily="34" charset="-122"/>
                <a:ea typeface="微软雅黑" panose="020B0503020204020204" pitchFamily="34" charset="-122"/>
              </a:rPr>
              <a:t>row</a:t>
            </a:r>
            <a:r>
              <a:rPr lang="zh-CN" altLang="en-US" sz="1600" dirty="0">
                <a:latin typeface="微软雅黑"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4082833425"/>
      </p:ext>
    </p:extLst>
  </p:cSld>
  <p:clrMapOvr>
    <a:masterClrMapping/>
  </p:clrMapOvr>
  <mc:AlternateContent xmlns:mc="http://schemas.openxmlformats.org/markup-compatibility/2006" xmlns:p14="http://schemas.microsoft.com/office/powerpoint/2010/main">
    <mc:Choice Requires="p14">
      <p:transition spd="slow" p14:dur="2000" advTm="13957"/>
    </mc:Choice>
    <mc:Fallback xmlns="">
      <p:transition spd="slow" advTm="13957"/>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7ADBBA-8BE7-F055-2505-8A4C284111A3}"/>
            </a:ext>
          </a:extLst>
        </p:cNvPr>
        <p:cNvGrpSpPr/>
        <p:nvPr/>
      </p:nvGrpSpPr>
      <p:grpSpPr>
        <a:xfrm>
          <a:off x="0" y="0"/>
          <a:ext cx="0" cy="0"/>
          <a:chOff x="0" y="0"/>
          <a:chExt cx="0" cy="0"/>
        </a:xfrm>
      </p:grpSpPr>
      <p:grpSp>
        <p:nvGrpSpPr>
          <p:cNvPr id="16" name="组合 52">
            <a:extLst>
              <a:ext uri="{FF2B5EF4-FFF2-40B4-BE49-F238E27FC236}">
                <a16:creationId xmlns:a16="http://schemas.microsoft.com/office/drawing/2014/main" id="{0132FE17-9227-F2BE-65C4-5461DC2ACB90}"/>
              </a:ext>
            </a:extLst>
          </p:cNvPr>
          <p:cNvGrpSpPr/>
          <p:nvPr/>
        </p:nvGrpSpPr>
        <p:grpSpPr>
          <a:xfrm>
            <a:off x="138564" y="279057"/>
            <a:ext cx="6293973" cy="253916"/>
            <a:chOff x="5637082" y="1769183"/>
            <a:chExt cx="4430606" cy="451405"/>
          </a:xfrm>
        </p:grpSpPr>
        <p:sp>
          <p:nvSpPr>
            <p:cNvPr id="17" name="等腰三角形 53">
              <a:extLst>
                <a:ext uri="{FF2B5EF4-FFF2-40B4-BE49-F238E27FC236}">
                  <a16:creationId xmlns:a16="http://schemas.microsoft.com/office/drawing/2014/main" id="{3E5DC60E-1D51-C834-23B3-DD56E5F245EC}"/>
                </a:ext>
              </a:extLst>
            </p:cNvPr>
            <p:cNvSpPr/>
            <p:nvPr/>
          </p:nvSpPr>
          <p:spPr>
            <a:xfrm rot="5400000">
              <a:off x="5562941" y="1938259"/>
              <a:ext cx="243283" cy="9500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125">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9" name="文本框 18">
              <a:extLst>
                <a:ext uri="{FF2B5EF4-FFF2-40B4-BE49-F238E27FC236}">
                  <a16:creationId xmlns:a16="http://schemas.microsoft.com/office/drawing/2014/main" id="{BFDBACA9-EEB0-2E84-98EA-4095BC8AA6B0}"/>
                </a:ext>
              </a:extLst>
            </p:cNvPr>
            <p:cNvSpPr txBox="1"/>
            <p:nvPr/>
          </p:nvSpPr>
          <p:spPr>
            <a:xfrm flipH="1">
              <a:off x="5746406" y="1769183"/>
              <a:ext cx="4321282" cy="451405"/>
            </a:xfrm>
            <a:prstGeom prst="rect">
              <a:avLst/>
            </a:prstGeom>
            <a:noFill/>
          </p:spPr>
          <p:txBody>
            <a:bodyPr wrap="square" rtlCol="0">
              <a:spAutoFit/>
            </a:bodyPr>
            <a:lstStyle/>
            <a:p>
              <a:r>
                <a:rPr lang="en-US" altLang="zh-CN" sz="105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Lab5</a:t>
              </a:r>
              <a:r>
                <a:rPr lang="zh-CN" altLang="en-US" sz="105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实验讲解 </a:t>
              </a:r>
              <a:r>
                <a:rPr lang="en-US" altLang="zh-CN" sz="105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050" b="1" dirty="0">
                  <a:solidFill>
                    <a:schemeClr val="bg1"/>
                  </a:solidFill>
                  <a:latin typeface="微软雅黑" panose="020B0503020204020204" pitchFamily="34" charset="-122"/>
                  <a:ea typeface="微软雅黑" panose="020B0503020204020204" pitchFamily="34" charset="-122"/>
                </a:rPr>
                <a:t>GPU</a:t>
              </a:r>
              <a:r>
                <a:rPr lang="zh-CN" altLang="en-US" sz="1050" b="1" dirty="0">
                  <a:solidFill>
                    <a:schemeClr val="bg1"/>
                  </a:solidFill>
                  <a:latin typeface="微软雅黑" panose="020B0503020204020204" pitchFamily="34" charset="-122"/>
                  <a:ea typeface="微软雅黑" panose="020B0503020204020204" pitchFamily="34" charset="-122"/>
                </a:rPr>
                <a:t>实验简介</a:t>
              </a:r>
            </a:p>
          </p:txBody>
        </p:sp>
      </p:grpSp>
      <p:sp>
        <p:nvSpPr>
          <p:cNvPr id="6" name="矩形 5">
            <a:extLst>
              <a:ext uri="{FF2B5EF4-FFF2-40B4-BE49-F238E27FC236}">
                <a16:creationId xmlns:a16="http://schemas.microsoft.com/office/drawing/2014/main" id="{C61833DC-91CC-9BAC-0652-7A0E171771B4}"/>
              </a:ext>
            </a:extLst>
          </p:cNvPr>
          <p:cNvSpPr/>
          <p:nvPr/>
        </p:nvSpPr>
        <p:spPr>
          <a:xfrm>
            <a:off x="138564" y="848265"/>
            <a:ext cx="2776722" cy="418191"/>
          </a:xfrm>
          <a:prstGeom prst="rect">
            <a:avLst/>
          </a:prstGeom>
        </p:spPr>
        <p:txBody>
          <a:bodyPr wrap="none">
            <a:spAutoFit/>
          </a:bodyPr>
          <a:lstStyle/>
          <a:p>
            <a:pPr>
              <a:lnSpc>
                <a:spcPct val="150000"/>
              </a:lnSpc>
            </a:pPr>
            <a:r>
              <a:rPr lang="en-US" altLang="zh-CN" sz="1600" b="1" dirty="0">
                <a:latin typeface="微软雅黑" panose="020B0503020204020204" pitchFamily="34" charset="-122"/>
                <a:ea typeface="微软雅黑" panose="020B0503020204020204" pitchFamily="34" charset="-122"/>
              </a:rPr>
              <a:t>GPU</a:t>
            </a:r>
            <a:r>
              <a:rPr lang="zh-CN" altLang="en-US" sz="1600" b="1" dirty="0">
                <a:latin typeface="微软雅黑" panose="020B0503020204020204" pitchFamily="34" charset="-122"/>
                <a:ea typeface="微软雅黑" panose="020B0503020204020204" pitchFamily="34" charset="-122"/>
              </a:rPr>
              <a:t>实验简介</a:t>
            </a:r>
            <a:r>
              <a:rPr lang="en-US" altLang="zh-CN" sz="1600" b="1" dirty="0">
                <a:latin typeface="微软雅黑" panose="020B0503020204020204" pitchFamily="34" charset="-122"/>
                <a:ea typeface="微软雅黑" panose="020B0503020204020204" pitchFamily="34" charset="-122"/>
              </a:rPr>
              <a:t>-</a:t>
            </a:r>
            <a:r>
              <a:rPr lang="zh-CN" altLang="en-US" sz="1600" b="1" dirty="0">
                <a:latin typeface="微软雅黑" panose="020B0503020204020204" pitchFamily="34" charset="-122"/>
                <a:ea typeface="微软雅黑" panose="020B0503020204020204" pitchFamily="34" charset="-122"/>
              </a:rPr>
              <a:t>分块矩阵乘法</a:t>
            </a:r>
          </a:p>
        </p:txBody>
      </p:sp>
      <p:pic>
        <p:nvPicPr>
          <p:cNvPr id="5" name="图片 4">
            <a:extLst>
              <a:ext uri="{FF2B5EF4-FFF2-40B4-BE49-F238E27FC236}">
                <a16:creationId xmlns:a16="http://schemas.microsoft.com/office/drawing/2014/main" id="{A355FF11-4126-AFA5-F761-D0C0260B439F}"/>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3214071" y="1266457"/>
            <a:ext cx="5801490" cy="5096635"/>
          </a:xfrm>
          <a:prstGeom prst="rect">
            <a:avLst/>
          </a:prstGeom>
        </p:spPr>
      </p:pic>
      <p:sp>
        <p:nvSpPr>
          <p:cNvPr id="3" name="矩形 2">
            <a:extLst>
              <a:ext uri="{FF2B5EF4-FFF2-40B4-BE49-F238E27FC236}">
                <a16:creationId xmlns:a16="http://schemas.microsoft.com/office/drawing/2014/main" id="{D0E2EE27-1EFA-243F-F1CB-8DBF3387E268}"/>
              </a:ext>
            </a:extLst>
          </p:cNvPr>
          <p:cNvSpPr/>
          <p:nvPr/>
        </p:nvSpPr>
        <p:spPr>
          <a:xfrm>
            <a:off x="400521" y="1384572"/>
            <a:ext cx="5368683" cy="1895519"/>
          </a:xfrm>
          <a:prstGeom prst="rect">
            <a:avLst/>
          </a:prstGeom>
        </p:spPr>
        <p:txBody>
          <a:bodyPr wrap="square">
            <a:spAutoFit/>
          </a:bodyPr>
          <a:lstStyle/>
          <a:p>
            <a:pPr>
              <a:lnSpc>
                <a:spcPct val="150000"/>
              </a:lnSpc>
            </a:pPr>
            <a:r>
              <a:rPr lang="zh-CN" altLang="en-US" sz="1600" dirty="0">
                <a:latin typeface="微软雅黑" panose="020B0503020204020204" pitchFamily="34" charset="-122"/>
                <a:ea typeface="微软雅黑" panose="020B0503020204020204" pitchFamily="34" charset="-122"/>
              </a:rPr>
              <a:t>基础矩阵乘法存在一个重大缺陷：所有</a:t>
            </a:r>
            <a:r>
              <a:rPr lang="en-US" altLang="zh-CN" sz="1600" dirty="0">
                <a:latin typeface="微软雅黑" panose="020B0503020204020204" pitchFamily="34" charset="-122"/>
                <a:ea typeface="微软雅黑" panose="020B0503020204020204" pitchFamily="34" charset="-122"/>
              </a:rPr>
              <a:t>A</a:t>
            </a:r>
            <a:r>
              <a:rPr lang="zh-CN" altLang="en-US" sz="1600" dirty="0">
                <a:latin typeface="微软雅黑" panose="020B0503020204020204" pitchFamily="34" charset="-122"/>
                <a:ea typeface="微软雅黑" panose="020B0503020204020204" pitchFamily="34" charset="-122"/>
              </a:rPr>
              <a:t>、</a:t>
            </a:r>
            <a:r>
              <a:rPr lang="en-US" altLang="zh-CN" sz="1600" dirty="0">
                <a:latin typeface="微软雅黑" panose="020B0503020204020204" pitchFamily="34" charset="-122"/>
                <a:ea typeface="微软雅黑" panose="020B0503020204020204" pitchFamily="34" charset="-122"/>
              </a:rPr>
              <a:t>B</a:t>
            </a:r>
            <a:r>
              <a:rPr lang="zh-CN" altLang="en-US" sz="1600" dirty="0">
                <a:latin typeface="微软雅黑" panose="020B0503020204020204" pitchFamily="34" charset="-122"/>
                <a:ea typeface="微软雅黑" panose="020B0503020204020204" pitchFamily="34" charset="-122"/>
              </a:rPr>
              <a:t>矩阵的值都需要从</a:t>
            </a:r>
            <a:r>
              <a:rPr lang="en-US" altLang="zh-CN" sz="1600" dirty="0">
                <a:latin typeface="微软雅黑" panose="020B0503020204020204" pitchFamily="34" charset="-122"/>
                <a:ea typeface="微软雅黑" panose="020B0503020204020204" pitchFamily="34" charset="-122"/>
              </a:rPr>
              <a:t>GPU global memory</a:t>
            </a:r>
            <a:r>
              <a:rPr lang="zh-CN" altLang="en-US" sz="1600" dirty="0">
                <a:latin typeface="微软雅黑" panose="020B0503020204020204" pitchFamily="34" charset="-122"/>
                <a:ea typeface="微软雅黑" panose="020B0503020204020204" pitchFamily="34" charset="-122"/>
              </a:rPr>
              <a:t>中取出。注意到基础矩阵乘法线程之间使用的数据有重合，一个自然的想法是能否利用每个</a:t>
            </a:r>
            <a:r>
              <a:rPr lang="en-US" altLang="zh-CN" sz="1600" dirty="0">
                <a:latin typeface="微软雅黑" panose="020B0503020204020204" pitchFamily="34" charset="-122"/>
                <a:ea typeface="微软雅黑" panose="020B0503020204020204" pitchFamily="34" charset="-122"/>
              </a:rPr>
              <a:t>block</a:t>
            </a:r>
            <a:r>
              <a:rPr lang="zh-CN" altLang="en-US" sz="1600" dirty="0">
                <a:latin typeface="微软雅黑" panose="020B0503020204020204" pitchFamily="34" charset="-122"/>
                <a:ea typeface="微软雅黑" panose="020B0503020204020204" pitchFamily="34" charset="-122"/>
              </a:rPr>
              <a:t>的</a:t>
            </a:r>
            <a:r>
              <a:rPr lang="en-US" altLang="zh-CN" sz="1600" dirty="0">
                <a:latin typeface="微软雅黑" panose="020B0503020204020204" pitchFamily="34" charset="-122"/>
                <a:ea typeface="微软雅黑" panose="020B0503020204020204" pitchFamily="34" charset="-122"/>
              </a:rPr>
              <a:t>shared memory</a:t>
            </a:r>
            <a:r>
              <a:rPr lang="zh-CN" altLang="en-US" sz="1600" dirty="0">
                <a:latin typeface="微软雅黑" panose="020B0503020204020204" pitchFamily="34" charset="-122"/>
                <a:ea typeface="微软雅黑" panose="020B0503020204020204" pitchFamily="34" charset="-122"/>
              </a:rPr>
              <a:t>减少对</a:t>
            </a:r>
            <a:r>
              <a:rPr lang="en-US" altLang="zh-CN" sz="1600" dirty="0">
                <a:latin typeface="微软雅黑" panose="020B0503020204020204" pitchFamily="34" charset="-122"/>
                <a:ea typeface="微软雅黑" panose="020B0503020204020204" pitchFamily="34" charset="-122"/>
              </a:rPr>
              <a:t>global memory</a:t>
            </a:r>
            <a:r>
              <a:rPr lang="zh-CN" altLang="en-US" sz="1600" dirty="0">
                <a:latin typeface="微软雅黑" panose="020B0503020204020204" pitchFamily="34" charset="-122"/>
                <a:ea typeface="微软雅黑" panose="020B0503020204020204" pitchFamily="34" charset="-122"/>
              </a:rPr>
              <a:t>的访问。</a:t>
            </a:r>
            <a:endParaRPr lang="en-US" altLang="zh-CN" sz="1600" dirty="0">
              <a:latin typeface="微软雅黑" panose="020B0503020204020204" pitchFamily="34" charset="-122"/>
              <a:ea typeface="微软雅黑" panose="020B0503020204020204" pitchFamily="34" charset="-122"/>
            </a:endParaRPr>
          </a:p>
        </p:txBody>
      </p:sp>
      <p:sp>
        <p:nvSpPr>
          <p:cNvPr id="7" name="文本框 6">
            <a:extLst>
              <a:ext uri="{FF2B5EF4-FFF2-40B4-BE49-F238E27FC236}">
                <a16:creationId xmlns:a16="http://schemas.microsoft.com/office/drawing/2014/main" id="{F0213E90-3929-9AE2-C886-5A887D575FE0}"/>
              </a:ext>
            </a:extLst>
          </p:cNvPr>
          <p:cNvSpPr txBox="1"/>
          <p:nvPr/>
        </p:nvSpPr>
        <p:spPr>
          <a:xfrm>
            <a:off x="357686" y="3280091"/>
            <a:ext cx="3005515" cy="2062103"/>
          </a:xfrm>
          <a:prstGeom prst="rect">
            <a:avLst/>
          </a:prstGeom>
          <a:noFill/>
        </p:spPr>
        <p:txBody>
          <a:bodyPr wrap="square" rtlCol="0">
            <a:spAutoFit/>
          </a:bodyPr>
          <a:lstStyle/>
          <a:p>
            <a:r>
              <a:rPr lang="zh-CN" altLang="en-US" sz="1600" dirty="0">
                <a:latin typeface="微软雅黑" panose="020B0503020204020204" pitchFamily="34" charset="-122"/>
                <a:ea typeface="微软雅黑" panose="020B0503020204020204" pitchFamily="34" charset="-122"/>
              </a:rPr>
              <a:t>于是可以将</a:t>
            </a:r>
            <a:r>
              <a:rPr lang="en-US" altLang="zh-CN" sz="1600" dirty="0">
                <a:latin typeface="微软雅黑" panose="020B0503020204020204" pitchFamily="34" charset="-122"/>
                <a:ea typeface="微软雅黑" panose="020B0503020204020204" pitchFamily="34" charset="-122"/>
              </a:rPr>
              <a:t>A</a:t>
            </a:r>
            <a:r>
              <a:rPr lang="zh-CN" altLang="en-US" sz="1600" dirty="0">
                <a:latin typeface="微软雅黑" panose="020B0503020204020204" pitchFamily="34" charset="-122"/>
                <a:ea typeface="微软雅黑" panose="020B0503020204020204" pitchFamily="34" charset="-122"/>
              </a:rPr>
              <a:t>、</a:t>
            </a:r>
            <a:r>
              <a:rPr lang="en-US" altLang="zh-CN" sz="1600" dirty="0">
                <a:latin typeface="微软雅黑" panose="020B0503020204020204" pitchFamily="34" charset="-122"/>
                <a:ea typeface="微软雅黑" panose="020B0503020204020204" pitchFamily="34" charset="-122"/>
              </a:rPr>
              <a:t>B</a:t>
            </a:r>
            <a:r>
              <a:rPr lang="zh-CN" altLang="en-US" sz="1600" dirty="0">
                <a:latin typeface="微软雅黑" panose="020B0503020204020204" pitchFamily="34" charset="-122"/>
                <a:ea typeface="微软雅黑" panose="020B0503020204020204" pitchFamily="34" charset="-122"/>
              </a:rPr>
              <a:t>、</a:t>
            </a:r>
            <a:r>
              <a:rPr lang="en-US" altLang="zh-CN" sz="1600" dirty="0">
                <a:latin typeface="微软雅黑" panose="020B0503020204020204" pitchFamily="34" charset="-122"/>
                <a:ea typeface="微软雅黑" panose="020B0503020204020204" pitchFamily="34" charset="-122"/>
              </a:rPr>
              <a:t>C</a:t>
            </a:r>
            <a:r>
              <a:rPr lang="zh-CN" altLang="en-US" sz="1600" dirty="0">
                <a:latin typeface="微软雅黑" panose="020B0503020204020204" pitchFamily="34" charset="-122"/>
                <a:ea typeface="微软雅黑" panose="020B0503020204020204" pitchFamily="34" charset="-122"/>
              </a:rPr>
              <a:t>矩阵分块，每块由一个</a:t>
            </a:r>
            <a:r>
              <a:rPr lang="en-US" altLang="zh-CN" sz="1600" dirty="0">
                <a:latin typeface="微软雅黑" panose="020B0503020204020204" pitchFamily="34" charset="-122"/>
                <a:ea typeface="微软雅黑" panose="020B0503020204020204" pitchFamily="34" charset="-122"/>
              </a:rPr>
              <a:t>block</a:t>
            </a:r>
            <a:r>
              <a:rPr lang="zh-CN" altLang="en-US" sz="1600" dirty="0">
                <a:latin typeface="微软雅黑" panose="020B0503020204020204" pitchFamily="34" charset="-122"/>
                <a:ea typeface="微软雅黑" panose="020B0503020204020204" pitchFamily="34" charset="-122"/>
              </a:rPr>
              <a:t>的线程负责。一个</a:t>
            </a:r>
            <a:r>
              <a:rPr lang="en-US" altLang="zh-CN" sz="1600" dirty="0">
                <a:latin typeface="微软雅黑" panose="020B0503020204020204" pitchFamily="34" charset="-122"/>
                <a:ea typeface="微软雅黑" panose="020B0503020204020204" pitchFamily="34" charset="-122"/>
              </a:rPr>
              <a:t>block</a:t>
            </a:r>
            <a:r>
              <a:rPr lang="zh-CN" altLang="en-US" sz="1600" dirty="0">
                <a:latin typeface="微软雅黑" panose="020B0503020204020204" pitchFamily="34" charset="-122"/>
                <a:ea typeface="微软雅黑" panose="020B0503020204020204" pitchFamily="34" charset="-122"/>
              </a:rPr>
              <a:t>内的线程一起将</a:t>
            </a:r>
            <a:r>
              <a:rPr lang="en-US" altLang="zh-CN" sz="1600" dirty="0">
                <a:latin typeface="微软雅黑" panose="020B0503020204020204" pitchFamily="34" charset="-122"/>
                <a:ea typeface="微软雅黑" panose="020B0503020204020204" pitchFamily="34" charset="-122"/>
              </a:rPr>
              <a:t>A</a:t>
            </a:r>
            <a:r>
              <a:rPr lang="zh-CN" altLang="en-US" sz="1600" dirty="0">
                <a:latin typeface="微软雅黑" panose="020B0503020204020204" pitchFamily="34" charset="-122"/>
                <a:ea typeface="微软雅黑" panose="020B0503020204020204" pitchFamily="34" charset="-122"/>
              </a:rPr>
              <a:t>矩阵的一块及</a:t>
            </a:r>
            <a:r>
              <a:rPr lang="en-US" altLang="zh-CN" sz="1600" dirty="0">
                <a:latin typeface="微软雅黑" panose="020B0503020204020204" pitchFamily="34" charset="-122"/>
                <a:ea typeface="微软雅黑" panose="020B0503020204020204" pitchFamily="34" charset="-122"/>
              </a:rPr>
              <a:t>B</a:t>
            </a:r>
            <a:r>
              <a:rPr lang="zh-CN" altLang="en-US" sz="1600" dirty="0">
                <a:latin typeface="微软雅黑" panose="020B0503020204020204" pitchFamily="34" charset="-122"/>
                <a:ea typeface="微软雅黑" panose="020B0503020204020204" pitchFamily="34" charset="-122"/>
              </a:rPr>
              <a:t>矩阵的一块搬入</a:t>
            </a:r>
            <a:r>
              <a:rPr lang="en-US" altLang="zh-CN" sz="1600" dirty="0">
                <a:latin typeface="微软雅黑" panose="020B0503020204020204" pitchFamily="34" charset="-122"/>
                <a:ea typeface="微软雅黑" panose="020B0503020204020204" pitchFamily="34" charset="-122"/>
              </a:rPr>
              <a:t>shared memory</a:t>
            </a:r>
            <a:r>
              <a:rPr lang="zh-CN" altLang="en-US" sz="1600" dirty="0">
                <a:latin typeface="微软雅黑" panose="020B0503020204020204" pitchFamily="34" charset="-122"/>
                <a:ea typeface="微软雅黑" panose="020B0503020204020204" pitchFamily="34" charset="-122"/>
              </a:rPr>
              <a:t>中，后续计算时从</a:t>
            </a:r>
            <a:r>
              <a:rPr lang="en-US" altLang="zh-CN" sz="1600" dirty="0">
                <a:latin typeface="微软雅黑" panose="020B0503020204020204" pitchFamily="34" charset="-122"/>
                <a:ea typeface="微软雅黑" panose="020B0503020204020204" pitchFamily="34" charset="-122"/>
              </a:rPr>
              <a:t>shared memory</a:t>
            </a:r>
            <a:r>
              <a:rPr lang="zh-CN" altLang="en-US" sz="1600" dirty="0">
                <a:latin typeface="微软雅黑" panose="020B0503020204020204" pitchFamily="34" charset="-122"/>
                <a:ea typeface="微软雅黑" panose="020B0503020204020204" pitchFamily="34" charset="-122"/>
              </a:rPr>
              <a:t>中读取所需值，等待所有</a:t>
            </a:r>
            <a:r>
              <a:rPr lang="en-US" altLang="zh-CN" sz="1600" dirty="0">
                <a:latin typeface="微软雅黑" panose="020B0503020204020204" pitchFamily="34" charset="-122"/>
                <a:ea typeface="微软雅黑" panose="020B0503020204020204" pitchFamily="34" charset="-122"/>
              </a:rPr>
              <a:t>block</a:t>
            </a:r>
            <a:r>
              <a:rPr lang="zh-CN" altLang="en-US" sz="1600" dirty="0">
                <a:latin typeface="微软雅黑" panose="020B0503020204020204" pitchFamily="34" charset="-122"/>
                <a:ea typeface="微软雅黑" panose="020B0503020204020204" pitchFamily="34" charset="-122"/>
              </a:rPr>
              <a:t>内线程计算结束后再处理下一块。</a:t>
            </a:r>
          </a:p>
        </p:txBody>
      </p:sp>
    </p:spTree>
    <p:extLst>
      <p:ext uri="{BB962C8B-B14F-4D97-AF65-F5344CB8AC3E}">
        <p14:creationId xmlns:p14="http://schemas.microsoft.com/office/powerpoint/2010/main" val="3617132369"/>
      </p:ext>
    </p:extLst>
  </p:cSld>
  <p:clrMapOvr>
    <a:masterClrMapping/>
  </p:clrMapOvr>
  <mc:AlternateContent xmlns:mc="http://schemas.openxmlformats.org/markup-compatibility/2006" xmlns:p14="http://schemas.microsoft.com/office/powerpoint/2010/main">
    <mc:Choice Requires="p14">
      <p:transition spd="slow" p14:dur="2000" advTm="13957"/>
    </mc:Choice>
    <mc:Fallback xmlns="">
      <p:transition spd="slow" advTm="13957"/>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1B0BA6-766A-E0C0-0EB3-79796732E6EC}"/>
            </a:ext>
          </a:extLst>
        </p:cNvPr>
        <p:cNvGrpSpPr/>
        <p:nvPr/>
      </p:nvGrpSpPr>
      <p:grpSpPr>
        <a:xfrm>
          <a:off x="0" y="0"/>
          <a:ext cx="0" cy="0"/>
          <a:chOff x="0" y="0"/>
          <a:chExt cx="0" cy="0"/>
        </a:xfrm>
      </p:grpSpPr>
      <p:grpSp>
        <p:nvGrpSpPr>
          <p:cNvPr id="16" name="组合 52">
            <a:extLst>
              <a:ext uri="{FF2B5EF4-FFF2-40B4-BE49-F238E27FC236}">
                <a16:creationId xmlns:a16="http://schemas.microsoft.com/office/drawing/2014/main" id="{1170D299-4567-6038-FD10-B8D3C16F902F}"/>
              </a:ext>
            </a:extLst>
          </p:cNvPr>
          <p:cNvGrpSpPr/>
          <p:nvPr/>
        </p:nvGrpSpPr>
        <p:grpSpPr>
          <a:xfrm>
            <a:off x="138564" y="279057"/>
            <a:ext cx="6293973" cy="253916"/>
            <a:chOff x="5637082" y="1769183"/>
            <a:chExt cx="4430606" cy="451405"/>
          </a:xfrm>
        </p:grpSpPr>
        <p:sp>
          <p:nvSpPr>
            <p:cNvPr id="17" name="等腰三角形 53">
              <a:extLst>
                <a:ext uri="{FF2B5EF4-FFF2-40B4-BE49-F238E27FC236}">
                  <a16:creationId xmlns:a16="http://schemas.microsoft.com/office/drawing/2014/main" id="{4A6B3DD5-2FC8-F5AF-6EF7-480F801E98E8}"/>
                </a:ext>
              </a:extLst>
            </p:cNvPr>
            <p:cNvSpPr/>
            <p:nvPr/>
          </p:nvSpPr>
          <p:spPr>
            <a:xfrm rot="5400000">
              <a:off x="5562941" y="1938259"/>
              <a:ext cx="243283" cy="9500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125">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9" name="文本框 18">
              <a:extLst>
                <a:ext uri="{FF2B5EF4-FFF2-40B4-BE49-F238E27FC236}">
                  <a16:creationId xmlns:a16="http://schemas.microsoft.com/office/drawing/2014/main" id="{5CE6E4CE-BF92-081D-7ADF-F193C62083B1}"/>
                </a:ext>
              </a:extLst>
            </p:cNvPr>
            <p:cNvSpPr txBox="1"/>
            <p:nvPr/>
          </p:nvSpPr>
          <p:spPr>
            <a:xfrm flipH="1">
              <a:off x="5746406" y="1769183"/>
              <a:ext cx="4321282" cy="451405"/>
            </a:xfrm>
            <a:prstGeom prst="rect">
              <a:avLst/>
            </a:prstGeom>
            <a:noFill/>
          </p:spPr>
          <p:txBody>
            <a:bodyPr wrap="square" rtlCol="0">
              <a:spAutoFit/>
            </a:bodyPr>
            <a:lstStyle/>
            <a:p>
              <a:r>
                <a:rPr lang="en-US" altLang="zh-CN" sz="105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Lab5</a:t>
              </a:r>
              <a:r>
                <a:rPr lang="zh-CN" altLang="en-US" sz="105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实验讲解 </a:t>
              </a:r>
              <a:r>
                <a:rPr lang="en-US" altLang="zh-CN" sz="105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050" b="1" dirty="0">
                  <a:solidFill>
                    <a:schemeClr val="bg1"/>
                  </a:solidFill>
                  <a:latin typeface="微软雅黑" panose="020B0503020204020204" pitchFamily="34" charset="-122"/>
                  <a:ea typeface="微软雅黑" panose="020B0503020204020204" pitchFamily="34" charset="-122"/>
                </a:rPr>
                <a:t>GPU</a:t>
              </a:r>
              <a:r>
                <a:rPr lang="zh-CN" altLang="en-US" sz="1050" b="1" dirty="0">
                  <a:solidFill>
                    <a:schemeClr val="bg1"/>
                  </a:solidFill>
                  <a:latin typeface="微软雅黑" panose="020B0503020204020204" pitchFamily="34" charset="-122"/>
                  <a:ea typeface="微软雅黑" panose="020B0503020204020204" pitchFamily="34" charset="-122"/>
                </a:rPr>
                <a:t>实验简介</a:t>
              </a:r>
            </a:p>
          </p:txBody>
        </p:sp>
      </p:grpSp>
      <p:sp>
        <p:nvSpPr>
          <p:cNvPr id="6" name="矩形 5">
            <a:extLst>
              <a:ext uri="{FF2B5EF4-FFF2-40B4-BE49-F238E27FC236}">
                <a16:creationId xmlns:a16="http://schemas.microsoft.com/office/drawing/2014/main" id="{C8F054C7-B3DA-F0AE-6162-52739186967B}"/>
              </a:ext>
            </a:extLst>
          </p:cNvPr>
          <p:cNvSpPr/>
          <p:nvPr/>
        </p:nvSpPr>
        <p:spPr>
          <a:xfrm>
            <a:off x="138564" y="848265"/>
            <a:ext cx="2776722" cy="418191"/>
          </a:xfrm>
          <a:prstGeom prst="rect">
            <a:avLst/>
          </a:prstGeom>
        </p:spPr>
        <p:txBody>
          <a:bodyPr wrap="none">
            <a:spAutoFit/>
          </a:bodyPr>
          <a:lstStyle/>
          <a:p>
            <a:pPr>
              <a:lnSpc>
                <a:spcPct val="150000"/>
              </a:lnSpc>
            </a:pPr>
            <a:r>
              <a:rPr lang="en-US" altLang="zh-CN" sz="1600" b="1" dirty="0">
                <a:latin typeface="微软雅黑" panose="020B0503020204020204" pitchFamily="34" charset="-122"/>
                <a:ea typeface="微软雅黑" panose="020B0503020204020204" pitchFamily="34" charset="-122"/>
              </a:rPr>
              <a:t>GPU</a:t>
            </a:r>
            <a:r>
              <a:rPr lang="zh-CN" altLang="en-US" sz="1600" b="1" dirty="0">
                <a:latin typeface="微软雅黑" panose="020B0503020204020204" pitchFamily="34" charset="-122"/>
                <a:ea typeface="微软雅黑" panose="020B0503020204020204" pitchFamily="34" charset="-122"/>
              </a:rPr>
              <a:t>实验简介</a:t>
            </a:r>
            <a:r>
              <a:rPr lang="en-US" altLang="zh-CN" sz="1600" b="1" dirty="0">
                <a:latin typeface="微软雅黑" panose="020B0503020204020204" pitchFamily="34" charset="-122"/>
                <a:ea typeface="微软雅黑" panose="020B0503020204020204" pitchFamily="34" charset="-122"/>
              </a:rPr>
              <a:t>-</a:t>
            </a:r>
            <a:r>
              <a:rPr lang="zh-CN" altLang="en-US" sz="1600" b="1" dirty="0">
                <a:latin typeface="微软雅黑" panose="020B0503020204020204" pitchFamily="34" charset="-122"/>
                <a:ea typeface="微软雅黑" panose="020B0503020204020204" pitchFamily="34" charset="-122"/>
              </a:rPr>
              <a:t>分块矩阵乘法</a:t>
            </a:r>
          </a:p>
        </p:txBody>
      </p:sp>
      <p:pic>
        <p:nvPicPr>
          <p:cNvPr id="5" name="图片 4">
            <a:extLst>
              <a:ext uri="{FF2B5EF4-FFF2-40B4-BE49-F238E27FC236}">
                <a16:creationId xmlns:a16="http://schemas.microsoft.com/office/drawing/2014/main" id="{D59FE571-119D-8D29-342F-C14EE54A7A6D}"/>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834873" y="2648932"/>
            <a:ext cx="4227821" cy="3714160"/>
          </a:xfrm>
          <a:prstGeom prst="rect">
            <a:avLst/>
          </a:prstGeom>
        </p:spPr>
      </p:pic>
      <p:sp>
        <p:nvSpPr>
          <p:cNvPr id="3" name="矩形 2">
            <a:extLst>
              <a:ext uri="{FF2B5EF4-FFF2-40B4-BE49-F238E27FC236}">
                <a16:creationId xmlns:a16="http://schemas.microsoft.com/office/drawing/2014/main" id="{15827279-8714-D0D5-F7FE-4989A480F7D1}"/>
              </a:ext>
            </a:extLst>
          </p:cNvPr>
          <p:cNvSpPr/>
          <p:nvPr/>
        </p:nvSpPr>
        <p:spPr>
          <a:xfrm>
            <a:off x="400521" y="1384572"/>
            <a:ext cx="8272139" cy="3870483"/>
          </a:xfrm>
          <a:prstGeom prst="rect">
            <a:avLst/>
          </a:prstGeom>
        </p:spPr>
        <p:txBody>
          <a:bodyPr wrap="square">
            <a:spAutoFit/>
          </a:bodyPr>
          <a:lstStyle/>
          <a:p>
            <a:pPr marL="342900" indent="-342900">
              <a:lnSpc>
                <a:spcPts val="1425"/>
              </a:lnSpc>
              <a:buClr>
                <a:schemeClr val="tx1"/>
              </a:buClr>
              <a:buFont typeface="+mj-lt"/>
              <a:buAutoNum type="arabicPeriod"/>
            </a:pPr>
            <a:r>
              <a:rPr lang="en-US" altLang="zh-CN" sz="1600" b="0" dirty="0">
                <a:solidFill>
                  <a:srgbClr val="0000FF"/>
                </a:solidFill>
                <a:effectLst/>
                <a:latin typeface="Consolas" panose="020B0609020204030204" pitchFamily="49" charset="0"/>
              </a:rPr>
              <a:t>#define </a:t>
            </a:r>
            <a:r>
              <a:rPr lang="en-US" altLang="zh-CN" sz="1600" b="0" dirty="0" err="1">
                <a:solidFill>
                  <a:srgbClr val="0000FF"/>
                </a:solidFill>
                <a:effectLst/>
                <a:latin typeface="Consolas" panose="020B0609020204030204" pitchFamily="49" charset="0"/>
              </a:rPr>
              <a:t>Blocksize</a:t>
            </a:r>
            <a:r>
              <a:rPr lang="en-US" altLang="zh-CN" sz="1600" b="0" dirty="0">
                <a:solidFill>
                  <a:srgbClr val="0000FF"/>
                </a:solidFill>
                <a:effectLst/>
                <a:latin typeface="Consolas" panose="020B0609020204030204" pitchFamily="49" charset="0"/>
              </a:rPr>
              <a:t> </a:t>
            </a:r>
            <a:r>
              <a:rPr lang="en-US" altLang="zh-CN" sz="1600" b="0" dirty="0">
                <a:solidFill>
                  <a:srgbClr val="098658"/>
                </a:solidFill>
                <a:effectLst/>
                <a:latin typeface="Consolas" panose="020B0609020204030204" pitchFamily="49" charset="0"/>
              </a:rPr>
              <a:t>16</a:t>
            </a:r>
            <a:endParaRPr lang="en-US" altLang="zh-CN" sz="1600" b="0" dirty="0">
              <a:solidFill>
                <a:srgbClr val="000000"/>
              </a:solidFill>
              <a:effectLst/>
              <a:latin typeface="Consolas" panose="020B0609020204030204" pitchFamily="49" charset="0"/>
            </a:endParaRPr>
          </a:p>
          <a:p>
            <a:pPr marL="342900" indent="-342900">
              <a:lnSpc>
                <a:spcPts val="1425"/>
              </a:lnSpc>
              <a:buClr>
                <a:schemeClr val="tx1"/>
              </a:buClr>
              <a:buFont typeface="+mj-lt"/>
              <a:buAutoNum type="arabicPeriod"/>
            </a:pPr>
            <a:r>
              <a:rPr lang="en-US" altLang="zh-CN" sz="1600" b="0" dirty="0">
                <a:solidFill>
                  <a:srgbClr val="0000FF"/>
                </a:solidFill>
                <a:effectLst/>
                <a:latin typeface="Consolas" panose="020B0609020204030204" pitchFamily="49" charset="0"/>
              </a:rPr>
              <a:t>__global__</a:t>
            </a:r>
            <a:r>
              <a:rPr lang="en-US" altLang="zh-CN" sz="1600" b="0" dirty="0">
                <a:solidFill>
                  <a:srgbClr val="000000"/>
                </a:solidFill>
                <a:effectLst/>
                <a:latin typeface="Consolas" panose="020B0609020204030204" pitchFamily="49" charset="0"/>
              </a:rPr>
              <a:t> </a:t>
            </a:r>
            <a:r>
              <a:rPr lang="en-US" altLang="zh-CN" sz="1600" b="0" dirty="0">
                <a:solidFill>
                  <a:srgbClr val="0000FF"/>
                </a:solidFill>
                <a:effectLst/>
                <a:latin typeface="Consolas" panose="020B0609020204030204" pitchFamily="49" charset="0"/>
              </a:rPr>
              <a:t>void</a:t>
            </a:r>
            <a:r>
              <a:rPr lang="en-US" altLang="zh-CN" sz="1600" b="0" dirty="0">
                <a:solidFill>
                  <a:srgbClr val="000000"/>
                </a:solidFill>
                <a:effectLst/>
                <a:latin typeface="Consolas" panose="020B0609020204030204" pitchFamily="49" charset="0"/>
              </a:rPr>
              <a:t> Matmul2(</a:t>
            </a:r>
            <a:r>
              <a:rPr lang="en-US" altLang="zh-CN" sz="1600" b="0" dirty="0">
                <a:solidFill>
                  <a:srgbClr val="0000FF"/>
                </a:solidFill>
                <a:effectLst/>
                <a:latin typeface="Consolas" panose="020B0609020204030204" pitchFamily="49" charset="0"/>
              </a:rPr>
              <a:t>float</a:t>
            </a:r>
            <a:r>
              <a:rPr lang="en-US" altLang="zh-CN" sz="1600" b="0" dirty="0">
                <a:solidFill>
                  <a:srgbClr val="000000"/>
                </a:solidFill>
                <a:effectLst/>
                <a:latin typeface="Consolas" panose="020B0609020204030204" pitchFamily="49" charset="0"/>
              </a:rPr>
              <a:t> </a:t>
            </a:r>
            <a:r>
              <a:rPr lang="en-US" altLang="zh-CN" sz="1600" b="0" dirty="0">
                <a:solidFill>
                  <a:srgbClr val="0000FF"/>
                </a:solidFill>
                <a:effectLst/>
                <a:latin typeface="Consolas" panose="020B0609020204030204" pitchFamily="49" charset="0"/>
              </a:rPr>
              <a:t>*</a:t>
            </a:r>
            <a:r>
              <a:rPr lang="en-US" altLang="zh-CN" sz="1600" b="0" dirty="0" err="1">
                <a:solidFill>
                  <a:srgbClr val="000000"/>
                </a:solidFill>
                <a:effectLst/>
                <a:latin typeface="Consolas" panose="020B0609020204030204" pitchFamily="49" charset="0"/>
              </a:rPr>
              <a:t>A,</a:t>
            </a:r>
            <a:r>
              <a:rPr lang="en-US" altLang="zh-CN" sz="1600" b="0" dirty="0" err="1">
                <a:solidFill>
                  <a:srgbClr val="0000FF"/>
                </a:solidFill>
                <a:effectLst/>
                <a:latin typeface="Consolas" panose="020B0609020204030204" pitchFamily="49" charset="0"/>
              </a:rPr>
              <a:t>float</a:t>
            </a:r>
            <a:r>
              <a:rPr lang="en-US" altLang="zh-CN" sz="1600" b="0" dirty="0">
                <a:solidFill>
                  <a:srgbClr val="000000"/>
                </a:solidFill>
                <a:effectLst/>
                <a:latin typeface="Consolas" panose="020B0609020204030204" pitchFamily="49" charset="0"/>
              </a:rPr>
              <a:t> </a:t>
            </a:r>
            <a:r>
              <a:rPr lang="en-US" altLang="zh-CN" sz="1600" b="0" dirty="0">
                <a:solidFill>
                  <a:srgbClr val="0000FF"/>
                </a:solidFill>
                <a:effectLst/>
                <a:latin typeface="Consolas" panose="020B0609020204030204" pitchFamily="49" charset="0"/>
              </a:rPr>
              <a:t>*</a:t>
            </a:r>
            <a:r>
              <a:rPr lang="en-US" altLang="zh-CN" sz="1600" b="0" dirty="0" err="1">
                <a:solidFill>
                  <a:srgbClr val="000000"/>
                </a:solidFill>
                <a:effectLst/>
                <a:latin typeface="Consolas" panose="020B0609020204030204" pitchFamily="49" charset="0"/>
              </a:rPr>
              <a:t>B,</a:t>
            </a:r>
            <a:r>
              <a:rPr lang="en-US" altLang="zh-CN" sz="1600" b="0" dirty="0" err="1">
                <a:solidFill>
                  <a:srgbClr val="0000FF"/>
                </a:solidFill>
                <a:effectLst/>
                <a:latin typeface="Consolas" panose="020B0609020204030204" pitchFamily="49" charset="0"/>
              </a:rPr>
              <a:t>float</a:t>
            </a:r>
            <a:r>
              <a:rPr lang="en-US" altLang="zh-CN" sz="1600" b="0" dirty="0">
                <a:solidFill>
                  <a:srgbClr val="000000"/>
                </a:solidFill>
                <a:effectLst/>
                <a:latin typeface="Consolas" panose="020B0609020204030204" pitchFamily="49" charset="0"/>
              </a:rPr>
              <a:t> </a:t>
            </a:r>
            <a:r>
              <a:rPr lang="en-US" altLang="zh-CN" sz="1600" b="0" dirty="0">
                <a:solidFill>
                  <a:srgbClr val="0000FF"/>
                </a:solidFill>
                <a:effectLst/>
                <a:latin typeface="Consolas" panose="020B0609020204030204" pitchFamily="49" charset="0"/>
              </a:rPr>
              <a:t>*</a:t>
            </a:r>
            <a:r>
              <a:rPr lang="en-US" altLang="zh-CN" sz="1600" b="0" dirty="0" err="1">
                <a:solidFill>
                  <a:srgbClr val="000000"/>
                </a:solidFill>
                <a:effectLst/>
                <a:latin typeface="Consolas" panose="020B0609020204030204" pitchFamily="49" charset="0"/>
              </a:rPr>
              <a:t>C,</a:t>
            </a:r>
            <a:r>
              <a:rPr lang="en-US" altLang="zh-CN" sz="1600" b="0" dirty="0" err="1">
                <a:solidFill>
                  <a:srgbClr val="0000FF"/>
                </a:solidFill>
                <a:effectLst/>
                <a:latin typeface="Consolas" panose="020B0609020204030204" pitchFamily="49" charset="0"/>
              </a:rPr>
              <a:t>unsigned</a:t>
            </a:r>
            <a:r>
              <a:rPr lang="en-US" altLang="zh-CN" sz="1600" b="0" dirty="0">
                <a:solidFill>
                  <a:srgbClr val="000000"/>
                </a:solidFill>
                <a:effectLst/>
                <a:latin typeface="Consolas" panose="020B0609020204030204" pitchFamily="49" charset="0"/>
              </a:rPr>
              <a:t> N){</a:t>
            </a:r>
          </a:p>
          <a:p>
            <a:pPr marL="342900" indent="-342900">
              <a:lnSpc>
                <a:spcPts val="1425"/>
              </a:lnSpc>
              <a:buClr>
                <a:schemeClr val="tx1"/>
              </a:buClr>
              <a:buFont typeface="+mj-lt"/>
              <a:buAutoNum type="arabicPeriod"/>
            </a:pPr>
            <a:r>
              <a:rPr lang="en-US" altLang="zh-CN" sz="1600" b="0" dirty="0">
                <a:solidFill>
                  <a:srgbClr val="000000"/>
                </a:solidFill>
                <a:effectLst/>
                <a:latin typeface="Consolas" panose="020B0609020204030204" pitchFamily="49" charset="0"/>
              </a:rPr>
              <a:t>    </a:t>
            </a:r>
            <a:r>
              <a:rPr lang="en-US" altLang="zh-CN" sz="1600" b="0" dirty="0">
                <a:solidFill>
                  <a:srgbClr val="0000FF"/>
                </a:solidFill>
                <a:effectLst/>
                <a:latin typeface="Consolas" panose="020B0609020204030204" pitchFamily="49" charset="0"/>
              </a:rPr>
              <a:t>unsigned</a:t>
            </a:r>
            <a:r>
              <a:rPr lang="en-US" altLang="zh-CN" sz="1600" b="0" dirty="0">
                <a:solidFill>
                  <a:srgbClr val="000000"/>
                </a:solidFill>
                <a:effectLst/>
                <a:latin typeface="Consolas" panose="020B0609020204030204" pitchFamily="49" charset="0"/>
              </a:rPr>
              <a:t> </a:t>
            </a:r>
            <a:r>
              <a:rPr lang="en-US" altLang="zh-CN" sz="1600" b="0" dirty="0" err="1">
                <a:solidFill>
                  <a:srgbClr val="000000"/>
                </a:solidFill>
                <a:effectLst/>
                <a:latin typeface="Consolas" panose="020B0609020204030204" pitchFamily="49" charset="0"/>
              </a:rPr>
              <a:t>tx</a:t>
            </a:r>
            <a:r>
              <a:rPr lang="en-US" altLang="zh-CN" sz="1600" b="0" dirty="0">
                <a:solidFill>
                  <a:srgbClr val="000000"/>
                </a:solidFill>
                <a:effectLst/>
                <a:latin typeface="Consolas" panose="020B0609020204030204" pitchFamily="49" charset="0"/>
              </a:rPr>
              <a:t>=</a:t>
            </a:r>
            <a:r>
              <a:rPr lang="en-US" altLang="zh-CN" sz="1600" b="0" dirty="0" err="1">
                <a:solidFill>
                  <a:srgbClr val="000000"/>
                </a:solidFill>
                <a:effectLst/>
                <a:latin typeface="Consolas" panose="020B0609020204030204" pitchFamily="49" charset="0"/>
              </a:rPr>
              <a:t>threadIdx.x,ty</a:t>
            </a:r>
            <a:r>
              <a:rPr lang="en-US" altLang="zh-CN" sz="1600" b="0" dirty="0">
                <a:solidFill>
                  <a:srgbClr val="000000"/>
                </a:solidFill>
                <a:effectLst/>
                <a:latin typeface="Consolas" panose="020B0609020204030204" pitchFamily="49" charset="0"/>
              </a:rPr>
              <a:t>=</a:t>
            </a:r>
            <a:r>
              <a:rPr lang="en-US" altLang="zh-CN" sz="1600" b="0" dirty="0" err="1">
                <a:solidFill>
                  <a:srgbClr val="000000"/>
                </a:solidFill>
                <a:effectLst/>
                <a:latin typeface="Consolas" panose="020B0609020204030204" pitchFamily="49" charset="0"/>
              </a:rPr>
              <a:t>threadIdx.y</a:t>
            </a:r>
            <a:r>
              <a:rPr lang="en-US" altLang="zh-CN" sz="1600" b="0" dirty="0">
                <a:solidFill>
                  <a:srgbClr val="000000"/>
                </a:solidFill>
                <a:effectLst/>
                <a:latin typeface="Consolas" panose="020B0609020204030204" pitchFamily="49" charset="0"/>
              </a:rPr>
              <a:t>;</a:t>
            </a:r>
          </a:p>
          <a:p>
            <a:pPr marL="342900" indent="-342900">
              <a:lnSpc>
                <a:spcPts val="1425"/>
              </a:lnSpc>
              <a:buClr>
                <a:schemeClr val="tx1"/>
              </a:buClr>
              <a:buFont typeface="+mj-lt"/>
              <a:buAutoNum type="arabicPeriod"/>
            </a:pPr>
            <a:r>
              <a:rPr lang="en-US" altLang="zh-CN" sz="1600" b="0" dirty="0">
                <a:solidFill>
                  <a:srgbClr val="000000"/>
                </a:solidFill>
                <a:effectLst/>
                <a:latin typeface="Consolas" panose="020B0609020204030204" pitchFamily="49" charset="0"/>
              </a:rPr>
              <a:t>    </a:t>
            </a:r>
            <a:r>
              <a:rPr lang="en-US" altLang="zh-CN" sz="1600" b="0" dirty="0">
                <a:solidFill>
                  <a:srgbClr val="0000FF"/>
                </a:solidFill>
                <a:effectLst/>
                <a:latin typeface="Consolas" panose="020B0609020204030204" pitchFamily="49" charset="0"/>
              </a:rPr>
              <a:t>unsigned</a:t>
            </a:r>
            <a:r>
              <a:rPr lang="en-US" altLang="zh-CN" sz="1600" b="0" dirty="0">
                <a:solidFill>
                  <a:srgbClr val="000000"/>
                </a:solidFill>
                <a:effectLst/>
                <a:latin typeface="Consolas" panose="020B0609020204030204" pitchFamily="49" charset="0"/>
              </a:rPr>
              <a:t> bx=</a:t>
            </a:r>
            <a:r>
              <a:rPr lang="en-US" altLang="zh-CN" sz="1600" b="0" dirty="0" err="1">
                <a:solidFill>
                  <a:srgbClr val="000000"/>
                </a:solidFill>
                <a:effectLst/>
                <a:latin typeface="Consolas" panose="020B0609020204030204" pitchFamily="49" charset="0"/>
              </a:rPr>
              <a:t>blockIdx.x,by</a:t>
            </a:r>
            <a:r>
              <a:rPr lang="en-US" altLang="zh-CN" sz="1600" b="0" dirty="0">
                <a:solidFill>
                  <a:srgbClr val="000000"/>
                </a:solidFill>
                <a:effectLst/>
                <a:latin typeface="Consolas" panose="020B0609020204030204" pitchFamily="49" charset="0"/>
              </a:rPr>
              <a:t>=</a:t>
            </a:r>
            <a:r>
              <a:rPr lang="en-US" altLang="zh-CN" sz="1600" b="0" dirty="0" err="1">
                <a:solidFill>
                  <a:srgbClr val="000000"/>
                </a:solidFill>
                <a:effectLst/>
                <a:latin typeface="Consolas" panose="020B0609020204030204" pitchFamily="49" charset="0"/>
              </a:rPr>
              <a:t>blockIdx.y</a:t>
            </a:r>
            <a:r>
              <a:rPr lang="en-US" altLang="zh-CN" sz="1600" b="0" dirty="0">
                <a:solidFill>
                  <a:srgbClr val="000000"/>
                </a:solidFill>
                <a:effectLst/>
                <a:latin typeface="Consolas" panose="020B0609020204030204" pitchFamily="49" charset="0"/>
              </a:rPr>
              <a:t>;</a:t>
            </a:r>
          </a:p>
          <a:p>
            <a:pPr marL="342900" indent="-342900">
              <a:lnSpc>
                <a:spcPts val="1425"/>
              </a:lnSpc>
              <a:buClr>
                <a:schemeClr val="tx1"/>
              </a:buClr>
              <a:buFont typeface="+mj-lt"/>
              <a:buAutoNum type="arabicPeriod"/>
            </a:pPr>
            <a:r>
              <a:rPr lang="en-US" altLang="zh-CN" sz="1600" b="0" dirty="0">
                <a:solidFill>
                  <a:srgbClr val="000000"/>
                </a:solidFill>
                <a:effectLst/>
                <a:latin typeface="Consolas" panose="020B0609020204030204" pitchFamily="49" charset="0"/>
              </a:rPr>
              <a:t>    </a:t>
            </a:r>
            <a:r>
              <a:rPr lang="en-US" altLang="zh-CN" sz="1600" b="0" dirty="0">
                <a:solidFill>
                  <a:srgbClr val="0000FF"/>
                </a:solidFill>
                <a:effectLst/>
                <a:latin typeface="Consolas" panose="020B0609020204030204" pitchFamily="49" charset="0"/>
              </a:rPr>
              <a:t>unsigned</a:t>
            </a:r>
            <a:r>
              <a:rPr lang="en-US" altLang="zh-CN" sz="1600" b="0" dirty="0">
                <a:solidFill>
                  <a:srgbClr val="000000"/>
                </a:solidFill>
                <a:effectLst/>
                <a:latin typeface="Consolas" panose="020B0609020204030204" pitchFamily="49" charset="0"/>
              </a:rPr>
              <a:t> row=by*</a:t>
            </a:r>
            <a:r>
              <a:rPr lang="en-US" altLang="zh-CN" sz="1600" b="0" dirty="0" err="1">
                <a:solidFill>
                  <a:srgbClr val="000000"/>
                </a:solidFill>
                <a:effectLst/>
                <a:latin typeface="Consolas" panose="020B0609020204030204" pitchFamily="49" charset="0"/>
              </a:rPr>
              <a:t>blockDim.y+ty</a:t>
            </a:r>
            <a:r>
              <a:rPr lang="en-US" altLang="zh-CN" sz="1600" b="0" dirty="0">
                <a:solidFill>
                  <a:srgbClr val="000000"/>
                </a:solidFill>
                <a:effectLst/>
                <a:latin typeface="Consolas" panose="020B0609020204030204" pitchFamily="49" charset="0"/>
              </a:rPr>
              <a:t>;</a:t>
            </a:r>
          </a:p>
          <a:p>
            <a:pPr marL="342900" indent="-342900">
              <a:lnSpc>
                <a:spcPts val="1425"/>
              </a:lnSpc>
              <a:buClr>
                <a:schemeClr val="tx1"/>
              </a:buClr>
              <a:buFont typeface="+mj-lt"/>
              <a:buAutoNum type="arabicPeriod"/>
            </a:pPr>
            <a:r>
              <a:rPr lang="en-US" altLang="zh-CN" sz="1600" b="0" dirty="0">
                <a:solidFill>
                  <a:srgbClr val="000000"/>
                </a:solidFill>
                <a:effectLst/>
                <a:latin typeface="Consolas" panose="020B0609020204030204" pitchFamily="49" charset="0"/>
              </a:rPr>
              <a:t>    </a:t>
            </a:r>
            <a:r>
              <a:rPr lang="en-US" altLang="zh-CN" sz="1600" b="0" dirty="0">
                <a:solidFill>
                  <a:srgbClr val="0000FF"/>
                </a:solidFill>
                <a:effectLst/>
                <a:latin typeface="Consolas" panose="020B0609020204030204" pitchFamily="49" charset="0"/>
              </a:rPr>
              <a:t>unsigned</a:t>
            </a:r>
            <a:r>
              <a:rPr lang="en-US" altLang="zh-CN" sz="1600" b="0" dirty="0">
                <a:solidFill>
                  <a:srgbClr val="000000"/>
                </a:solidFill>
                <a:effectLst/>
                <a:latin typeface="Consolas" panose="020B0609020204030204" pitchFamily="49" charset="0"/>
              </a:rPr>
              <a:t> col=bx*</a:t>
            </a:r>
            <a:r>
              <a:rPr lang="en-US" altLang="zh-CN" sz="1600" b="0" dirty="0" err="1">
                <a:solidFill>
                  <a:srgbClr val="000000"/>
                </a:solidFill>
                <a:effectLst/>
                <a:latin typeface="Consolas" panose="020B0609020204030204" pitchFamily="49" charset="0"/>
              </a:rPr>
              <a:t>blockDim.x+tx</a:t>
            </a:r>
            <a:r>
              <a:rPr lang="en-US" altLang="zh-CN" sz="1600" b="0" dirty="0">
                <a:solidFill>
                  <a:srgbClr val="000000"/>
                </a:solidFill>
                <a:effectLst/>
                <a:latin typeface="Consolas" panose="020B0609020204030204" pitchFamily="49" charset="0"/>
              </a:rPr>
              <a:t>;</a:t>
            </a:r>
          </a:p>
          <a:p>
            <a:pPr marL="342900" indent="-342900">
              <a:lnSpc>
                <a:spcPts val="1425"/>
              </a:lnSpc>
              <a:buClr>
                <a:schemeClr val="tx1"/>
              </a:buClr>
              <a:buFont typeface="+mj-lt"/>
              <a:buAutoNum type="arabicPeriod"/>
            </a:pPr>
            <a:r>
              <a:rPr lang="en-US" altLang="zh-CN" sz="1600" b="0" dirty="0">
                <a:solidFill>
                  <a:srgbClr val="000000"/>
                </a:solidFill>
                <a:effectLst/>
                <a:latin typeface="Consolas" panose="020B0609020204030204" pitchFamily="49" charset="0"/>
              </a:rPr>
              <a:t>    </a:t>
            </a:r>
            <a:r>
              <a:rPr lang="en-US" altLang="zh-CN" sz="1600" b="0" dirty="0">
                <a:solidFill>
                  <a:srgbClr val="0000FF"/>
                </a:solidFill>
                <a:effectLst/>
                <a:latin typeface="Consolas" panose="020B0609020204030204" pitchFamily="49" charset="0"/>
              </a:rPr>
              <a:t>__shared__</a:t>
            </a:r>
            <a:r>
              <a:rPr lang="en-US" altLang="zh-CN" sz="1600" b="0" dirty="0">
                <a:solidFill>
                  <a:srgbClr val="000000"/>
                </a:solidFill>
                <a:effectLst/>
                <a:latin typeface="Consolas" panose="020B0609020204030204" pitchFamily="49" charset="0"/>
              </a:rPr>
              <a:t> </a:t>
            </a:r>
            <a:r>
              <a:rPr lang="en-US" altLang="zh-CN" sz="1600" b="0" dirty="0">
                <a:solidFill>
                  <a:srgbClr val="0000FF"/>
                </a:solidFill>
                <a:effectLst/>
                <a:latin typeface="Consolas" panose="020B0609020204030204" pitchFamily="49" charset="0"/>
              </a:rPr>
              <a:t>float</a:t>
            </a:r>
            <a:r>
              <a:rPr lang="en-US" altLang="zh-CN" sz="1600" b="0" dirty="0">
                <a:solidFill>
                  <a:srgbClr val="000000"/>
                </a:solidFill>
                <a:effectLst/>
                <a:latin typeface="Consolas" panose="020B0609020204030204" pitchFamily="49" charset="0"/>
              </a:rPr>
              <a:t> Asub[</a:t>
            </a:r>
            <a:r>
              <a:rPr lang="en-US" altLang="zh-CN" sz="1600" b="0" dirty="0" err="1">
                <a:solidFill>
                  <a:srgbClr val="0000FF"/>
                </a:solidFill>
                <a:effectLst/>
                <a:latin typeface="Consolas" panose="020B0609020204030204" pitchFamily="49" charset="0"/>
              </a:rPr>
              <a:t>Blocksize</a:t>
            </a:r>
            <a:r>
              <a:rPr lang="en-US" altLang="zh-CN" sz="1600" b="0" dirty="0">
                <a:solidFill>
                  <a:srgbClr val="000000"/>
                </a:solidFill>
                <a:effectLst/>
                <a:latin typeface="Consolas" panose="020B0609020204030204" pitchFamily="49" charset="0"/>
              </a:rPr>
              <a:t>][</a:t>
            </a:r>
            <a:r>
              <a:rPr lang="en-US" altLang="zh-CN" sz="1600" b="0" dirty="0" err="1">
                <a:solidFill>
                  <a:srgbClr val="0000FF"/>
                </a:solidFill>
                <a:effectLst/>
                <a:latin typeface="Consolas" panose="020B0609020204030204" pitchFamily="49" charset="0"/>
              </a:rPr>
              <a:t>Blocksize</a:t>
            </a:r>
            <a:r>
              <a:rPr lang="en-US" altLang="zh-CN" sz="1600" b="0" dirty="0">
                <a:solidFill>
                  <a:srgbClr val="000000"/>
                </a:solidFill>
                <a:effectLst/>
                <a:latin typeface="Consolas" panose="020B0609020204030204" pitchFamily="49" charset="0"/>
              </a:rPr>
              <a:t>],</a:t>
            </a:r>
            <a:r>
              <a:rPr lang="en-US" altLang="zh-CN" sz="1600" b="0" dirty="0" err="1">
                <a:solidFill>
                  <a:srgbClr val="000000"/>
                </a:solidFill>
                <a:effectLst/>
                <a:latin typeface="Consolas" panose="020B0609020204030204" pitchFamily="49" charset="0"/>
              </a:rPr>
              <a:t>Bsub</a:t>
            </a:r>
            <a:r>
              <a:rPr lang="en-US" altLang="zh-CN" sz="1600" b="0" dirty="0">
                <a:solidFill>
                  <a:srgbClr val="000000"/>
                </a:solidFill>
                <a:effectLst/>
                <a:latin typeface="Consolas" panose="020B0609020204030204" pitchFamily="49" charset="0"/>
              </a:rPr>
              <a:t>[</a:t>
            </a:r>
            <a:r>
              <a:rPr lang="en-US" altLang="zh-CN" sz="1600" b="0" dirty="0" err="1">
                <a:solidFill>
                  <a:srgbClr val="0000FF"/>
                </a:solidFill>
                <a:effectLst/>
                <a:latin typeface="Consolas" panose="020B0609020204030204" pitchFamily="49" charset="0"/>
              </a:rPr>
              <a:t>Blocksize</a:t>
            </a:r>
            <a:r>
              <a:rPr lang="en-US" altLang="zh-CN" sz="1600" b="0" dirty="0">
                <a:solidFill>
                  <a:srgbClr val="000000"/>
                </a:solidFill>
                <a:effectLst/>
                <a:latin typeface="Consolas" panose="020B0609020204030204" pitchFamily="49" charset="0"/>
              </a:rPr>
              <a:t>][</a:t>
            </a:r>
            <a:r>
              <a:rPr lang="en-US" altLang="zh-CN" sz="1600" b="0" dirty="0" err="1">
                <a:solidFill>
                  <a:srgbClr val="0000FF"/>
                </a:solidFill>
                <a:effectLst/>
                <a:latin typeface="Consolas" panose="020B0609020204030204" pitchFamily="49" charset="0"/>
              </a:rPr>
              <a:t>Blocksize</a:t>
            </a:r>
            <a:r>
              <a:rPr lang="en-US" altLang="zh-CN" sz="1600" b="0" dirty="0">
                <a:solidFill>
                  <a:srgbClr val="000000"/>
                </a:solidFill>
                <a:effectLst/>
                <a:latin typeface="Consolas" panose="020B0609020204030204" pitchFamily="49" charset="0"/>
              </a:rPr>
              <a:t>];</a:t>
            </a:r>
          </a:p>
          <a:p>
            <a:pPr marL="342900" indent="-342900">
              <a:lnSpc>
                <a:spcPts val="1425"/>
              </a:lnSpc>
              <a:buClr>
                <a:schemeClr val="tx1"/>
              </a:buClr>
              <a:buFont typeface="+mj-lt"/>
              <a:buAutoNum type="arabicPeriod"/>
            </a:pPr>
            <a:r>
              <a:rPr lang="en-US" altLang="zh-CN" sz="1600" b="0" dirty="0">
                <a:solidFill>
                  <a:srgbClr val="000000"/>
                </a:solidFill>
                <a:effectLst/>
                <a:latin typeface="Consolas" panose="020B0609020204030204" pitchFamily="49" charset="0"/>
              </a:rPr>
              <a:t>    </a:t>
            </a:r>
            <a:r>
              <a:rPr lang="en-US" altLang="zh-CN" sz="1600" b="0" dirty="0">
                <a:solidFill>
                  <a:srgbClr val="0000FF"/>
                </a:solidFill>
                <a:effectLst/>
                <a:latin typeface="Consolas" panose="020B0609020204030204" pitchFamily="49" charset="0"/>
              </a:rPr>
              <a:t>float</a:t>
            </a:r>
            <a:r>
              <a:rPr lang="en-US" altLang="zh-CN" sz="1600" b="0" dirty="0">
                <a:solidFill>
                  <a:srgbClr val="000000"/>
                </a:solidFill>
                <a:effectLst/>
                <a:latin typeface="Consolas" panose="020B0609020204030204" pitchFamily="49" charset="0"/>
              </a:rPr>
              <a:t> sum=</a:t>
            </a:r>
            <a:r>
              <a:rPr lang="en-US" altLang="zh-CN" sz="1600" b="0" dirty="0">
                <a:solidFill>
                  <a:srgbClr val="098658"/>
                </a:solidFill>
                <a:effectLst/>
                <a:latin typeface="Consolas" panose="020B0609020204030204" pitchFamily="49" charset="0"/>
              </a:rPr>
              <a:t>0</a:t>
            </a:r>
            <a:r>
              <a:rPr lang="en-US" altLang="zh-CN" sz="1600" b="0" dirty="0">
                <a:solidFill>
                  <a:srgbClr val="000000"/>
                </a:solidFill>
                <a:effectLst/>
                <a:latin typeface="Consolas" panose="020B0609020204030204" pitchFamily="49" charset="0"/>
              </a:rPr>
              <a:t>;   </a:t>
            </a:r>
          </a:p>
          <a:p>
            <a:pPr marL="342900" indent="-342900">
              <a:lnSpc>
                <a:spcPts val="1425"/>
              </a:lnSpc>
              <a:buClr>
                <a:schemeClr val="tx1"/>
              </a:buClr>
              <a:buFont typeface="+mj-lt"/>
              <a:buAutoNum type="arabicPeriod"/>
            </a:pPr>
            <a:r>
              <a:rPr lang="en-US" altLang="zh-CN" sz="1600" b="0" dirty="0">
                <a:solidFill>
                  <a:srgbClr val="000000"/>
                </a:solidFill>
                <a:effectLst/>
                <a:latin typeface="Consolas" panose="020B0609020204030204" pitchFamily="49" charset="0"/>
              </a:rPr>
              <a:t>    </a:t>
            </a:r>
            <a:r>
              <a:rPr lang="en-US" altLang="zh-CN" sz="1600" b="0" dirty="0">
                <a:solidFill>
                  <a:srgbClr val="0000FF"/>
                </a:solidFill>
                <a:effectLst/>
                <a:latin typeface="Consolas" panose="020B0609020204030204" pitchFamily="49" charset="0"/>
              </a:rPr>
              <a:t>unsigned</a:t>
            </a:r>
            <a:r>
              <a:rPr lang="en-US" altLang="zh-CN" sz="1600" b="0" dirty="0">
                <a:solidFill>
                  <a:srgbClr val="000000"/>
                </a:solidFill>
                <a:effectLst/>
                <a:latin typeface="Consolas" panose="020B0609020204030204" pitchFamily="49" charset="0"/>
              </a:rPr>
              <a:t> </a:t>
            </a:r>
            <a:r>
              <a:rPr lang="en-US" altLang="zh-CN" sz="1600" b="0" dirty="0" err="1">
                <a:solidFill>
                  <a:srgbClr val="000000"/>
                </a:solidFill>
                <a:effectLst/>
                <a:latin typeface="Consolas" panose="020B0609020204030204" pitchFamily="49" charset="0"/>
              </a:rPr>
              <a:t>kk,k</a:t>
            </a:r>
            <a:r>
              <a:rPr lang="en-US" altLang="zh-CN" sz="1600" b="0" dirty="0">
                <a:solidFill>
                  <a:srgbClr val="000000"/>
                </a:solidFill>
                <a:effectLst/>
                <a:latin typeface="Consolas" panose="020B0609020204030204" pitchFamily="49" charset="0"/>
              </a:rPr>
              <a:t>;</a:t>
            </a:r>
          </a:p>
          <a:p>
            <a:pPr marL="342900" indent="-342900">
              <a:lnSpc>
                <a:spcPts val="1425"/>
              </a:lnSpc>
              <a:buClr>
                <a:schemeClr val="tx1"/>
              </a:buClr>
              <a:buFont typeface="+mj-lt"/>
              <a:buAutoNum type="arabicPeriod"/>
            </a:pPr>
            <a:r>
              <a:rPr lang="en-US" altLang="zh-CN" sz="1600" b="0" dirty="0">
                <a:solidFill>
                  <a:srgbClr val="000000"/>
                </a:solidFill>
                <a:effectLst/>
                <a:latin typeface="Consolas" panose="020B0609020204030204" pitchFamily="49" charset="0"/>
              </a:rPr>
              <a:t>    </a:t>
            </a:r>
            <a:r>
              <a:rPr lang="en-US" altLang="zh-CN" sz="1600" b="0" dirty="0">
                <a:solidFill>
                  <a:srgbClr val="0000FF"/>
                </a:solidFill>
                <a:effectLst/>
                <a:latin typeface="Consolas" panose="020B0609020204030204" pitchFamily="49" charset="0"/>
              </a:rPr>
              <a:t>for</a:t>
            </a:r>
            <a:r>
              <a:rPr lang="en-US" altLang="zh-CN" sz="1600" b="0" dirty="0">
                <a:solidFill>
                  <a:srgbClr val="000000"/>
                </a:solidFill>
                <a:effectLst/>
                <a:latin typeface="Consolas" panose="020B0609020204030204" pitchFamily="49" charset="0"/>
              </a:rPr>
              <a:t>(kk=</a:t>
            </a:r>
            <a:r>
              <a:rPr lang="en-US" altLang="zh-CN" sz="1600" b="0" dirty="0">
                <a:solidFill>
                  <a:srgbClr val="098658"/>
                </a:solidFill>
                <a:effectLst/>
                <a:latin typeface="Consolas" panose="020B0609020204030204" pitchFamily="49" charset="0"/>
              </a:rPr>
              <a:t>0</a:t>
            </a:r>
            <a:r>
              <a:rPr lang="en-US" altLang="zh-CN" sz="1600" b="0" dirty="0">
                <a:solidFill>
                  <a:srgbClr val="000000"/>
                </a:solidFill>
                <a:effectLst/>
                <a:latin typeface="Consolas" panose="020B0609020204030204" pitchFamily="49" charset="0"/>
              </a:rPr>
              <a:t>;kk&lt;</a:t>
            </a:r>
            <a:r>
              <a:rPr lang="en-US" altLang="zh-CN" sz="1600" b="0" dirty="0" err="1">
                <a:solidFill>
                  <a:srgbClr val="000000"/>
                </a:solidFill>
                <a:effectLst/>
                <a:latin typeface="Consolas" panose="020B0609020204030204" pitchFamily="49" charset="0"/>
              </a:rPr>
              <a:t>N;kk</a:t>
            </a:r>
            <a:r>
              <a:rPr lang="en-US" altLang="zh-CN" sz="1600" b="0" dirty="0">
                <a:solidFill>
                  <a:srgbClr val="000000"/>
                </a:solidFill>
                <a:effectLst/>
                <a:latin typeface="Consolas" panose="020B0609020204030204" pitchFamily="49" charset="0"/>
              </a:rPr>
              <a:t>+=</a:t>
            </a:r>
            <a:r>
              <a:rPr lang="en-US" altLang="zh-CN" sz="1600" b="0" dirty="0" err="1">
                <a:solidFill>
                  <a:srgbClr val="0000FF"/>
                </a:solidFill>
                <a:effectLst/>
                <a:latin typeface="Consolas" panose="020B0609020204030204" pitchFamily="49" charset="0"/>
              </a:rPr>
              <a:t>Blocksize</a:t>
            </a:r>
            <a:r>
              <a:rPr lang="en-US" altLang="zh-CN" sz="1600" b="0" dirty="0">
                <a:solidFill>
                  <a:srgbClr val="000000"/>
                </a:solidFill>
                <a:effectLst/>
                <a:latin typeface="Consolas" panose="020B0609020204030204" pitchFamily="49" charset="0"/>
              </a:rPr>
              <a:t>){</a:t>
            </a:r>
          </a:p>
          <a:p>
            <a:pPr marL="342900" indent="-342900">
              <a:lnSpc>
                <a:spcPts val="1425"/>
              </a:lnSpc>
              <a:buClr>
                <a:schemeClr val="tx1"/>
              </a:buClr>
              <a:buFont typeface="+mj-lt"/>
              <a:buAutoNum type="arabicPeriod"/>
            </a:pPr>
            <a:r>
              <a:rPr lang="en-US" altLang="zh-CN" sz="1600" b="0" dirty="0">
                <a:solidFill>
                  <a:srgbClr val="000000"/>
                </a:solidFill>
                <a:effectLst/>
                <a:latin typeface="Consolas" panose="020B0609020204030204" pitchFamily="49" charset="0"/>
              </a:rPr>
              <a:t>        Asub[ty][</a:t>
            </a:r>
            <a:r>
              <a:rPr lang="en-US" altLang="zh-CN" sz="1600" b="0" dirty="0" err="1">
                <a:solidFill>
                  <a:srgbClr val="000000"/>
                </a:solidFill>
                <a:effectLst/>
                <a:latin typeface="Consolas" panose="020B0609020204030204" pitchFamily="49" charset="0"/>
              </a:rPr>
              <a:t>tx</a:t>
            </a:r>
            <a:r>
              <a:rPr lang="en-US" altLang="zh-CN" sz="1600" b="0" dirty="0">
                <a:solidFill>
                  <a:srgbClr val="000000"/>
                </a:solidFill>
                <a:effectLst/>
                <a:latin typeface="Consolas" panose="020B0609020204030204" pitchFamily="49" charset="0"/>
              </a:rPr>
              <a:t>]=A[row*N+(</a:t>
            </a:r>
            <a:r>
              <a:rPr lang="en-US" altLang="zh-CN" sz="1600" b="0" dirty="0" err="1">
                <a:solidFill>
                  <a:srgbClr val="000000"/>
                </a:solidFill>
                <a:effectLst/>
                <a:latin typeface="Consolas" panose="020B0609020204030204" pitchFamily="49" charset="0"/>
              </a:rPr>
              <a:t>kk+tx</a:t>
            </a:r>
            <a:r>
              <a:rPr lang="en-US" altLang="zh-CN" sz="1600" b="0" dirty="0">
                <a:solidFill>
                  <a:srgbClr val="000000"/>
                </a:solidFill>
                <a:effectLst/>
                <a:latin typeface="Consolas" panose="020B0609020204030204" pitchFamily="49" charset="0"/>
              </a:rPr>
              <a:t>)];</a:t>
            </a:r>
          </a:p>
          <a:p>
            <a:pPr marL="342900" indent="-342900">
              <a:lnSpc>
                <a:spcPts val="1425"/>
              </a:lnSpc>
              <a:buClr>
                <a:schemeClr val="tx1"/>
              </a:buClr>
              <a:buFont typeface="+mj-lt"/>
              <a:buAutoNum type="arabicPeriod"/>
            </a:pPr>
            <a:r>
              <a:rPr lang="en-US" altLang="zh-CN" sz="1600" b="0" dirty="0">
                <a:solidFill>
                  <a:srgbClr val="000000"/>
                </a:solidFill>
                <a:effectLst/>
                <a:latin typeface="Consolas" panose="020B0609020204030204" pitchFamily="49" charset="0"/>
              </a:rPr>
              <a:t>        </a:t>
            </a:r>
            <a:r>
              <a:rPr lang="en-US" altLang="zh-CN" sz="1600" b="0" dirty="0" err="1">
                <a:solidFill>
                  <a:srgbClr val="000000"/>
                </a:solidFill>
                <a:effectLst/>
                <a:latin typeface="Consolas" panose="020B0609020204030204" pitchFamily="49" charset="0"/>
              </a:rPr>
              <a:t>Bsub</a:t>
            </a:r>
            <a:r>
              <a:rPr lang="en-US" altLang="zh-CN" sz="1600" b="0" dirty="0">
                <a:solidFill>
                  <a:srgbClr val="000000"/>
                </a:solidFill>
                <a:effectLst/>
                <a:latin typeface="Consolas" panose="020B0609020204030204" pitchFamily="49" charset="0"/>
              </a:rPr>
              <a:t>[ty][</a:t>
            </a:r>
            <a:r>
              <a:rPr lang="en-US" altLang="zh-CN" sz="1600" b="0" dirty="0" err="1">
                <a:solidFill>
                  <a:srgbClr val="000000"/>
                </a:solidFill>
                <a:effectLst/>
                <a:latin typeface="Consolas" panose="020B0609020204030204" pitchFamily="49" charset="0"/>
              </a:rPr>
              <a:t>tx</a:t>
            </a:r>
            <a:r>
              <a:rPr lang="en-US" altLang="zh-CN" sz="1600" b="0" dirty="0">
                <a:solidFill>
                  <a:srgbClr val="000000"/>
                </a:solidFill>
                <a:effectLst/>
                <a:latin typeface="Consolas" panose="020B0609020204030204" pitchFamily="49" charset="0"/>
              </a:rPr>
              <a:t>]=B[(</a:t>
            </a:r>
            <a:r>
              <a:rPr lang="en-US" altLang="zh-CN" sz="1600" b="0" dirty="0" err="1">
                <a:solidFill>
                  <a:srgbClr val="000000"/>
                </a:solidFill>
                <a:effectLst/>
                <a:latin typeface="Consolas" panose="020B0609020204030204" pitchFamily="49" charset="0"/>
              </a:rPr>
              <a:t>kk+ty</a:t>
            </a:r>
            <a:r>
              <a:rPr lang="en-US" altLang="zh-CN" sz="1600" b="0" dirty="0">
                <a:solidFill>
                  <a:srgbClr val="000000"/>
                </a:solidFill>
                <a:effectLst/>
                <a:latin typeface="Consolas" panose="020B0609020204030204" pitchFamily="49" charset="0"/>
              </a:rPr>
              <a:t>)*</a:t>
            </a:r>
            <a:r>
              <a:rPr lang="en-US" altLang="zh-CN" sz="1600" b="0" dirty="0" err="1">
                <a:solidFill>
                  <a:srgbClr val="000000"/>
                </a:solidFill>
                <a:effectLst/>
                <a:latin typeface="Consolas" panose="020B0609020204030204" pitchFamily="49" charset="0"/>
              </a:rPr>
              <a:t>N+col</a:t>
            </a:r>
            <a:r>
              <a:rPr lang="en-US" altLang="zh-CN" sz="1600" b="0" dirty="0">
                <a:solidFill>
                  <a:srgbClr val="000000"/>
                </a:solidFill>
                <a:effectLst/>
                <a:latin typeface="Consolas" panose="020B0609020204030204" pitchFamily="49" charset="0"/>
              </a:rPr>
              <a:t>];</a:t>
            </a:r>
          </a:p>
          <a:p>
            <a:pPr marL="342900" indent="-342900">
              <a:lnSpc>
                <a:spcPts val="1425"/>
              </a:lnSpc>
              <a:buClr>
                <a:schemeClr val="tx1"/>
              </a:buClr>
              <a:buFont typeface="+mj-lt"/>
              <a:buAutoNum type="arabicPeriod"/>
            </a:pPr>
            <a:r>
              <a:rPr lang="en-US" altLang="zh-CN" sz="1600" b="0" dirty="0">
                <a:solidFill>
                  <a:srgbClr val="000000"/>
                </a:solidFill>
                <a:effectLst/>
                <a:latin typeface="Consolas" panose="020B0609020204030204" pitchFamily="49" charset="0"/>
              </a:rPr>
              <a:t>        __</a:t>
            </a:r>
            <a:r>
              <a:rPr lang="en-US" altLang="zh-CN" sz="1600" b="0" dirty="0" err="1">
                <a:solidFill>
                  <a:srgbClr val="000000"/>
                </a:solidFill>
                <a:effectLst/>
                <a:latin typeface="Consolas" panose="020B0609020204030204" pitchFamily="49" charset="0"/>
              </a:rPr>
              <a:t>syncthreads</a:t>
            </a:r>
            <a:r>
              <a:rPr lang="en-US" altLang="zh-CN" sz="1600" b="0" dirty="0">
                <a:solidFill>
                  <a:srgbClr val="000000"/>
                </a:solidFill>
                <a:effectLst/>
                <a:latin typeface="Consolas" panose="020B0609020204030204" pitchFamily="49" charset="0"/>
              </a:rPr>
              <a:t>();</a:t>
            </a:r>
          </a:p>
          <a:p>
            <a:pPr marL="342900" indent="-342900">
              <a:lnSpc>
                <a:spcPts val="1425"/>
              </a:lnSpc>
              <a:buClr>
                <a:schemeClr val="tx1"/>
              </a:buClr>
              <a:buFont typeface="+mj-lt"/>
              <a:buAutoNum type="arabicPeriod"/>
            </a:pPr>
            <a:r>
              <a:rPr lang="en-US" altLang="zh-CN" sz="1600" b="0" dirty="0">
                <a:solidFill>
                  <a:srgbClr val="000000"/>
                </a:solidFill>
                <a:effectLst/>
                <a:latin typeface="Consolas" panose="020B0609020204030204" pitchFamily="49" charset="0"/>
              </a:rPr>
              <a:t>        </a:t>
            </a:r>
            <a:r>
              <a:rPr lang="en-US" altLang="zh-CN" sz="1600" b="0" dirty="0">
                <a:solidFill>
                  <a:srgbClr val="0000FF"/>
                </a:solidFill>
                <a:effectLst/>
                <a:latin typeface="Consolas" panose="020B0609020204030204" pitchFamily="49" charset="0"/>
              </a:rPr>
              <a:t>for</a:t>
            </a:r>
            <a:r>
              <a:rPr lang="en-US" altLang="zh-CN" sz="1600" b="0" dirty="0">
                <a:solidFill>
                  <a:srgbClr val="000000"/>
                </a:solidFill>
                <a:effectLst/>
                <a:latin typeface="Consolas" panose="020B0609020204030204" pitchFamily="49" charset="0"/>
              </a:rPr>
              <a:t>(k=</a:t>
            </a:r>
            <a:r>
              <a:rPr lang="en-US" altLang="zh-CN" sz="1600" b="0" dirty="0">
                <a:solidFill>
                  <a:srgbClr val="098658"/>
                </a:solidFill>
                <a:effectLst/>
                <a:latin typeface="Consolas" panose="020B0609020204030204" pitchFamily="49" charset="0"/>
              </a:rPr>
              <a:t>0</a:t>
            </a:r>
            <a:r>
              <a:rPr lang="en-US" altLang="zh-CN" sz="1600" b="0" dirty="0">
                <a:solidFill>
                  <a:srgbClr val="000000"/>
                </a:solidFill>
                <a:effectLst/>
                <a:latin typeface="Consolas" panose="020B0609020204030204" pitchFamily="49" charset="0"/>
              </a:rPr>
              <a:t>;k&lt;</a:t>
            </a:r>
            <a:r>
              <a:rPr lang="en-US" altLang="zh-CN" sz="1600" b="0" dirty="0" err="1">
                <a:solidFill>
                  <a:srgbClr val="0000FF"/>
                </a:solidFill>
                <a:effectLst/>
                <a:latin typeface="Consolas" panose="020B0609020204030204" pitchFamily="49" charset="0"/>
              </a:rPr>
              <a:t>Blocksize</a:t>
            </a:r>
            <a:r>
              <a:rPr lang="en-US" altLang="zh-CN" sz="1600" b="0" dirty="0" err="1">
                <a:solidFill>
                  <a:srgbClr val="000000"/>
                </a:solidFill>
                <a:effectLst/>
                <a:latin typeface="Consolas" panose="020B0609020204030204" pitchFamily="49" charset="0"/>
              </a:rPr>
              <a:t>;k</a:t>
            </a:r>
            <a:r>
              <a:rPr lang="en-US" altLang="zh-CN" sz="1600" b="0" dirty="0">
                <a:solidFill>
                  <a:srgbClr val="000000"/>
                </a:solidFill>
                <a:effectLst/>
                <a:latin typeface="Consolas" panose="020B0609020204030204" pitchFamily="49" charset="0"/>
              </a:rPr>
              <a:t>++){</a:t>
            </a:r>
          </a:p>
          <a:p>
            <a:pPr marL="342900" indent="-342900">
              <a:lnSpc>
                <a:spcPts val="1425"/>
              </a:lnSpc>
              <a:buClr>
                <a:schemeClr val="tx1"/>
              </a:buClr>
              <a:buFont typeface="+mj-lt"/>
              <a:buAutoNum type="arabicPeriod"/>
            </a:pPr>
            <a:r>
              <a:rPr lang="en-US" altLang="zh-CN" sz="1600" b="0" dirty="0">
                <a:solidFill>
                  <a:srgbClr val="000000"/>
                </a:solidFill>
                <a:effectLst/>
                <a:latin typeface="Consolas" panose="020B0609020204030204" pitchFamily="49" charset="0"/>
              </a:rPr>
              <a:t>            sum+=Asub[ty][k]*</a:t>
            </a:r>
            <a:r>
              <a:rPr lang="en-US" altLang="zh-CN" sz="1600" b="0" dirty="0" err="1">
                <a:solidFill>
                  <a:srgbClr val="000000"/>
                </a:solidFill>
                <a:effectLst/>
                <a:latin typeface="Consolas" panose="020B0609020204030204" pitchFamily="49" charset="0"/>
              </a:rPr>
              <a:t>Bsub</a:t>
            </a:r>
            <a:r>
              <a:rPr lang="en-US" altLang="zh-CN" sz="1600" b="0" dirty="0">
                <a:solidFill>
                  <a:srgbClr val="000000"/>
                </a:solidFill>
                <a:effectLst/>
                <a:latin typeface="Consolas" panose="020B0609020204030204" pitchFamily="49" charset="0"/>
              </a:rPr>
              <a:t>[k][</a:t>
            </a:r>
            <a:r>
              <a:rPr lang="en-US" altLang="zh-CN" sz="1600" b="0" dirty="0" err="1">
                <a:solidFill>
                  <a:srgbClr val="000000"/>
                </a:solidFill>
                <a:effectLst/>
                <a:latin typeface="Consolas" panose="020B0609020204030204" pitchFamily="49" charset="0"/>
              </a:rPr>
              <a:t>tx</a:t>
            </a:r>
            <a:r>
              <a:rPr lang="en-US" altLang="zh-CN" sz="1600" b="0" dirty="0">
                <a:solidFill>
                  <a:srgbClr val="000000"/>
                </a:solidFill>
                <a:effectLst/>
                <a:latin typeface="Consolas" panose="020B0609020204030204" pitchFamily="49" charset="0"/>
              </a:rPr>
              <a:t>];</a:t>
            </a:r>
          </a:p>
          <a:p>
            <a:pPr marL="342900" indent="-342900">
              <a:lnSpc>
                <a:spcPts val="1425"/>
              </a:lnSpc>
              <a:buClr>
                <a:schemeClr val="tx1"/>
              </a:buClr>
              <a:buFont typeface="+mj-lt"/>
              <a:buAutoNum type="arabicPeriod"/>
            </a:pPr>
            <a:r>
              <a:rPr lang="en-US" altLang="zh-CN" sz="1600" b="0" dirty="0">
                <a:solidFill>
                  <a:srgbClr val="000000"/>
                </a:solidFill>
                <a:effectLst/>
                <a:latin typeface="Consolas" panose="020B0609020204030204" pitchFamily="49" charset="0"/>
              </a:rPr>
              <a:t>        }</a:t>
            </a:r>
          </a:p>
          <a:p>
            <a:pPr marL="342900" indent="-342900">
              <a:lnSpc>
                <a:spcPts val="1425"/>
              </a:lnSpc>
              <a:buClr>
                <a:schemeClr val="tx1"/>
              </a:buClr>
              <a:buFont typeface="+mj-lt"/>
              <a:buAutoNum type="arabicPeriod"/>
            </a:pPr>
            <a:r>
              <a:rPr lang="en-US" altLang="zh-CN" sz="1600" b="0" dirty="0">
                <a:solidFill>
                  <a:srgbClr val="000000"/>
                </a:solidFill>
                <a:effectLst/>
                <a:latin typeface="Consolas" panose="020B0609020204030204" pitchFamily="49" charset="0"/>
              </a:rPr>
              <a:t>        __</a:t>
            </a:r>
            <a:r>
              <a:rPr lang="en-US" altLang="zh-CN" sz="1600" b="0" dirty="0" err="1">
                <a:solidFill>
                  <a:srgbClr val="000000"/>
                </a:solidFill>
                <a:effectLst/>
                <a:latin typeface="Consolas" panose="020B0609020204030204" pitchFamily="49" charset="0"/>
              </a:rPr>
              <a:t>syncthreads</a:t>
            </a:r>
            <a:r>
              <a:rPr lang="en-US" altLang="zh-CN" sz="1600" b="0" dirty="0">
                <a:solidFill>
                  <a:srgbClr val="000000"/>
                </a:solidFill>
                <a:effectLst/>
                <a:latin typeface="Consolas" panose="020B0609020204030204" pitchFamily="49" charset="0"/>
              </a:rPr>
              <a:t>();</a:t>
            </a:r>
          </a:p>
          <a:p>
            <a:pPr marL="342900" indent="-342900">
              <a:lnSpc>
                <a:spcPts val="1425"/>
              </a:lnSpc>
              <a:buClr>
                <a:schemeClr val="tx1"/>
              </a:buClr>
              <a:buFont typeface="+mj-lt"/>
              <a:buAutoNum type="arabicPeriod"/>
            </a:pPr>
            <a:r>
              <a:rPr lang="en-US" altLang="zh-CN" sz="1600" b="0" dirty="0">
                <a:solidFill>
                  <a:srgbClr val="000000"/>
                </a:solidFill>
                <a:effectLst/>
                <a:latin typeface="Consolas" panose="020B0609020204030204" pitchFamily="49" charset="0"/>
              </a:rPr>
              <a:t>    }</a:t>
            </a:r>
          </a:p>
          <a:p>
            <a:pPr marL="342900" indent="-342900">
              <a:lnSpc>
                <a:spcPts val="1425"/>
              </a:lnSpc>
              <a:buClr>
                <a:schemeClr val="tx1"/>
              </a:buClr>
              <a:buFont typeface="+mj-lt"/>
              <a:buAutoNum type="arabicPeriod"/>
            </a:pPr>
            <a:r>
              <a:rPr lang="en-US" altLang="zh-CN" sz="1600" b="0" dirty="0">
                <a:solidFill>
                  <a:srgbClr val="000000"/>
                </a:solidFill>
                <a:effectLst/>
                <a:latin typeface="Consolas" panose="020B0609020204030204" pitchFamily="49" charset="0"/>
              </a:rPr>
              <a:t>    C[row*</a:t>
            </a:r>
            <a:r>
              <a:rPr lang="en-US" altLang="zh-CN" sz="1600" b="0" dirty="0" err="1">
                <a:solidFill>
                  <a:srgbClr val="000000"/>
                </a:solidFill>
                <a:effectLst/>
                <a:latin typeface="Consolas" panose="020B0609020204030204" pitchFamily="49" charset="0"/>
              </a:rPr>
              <a:t>N+col</a:t>
            </a:r>
            <a:r>
              <a:rPr lang="en-US" altLang="zh-CN" sz="1600" b="0" dirty="0">
                <a:solidFill>
                  <a:srgbClr val="000000"/>
                </a:solidFill>
                <a:effectLst/>
                <a:latin typeface="Consolas" panose="020B0609020204030204" pitchFamily="49" charset="0"/>
              </a:rPr>
              <a:t>]=sum;</a:t>
            </a:r>
          </a:p>
          <a:p>
            <a:pPr marL="342900" indent="-342900">
              <a:lnSpc>
                <a:spcPts val="1425"/>
              </a:lnSpc>
              <a:buClr>
                <a:schemeClr val="tx1"/>
              </a:buClr>
              <a:buFont typeface="+mj-lt"/>
              <a:buAutoNum type="arabicPeriod"/>
            </a:pPr>
            <a:r>
              <a:rPr lang="en-US" altLang="zh-CN" sz="1600" b="0" dirty="0">
                <a:solidFill>
                  <a:srgbClr val="000000"/>
                </a:solidFill>
                <a:effectLst/>
                <a:latin typeface="Consolas" panose="020B0609020204030204" pitchFamily="49" charset="0"/>
              </a:rPr>
              <a:t>}</a:t>
            </a:r>
          </a:p>
        </p:txBody>
      </p:sp>
      <p:sp>
        <p:nvSpPr>
          <p:cNvPr id="2" name="矩形 1">
            <a:extLst>
              <a:ext uri="{FF2B5EF4-FFF2-40B4-BE49-F238E27FC236}">
                <a16:creationId xmlns:a16="http://schemas.microsoft.com/office/drawing/2014/main" id="{7F4F2504-02F4-5FB6-7BBA-B3B23D200DBB}"/>
              </a:ext>
            </a:extLst>
          </p:cNvPr>
          <p:cNvSpPr/>
          <p:nvPr/>
        </p:nvSpPr>
        <p:spPr>
          <a:xfrm>
            <a:off x="206042" y="5158894"/>
            <a:ext cx="4752458" cy="1156855"/>
          </a:xfrm>
          <a:prstGeom prst="rect">
            <a:avLst/>
          </a:prstGeom>
        </p:spPr>
        <p:txBody>
          <a:bodyPr wrap="square">
            <a:spAutoFit/>
          </a:bodyPr>
          <a:lstStyle/>
          <a:p>
            <a:pPr>
              <a:lnSpc>
                <a:spcPct val="150000"/>
              </a:lnSpc>
            </a:pPr>
            <a:r>
              <a:rPr lang="zh-CN" altLang="en-US" sz="1600" dirty="0">
                <a:latin typeface="微软雅黑" panose="020B0503020204020204" pitchFamily="34" charset="-122"/>
                <a:ea typeface="微软雅黑" panose="020B0503020204020204" pitchFamily="34" charset="-122"/>
              </a:rPr>
              <a:t>注意第</a:t>
            </a:r>
            <a:r>
              <a:rPr lang="en-US" altLang="zh-CN" sz="1600" dirty="0">
                <a:latin typeface="微软雅黑" panose="020B0503020204020204" pitchFamily="34" charset="-122"/>
                <a:ea typeface="微软雅黑" panose="020B0503020204020204" pitchFamily="34" charset="-122"/>
              </a:rPr>
              <a:t>1</a:t>
            </a:r>
            <a:r>
              <a:rPr lang="zh-CN" altLang="en-US" sz="1600" dirty="0">
                <a:latin typeface="微软雅黑" panose="020B0503020204020204" pitchFamily="34" charset="-122"/>
                <a:ea typeface="微软雅黑" panose="020B0503020204020204" pitchFamily="34" charset="-122"/>
              </a:rPr>
              <a:t>行的宏定义、第</a:t>
            </a:r>
            <a:r>
              <a:rPr lang="en-US" altLang="zh-CN" sz="1600" dirty="0">
                <a:latin typeface="微软雅黑" panose="020B0503020204020204" pitchFamily="34" charset="-122"/>
                <a:ea typeface="微软雅黑" panose="020B0503020204020204" pitchFamily="34" charset="-122"/>
              </a:rPr>
              <a:t>7</a:t>
            </a:r>
            <a:r>
              <a:rPr lang="zh-CN" altLang="en-US" sz="1600" dirty="0">
                <a:latin typeface="微软雅黑" panose="020B0503020204020204" pitchFamily="34" charset="-122"/>
                <a:ea typeface="微软雅黑" panose="020B0503020204020204" pitchFamily="34" charset="-122"/>
              </a:rPr>
              <a:t>行的</a:t>
            </a:r>
            <a:r>
              <a:rPr lang="en-US" altLang="zh-CN" sz="1600" dirty="0">
                <a:latin typeface="微软雅黑" panose="020B0503020204020204" pitchFamily="34" charset="-122"/>
                <a:ea typeface="微软雅黑" panose="020B0503020204020204" pitchFamily="34" charset="-122"/>
              </a:rPr>
              <a:t>shared memory</a:t>
            </a:r>
            <a:r>
              <a:rPr lang="zh-CN" altLang="en-US" sz="1600" dirty="0">
                <a:latin typeface="微软雅黑" panose="020B0503020204020204" pitchFamily="34" charset="-122"/>
                <a:ea typeface="微软雅黑" panose="020B0503020204020204" pitchFamily="34" charset="-122"/>
              </a:rPr>
              <a:t>声明、第</a:t>
            </a:r>
            <a:r>
              <a:rPr lang="en-US" altLang="zh-CN" sz="1600" dirty="0">
                <a:latin typeface="微软雅黑" panose="020B0503020204020204" pitchFamily="34" charset="-122"/>
                <a:ea typeface="微软雅黑" panose="020B0503020204020204" pitchFamily="34" charset="-122"/>
              </a:rPr>
              <a:t>10</a:t>
            </a:r>
            <a:r>
              <a:rPr lang="zh-CN" altLang="en-US" sz="1600" dirty="0">
                <a:latin typeface="微软雅黑" panose="020B0503020204020204" pitchFamily="34" charset="-122"/>
                <a:ea typeface="微软雅黑" panose="020B0503020204020204" pitchFamily="34" charset="-122"/>
              </a:rPr>
              <a:t>行的额外</a:t>
            </a:r>
            <a:r>
              <a:rPr lang="en-US" altLang="zh-CN" sz="1600" dirty="0">
                <a:latin typeface="微软雅黑" panose="020B0503020204020204" pitchFamily="34" charset="-122"/>
                <a:ea typeface="微软雅黑" panose="020B0503020204020204" pitchFamily="34" charset="-122"/>
              </a:rPr>
              <a:t>for</a:t>
            </a:r>
            <a:r>
              <a:rPr lang="zh-CN" altLang="en-US" sz="1600" dirty="0">
                <a:latin typeface="微软雅黑" panose="020B0503020204020204" pitchFamily="34" charset="-122"/>
                <a:ea typeface="微软雅黑" panose="020B0503020204020204" pitchFamily="34" charset="-122"/>
              </a:rPr>
              <a:t>循环、第</a:t>
            </a:r>
            <a:r>
              <a:rPr lang="en-US" altLang="zh-CN" sz="1600" dirty="0">
                <a:latin typeface="微软雅黑" panose="020B0503020204020204" pitchFamily="34" charset="-122"/>
                <a:ea typeface="微软雅黑" panose="020B0503020204020204" pitchFamily="34" charset="-122"/>
              </a:rPr>
              <a:t>13</a:t>
            </a:r>
            <a:r>
              <a:rPr lang="zh-CN" altLang="en-US" sz="1600" dirty="0">
                <a:latin typeface="微软雅黑" panose="020B0503020204020204" pitchFamily="34" charset="-122"/>
                <a:ea typeface="微软雅黑" panose="020B0503020204020204" pitchFamily="34" charset="-122"/>
              </a:rPr>
              <a:t>及</a:t>
            </a:r>
            <a:r>
              <a:rPr lang="en-US" altLang="zh-CN" sz="1600" dirty="0">
                <a:latin typeface="微软雅黑" panose="020B0503020204020204" pitchFamily="34" charset="-122"/>
                <a:ea typeface="微软雅黑" panose="020B0503020204020204" pitchFamily="34" charset="-122"/>
              </a:rPr>
              <a:t>17</a:t>
            </a:r>
            <a:r>
              <a:rPr lang="zh-CN" altLang="en-US" sz="1600" dirty="0">
                <a:latin typeface="微软雅黑" panose="020B0503020204020204" pitchFamily="34" charset="-122"/>
                <a:ea typeface="微软雅黑" panose="020B0503020204020204" pitchFamily="34" charset="-122"/>
              </a:rPr>
              <a:t>行的</a:t>
            </a:r>
            <a:r>
              <a:rPr lang="en-US" altLang="zh-CN" sz="1600" dirty="0">
                <a:latin typeface="微软雅黑" panose="020B0503020204020204" pitchFamily="34" charset="-122"/>
                <a:ea typeface="微软雅黑" panose="020B0503020204020204" pitchFamily="34" charset="-122"/>
              </a:rPr>
              <a:t>block</a:t>
            </a:r>
            <a:r>
              <a:rPr lang="zh-CN" altLang="en-US" sz="1600" dirty="0">
                <a:latin typeface="微软雅黑" panose="020B0503020204020204" pitchFamily="34" charset="-122"/>
                <a:ea typeface="微软雅黑" panose="020B0503020204020204" pitchFamily="34" charset="-122"/>
              </a:rPr>
              <a:t>内同步障、第</a:t>
            </a:r>
            <a:r>
              <a:rPr lang="en-US" altLang="zh-CN" sz="1600" dirty="0">
                <a:latin typeface="微软雅黑" panose="020B0503020204020204" pitchFamily="34" charset="-122"/>
                <a:ea typeface="微软雅黑" panose="020B0503020204020204" pitchFamily="34" charset="-122"/>
              </a:rPr>
              <a:t>14</a:t>
            </a:r>
            <a:r>
              <a:rPr lang="zh-CN" altLang="en-US" sz="1600" dirty="0">
                <a:latin typeface="微软雅黑" panose="020B0503020204020204" pitchFamily="34" charset="-122"/>
                <a:ea typeface="微软雅黑" panose="020B0503020204020204" pitchFamily="34" charset="-122"/>
              </a:rPr>
              <a:t>、</a:t>
            </a:r>
            <a:r>
              <a:rPr lang="en-US" altLang="zh-CN" sz="1600" dirty="0">
                <a:latin typeface="微软雅黑" panose="020B0503020204020204" pitchFamily="34" charset="-122"/>
                <a:ea typeface="微软雅黑" panose="020B0503020204020204" pitchFamily="34" charset="-122"/>
              </a:rPr>
              <a:t>15</a:t>
            </a:r>
            <a:r>
              <a:rPr lang="zh-CN" altLang="en-US" sz="1600" dirty="0">
                <a:latin typeface="微软雅黑" panose="020B0503020204020204" pitchFamily="34" charset="-122"/>
                <a:ea typeface="微软雅黑" panose="020B0503020204020204" pitchFamily="34" charset="-122"/>
              </a:rPr>
              <a:t>行的</a:t>
            </a:r>
            <a:r>
              <a:rPr lang="en-US" altLang="zh-CN" sz="1600" dirty="0">
                <a:latin typeface="微软雅黑" panose="020B0503020204020204" pitchFamily="34" charset="-122"/>
                <a:ea typeface="微软雅黑" panose="020B0503020204020204" pitchFamily="34" charset="-122"/>
              </a:rPr>
              <a:t>for</a:t>
            </a:r>
            <a:r>
              <a:rPr lang="zh-CN" altLang="en-US" sz="1600" dirty="0">
                <a:latin typeface="微软雅黑" panose="020B0503020204020204" pitchFamily="34" charset="-122"/>
                <a:ea typeface="微软雅黑" panose="020B0503020204020204" pitchFamily="34" charset="-122"/>
              </a:rPr>
              <a:t>循环范围。</a:t>
            </a:r>
            <a:endParaRPr lang="en-US" altLang="zh-CN" sz="16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54814108"/>
      </p:ext>
    </p:extLst>
  </p:cSld>
  <p:clrMapOvr>
    <a:masterClrMapping/>
  </p:clrMapOvr>
  <mc:AlternateContent xmlns:mc="http://schemas.openxmlformats.org/markup-compatibility/2006" xmlns:p14="http://schemas.microsoft.com/office/powerpoint/2010/main">
    <mc:Choice Requires="p14">
      <p:transition spd="slow" p14:dur="2000" advTm="13957"/>
    </mc:Choice>
    <mc:Fallback xmlns="">
      <p:transition spd="slow" advTm="13957"/>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6BE519-9C02-C2D4-726C-20E8C3FEB9AB}"/>
            </a:ext>
          </a:extLst>
        </p:cNvPr>
        <p:cNvGrpSpPr/>
        <p:nvPr/>
      </p:nvGrpSpPr>
      <p:grpSpPr>
        <a:xfrm>
          <a:off x="0" y="0"/>
          <a:ext cx="0" cy="0"/>
          <a:chOff x="0" y="0"/>
          <a:chExt cx="0" cy="0"/>
        </a:xfrm>
      </p:grpSpPr>
      <p:grpSp>
        <p:nvGrpSpPr>
          <p:cNvPr id="16" name="组合 52">
            <a:extLst>
              <a:ext uri="{FF2B5EF4-FFF2-40B4-BE49-F238E27FC236}">
                <a16:creationId xmlns:a16="http://schemas.microsoft.com/office/drawing/2014/main" id="{0EDF7465-17B6-9B09-D5C8-7130085E168F}"/>
              </a:ext>
            </a:extLst>
          </p:cNvPr>
          <p:cNvGrpSpPr/>
          <p:nvPr/>
        </p:nvGrpSpPr>
        <p:grpSpPr>
          <a:xfrm>
            <a:off x="138564" y="279057"/>
            <a:ext cx="6293973" cy="253916"/>
            <a:chOff x="5637082" y="1769183"/>
            <a:chExt cx="4430606" cy="451405"/>
          </a:xfrm>
        </p:grpSpPr>
        <p:sp>
          <p:nvSpPr>
            <p:cNvPr id="17" name="等腰三角形 53">
              <a:extLst>
                <a:ext uri="{FF2B5EF4-FFF2-40B4-BE49-F238E27FC236}">
                  <a16:creationId xmlns:a16="http://schemas.microsoft.com/office/drawing/2014/main" id="{5E82486C-F542-E5CB-DE2F-EF25D4D0509F}"/>
                </a:ext>
              </a:extLst>
            </p:cNvPr>
            <p:cNvSpPr/>
            <p:nvPr/>
          </p:nvSpPr>
          <p:spPr>
            <a:xfrm rot="5400000">
              <a:off x="5562941" y="1938259"/>
              <a:ext cx="243283" cy="9500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125">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9" name="文本框 18">
              <a:extLst>
                <a:ext uri="{FF2B5EF4-FFF2-40B4-BE49-F238E27FC236}">
                  <a16:creationId xmlns:a16="http://schemas.microsoft.com/office/drawing/2014/main" id="{4333023A-011B-722E-E2DB-F28B44A84673}"/>
                </a:ext>
              </a:extLst>
            </p:cNvPr>
            <p:cNvSpPr txBox="1"/>
            <p:nvPr/>
          </p:nvSpPr>
          <p:spPr>
            <a:xfrm flipH="1">
              <a:off x="5746406" y="1769183"/>
              <a:ext cx="4321282" cy="451405"/>
            </a:xfrm>
            <a:prstGeom prst="rect">
              <a:avLst/>
            </a:prstGeom>
            <a:noFill/>
          </p:spPr>
          <p:txBody>
            <a:bodyPr wrap="square" rtlCol="0">
              <a:spAutoFit/>
            </a:bodyPr>
            <a:lstStyle/>
            <a:p>
              <a:r>
                <a:rPr lang="en-US" altLang="zh-CN" sz="105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Lab5</a:t>
              </a:r>
              <a:r>
                <a:rPr lang="zh-CN" altLang="en-US" sz="105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实验讲解 </a:t>
              </a:r>
              <a:r>
                <a:rPr lang="en-US" altLang="zh-CN" sz="105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050" b="1" dirty="0">
                  <a:solidFill>
                    <a:schemeClr val="bg1"/>
                  </a:solidFill>
                  <a:latin typeface="微软雅黑" panose="020B0503020204020204" pitchFamily="34" charset="-122"/>
                  <a:ea typeface="微软雅黑" panose="020B0503020204020204" pitchFamily="34" charset="-122"/>
                </a:rPr>
                <a:t>GPU</a:t>
              </a:r>
              <a:r>
                <a:rPr lang="zh-CN" altLang="en-US" sz="1050" b="1" dirty="0">
                  <a:solidFill>
                    <a:schemeClr val="bg1"/>
                  </a:solidFill>
                  <a:latin typeface="微软雅黑" panose="020B0503020204020204" pitchFamily="34" charset="-122"/>
                  <a:ea typeface="微软雅黑" panose="020B0503020204020204" pitchFamily="34" charset="-122"/>
                </a:rPr>
                <a:t>实验简介</a:t>
              </a:r>
            </a:p>
          </p:txBody>
        </p:sp>
      </p:grpSp>
      <p:sp>
        <p:nvSpPr>
          <p:cNvPr id="6" name="矩形 5">
            <a:extLst>
              <a:ext uri="{FF2B5EF4-FFF2-40B4-BE49-F238E27FC236}">
                <a16:creationId xmlns:a16="http://schemas.microsoft.com/office/drawing/2014/main" id="{5AC515B6-7650-04E2-7312-8F28541CDEDB}"/>
              </a:ext>
            </a:extLst>
          </p:cNvPr>
          <p:cNvSpPr/>
          <p:nvPr/>
        </p:nvSpPr>
        <p:spPr>
          <a:xfrm>
            <a:off x="138564" y="848265"/>
            <a:ext cx="2981907" cy="418191"/>
          </a:xfrm>
          <a:prstGeom prst="rect">
            <a:avLst/>
          </a:prstGeom>
        </p:spPr>
        <p:txBody>
          <a:bodyPr wrap="none">
            <a:spAutoFit/>
          </a:bodyPr>
          <a:lstStyle/>
          <a:p>
            <a:pPr>
              <a:lnSpc>
                <a:spcPct val="150000"/>
              </a:lnSpc>
            </a:pPr>
            <a:r>
              <a:rPr lang="en-US" altLang="zh-CN" sz="1600" b="1" dirty="0">
                <a:latin typeface="微软雅黑" panose="020B0503020204020204" pitchFamily="34" charset="-122"/>
                <a:ea typeface="微软雅黑" panose="020B0503020204020204" pitchFamily="34" charset="-122"/>
              </a:rPr>
              <a:t>GPU</a:t>
            </a:r>
            <a:r>
              <a:rPr lang="zh-CN" altLang="en-US" sz="1600" b="1" dirty="0">
                <a:latin typeface="微软雅黑" panose="020B0503020204020204" pitchFamily="34" charset="-122"/>
                <a:ea typeface="微软雅黑" panose="020B0503020204020204" pitchFamily="34" charset="-122"/>
              </a:rPr>
              <a:t>实验简介</a:t>
            </a:r>
            <a:r>
              <a:rPr lang="en-US" altLang="zh-CN" sz="1600" b="1" dirty="0">
                <a:latin typeface="微软雅黑" panose="020B0503020204020204" pitchFamily="34" charset="-122"/>
                <a:ea typeface="微软雅黑" panose="020B0503020204020204" pitchFamily="34" charset="-122"/>
              </a:rPr>
              <a:t>-</a:t>
            </a:r>
            <a:r>
              <a:rPr lang="zh-CN" altLang="en-US" sz="1600" b="1" dirty="0">
                <a:latin typeface="微软雅黑" panose="020B0503020204020204" pitchFamily="34" charset="-122"/>
                <a:ea typeface="微软雅黑" panose="020B0503020204020204" pitchFamily="34" charset="-122"/>
              </a:rPr>
              <a:t>寄存器矩阵乘法</a:t>
            </a:r>
          </a:p>
        </p:txBody>
      </p:sp>
      <p:pic>
        <p:nvPicPr>
          <p:cNvPr id="4" name="图片 3">
            <a:extLst>
              <a:ext uri="{FF2B5EF4-FFF2-40B4-BE49-F238E27FC236}">
                <a16:creationId xmlns:a16="http://schemas.microsoft.com/office/drawing/2014/main" id="{5F01925A-4FDD-08AF-289D-3C11A94A725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47500" y="1326580"/>
            <a:ext cx="5157936" cy="5077027"/>
          </a:xfrm>
          <a:prstGeom prst="rect">
            <a:avLst/>
          </a:prstGeom>
        </p:spPr>
      </p:pic>
      <p:sp>
        <p:nvSpPr>
          <p:cNvPr id="3" name="矩形 2">
            <a:extLst>
              <a:ext uri="{FF2B5EF4-FFF2-40B4-BE49-F238E27FC236}">
                <a16:creationId xmlns:a16="http://schemas.microsoft.com/office/drawing/2014/main" id="{B4C11312-F22D-B0B2-0DD9-6F51215780E9}"/>
              </a:ext>
            </a:extLst>
          </p:cNvPr>
          <p:cNvSpPr/>
          <p:nvPr/>
        </p:nvSpPr>
        <p:spPr>
          <a:xfrm>
            <a:off x="400522" y="1266456"/>
            <a:ext cx="6138672" cy="2264851"/>
          </a:xfrm>
          <a:prstGeom prst="rect">
            <a:avLst/>
          </a:prstGeom>
        </p:spPr>
        <p:txBody>
          <a:bodyPr wrap="square">
            <a:spAutoFit/>
          </a:bodyPr>
          <a:lstStyle/>
          <a:p>
            <a:pPr>
              <a:lnSpc>
                <a:spcPct val="150000"/>
              </a:lnSpc>
            </a:pPr>
            <a:r>
              <a:rPr lang="zh-CN" altLang="en-US" sz="1600" dirty="0">
                <a:latin typeface="微软雅黑" panose="020B0503020204020204" pitchFamily="34" charset="-122"/>
                <a:ea typeface="微软雅黑" panose="020B0503020204020204" pitchFamily="34" charset="-122"/>
              </a:rPr>
              <a:t>分块矩阵乘法使用了</a:t>
            </a:r>
            <a:r>
              <a:rPr lang="en-US" altLang="zh-CN" sz="1600" dirty="0">
                <a:latin typeface="微软雅黑" panose="020B0503020204020204" pitchFamily="34" charset="-122"/>
                <a:ea typeface="微软雅黑" panose="020B0503020204020204" pitchFamily="34" charset="-122"/>
              </a:rPr>
              <a:t>shared memory</a:t>
            </a:r>
            <a:r>
              <a:rPr lang="zh-CN" altLang="en-US" sz="1600" dirty="0">
                <a:latin typeface="微软雅黑" panose="020B0503020204020204" pitchFamily="34" charset="-122"/>
                <a:ea typeface="微软雅黑" panose="020B0503020204020204" pitchFamily="34" charset="-122"/>
              </a:rPr>
              <a:t>，但是</a:t>
            </a:r>
            <a:r>
              <a:rPr lang="en-US" altLang="zh-CN" sz="1600" dirty="0">
                <a:latin typeface="微软雅黑" panose="020B0503020204020204" pitchFamily="34" charset="-122"/>
                <a:ea typeface="微软雅黑" panose="020B0503020204020204" pitchFamily="34" charset="-122"/>
              </a:rPr>
              <a:t>GPU</a:t>
            </a:r>
            <a:r>
              <a:rPr lang="zh-CN" altLang="en-US" sz="1600" dirty="0">
                <a:latin typeface="微软雅黑" panose="020B0503020204020204" pitchFamily="34" charset="-122"/>
                <a:ea typeface="微软雅黑" panose="020B0503020204020204" pitchFamily="34" charset="-122"/>
              </a:rPr>
              <a:t>上还有比</a:t>
            </a:r>
            <a:r>
              <a:rPr lang="en-US" altLang="zh-CN" sz="1600" dirty="0">
                <a:latin typeface="微软雅黑" panose="020B0503020204020204" pitchFamily="34" charset="-122"/>
                <a:ea typeface="微软雅黑" panose="020B0503020204020204" pitchFamily="34" charset="-122"/>
              </a:rPr>
              <a:t>shared memory</a:t>
            </a:r>
            <a:r>
              <a:rPr lang="zh-CN" altLang="en-US" sz="1600" dirty="0">
                <a:latin typeface="微软雅黑" panose="020B0503020204020204" pitchFamily="34" charset="-122"/>
                <a:ea typeface="微软雅黑" panose="020B0503020204020204" pitchFamily="34" charset="-122"/>
              </a:rPr>
              <a:t>更快的寄存器。同时注意到</a:t>
            </a:r>
            <a:r>
              <a:rPr lang="en-US" altLang="zh-CN" sz="1600" dirty="0">
                <a:latin typeface="微软雅黑" panose="020B0503020204020204" pitchFamily="34" charset="-122"/>
                <a:ea typeface="微软雅黑" panose="020B0503020204020204" pitchFamily="34" charset="-122"/>
              </a:rPr>
              <a:t>shared memory</a:t>
            </a:r>
            <a:r>
              <a:rPr lang="zh-CN" altLang="en-US" sz="1600" dirty="0">
                <a:latin typeface="微软雅黑" panose="020B0503020204020204" pitchFamily="34" charset="-122"/>
                <a:ea typeface="微软雅黑" panose="020B0503020204020204" pitchFamily="34" charset="-122"/>
              </a:rPr>
              <a:t>同一地址会被多个线程同时访问，产生访存冲突降低效率。因此考虑能否重用寄存器中的数据加速矩阵乘法。但是寄存器中的数据仅能被同一个线程使用，因此若重用需要合并线程，一个线程负责不止一个</a:t>
            </a:r>
            <a:r>
              <a:rPr lang="en-US" altLang="zh-CN" sz="1600" dirty="0">
                <a:latin typeface="微软雅黑" panose="020B0503020204020204" pitchFamily="34" charset="-122"/>
                <a:ea typeface="微软雅黑" panose="020B0503020204020204" pitchFamily="34" charset="-122"/>
              </a:rPr>
              <a:t>C</a:t>
            </a:r>
            <a:r>
              <a:rPr lang="zh-CN" altLang="en-US" sz="1600" dirty="0">
                <a:latin typeface="微软雅黑" panose="020B0503020204020204" pitchFamily="34" charset="-122"/>
                <a:ea typeface="微软雅黑" panose="020B0503020204020204" pitchFamily="34" charset="-122"/>
              </a:rPr>
              <a:t>矩阵元素的计算。</a:t>
            </a:r>
            <a:endParaRPr lang="en-US" altLang="zh-CN" sz="1600" dirty="0">
              <a:latin typeface="微软雅黑" panose="020B0503020204020204" pitchFamily="34" charset="-122"/>
              <a:ea typeface="微软雅黑" panose="020B0503020204020204" pitchFamily="34" charset="-122"/>
            </a:endParaRPr>
          </a:p>
        </p:txBody>
      </p:sp>
      <p:sp>
        <p:nvSpPr>
          <p:cNvPr id="5" name="矩形 4">
            <a:extLst>
              <a:ext uri="{FF2B5EF4-FFF2-40B4-BE49-F238E27FC236}">
                <a16:creationId xmlns:a16="http://schemas.microsoft.com/office/drawing/2014/main" id="{05F9F2BA-1EB7-5D7E-92E4-86ED5ACE0191}"/>
              </a:ext>
            </a:extLst>
          </p:cNvPr>
          <p:cNvSpPr/>
          <p:nvPr/>
        </p:nvSpPr>
        <p:spPr>
          <a:xfrm>
            <a:off x="400522" y="3398363"/>
            <a:ext cx="3446978" cy="3003515"/>
          </a:xfrm>
          <a:prstGeom prst="rect">
            <a:avLst/>
          </a:prstGeom>
        </p:spPr>
        <p:txBody>
          <a:bodyPr wrap="square">
            <a:spAutoFit/>
          </a:bodyPr>
          <a:lstStyle/>
          <a:p>
            <a:pPr>
              <a:lnSpc>
                <a:spcPct val="150000"/>
              </a:lnSpc>
            </a:pPr>
            <a:r>
              <a:rPr lang="zh-CN" altLang="en-US" sz="1600" dirty="0">
                <a:latin typeface="微软雅黑" panose="020B0503020204020204" pitchFamily="34" charset="-122"/>
                <a:ea typeface="微软雅黑" panose="020B0503020204020204" pitchFamily="34" charset="-122"/>
              </a:rPr>
              <a:t>不妨考虑将</a:t>
            </a:r>
            <a:r>
              <a:rPr lang="en-US" altLang="zh-CN" sz="1600" dirty="0">
                <a:latin typeface="微软雅黑" panose="020B0503020204020204" pitchFamily="34" charset="-122"/>
                <a:ea typeface="微软雅黑" panose="020B0503020204020204" pitchFamily="34" charset="-122"/>
              </a:rPr>
              <a:t>A</a:t>
            </a:r>
            <a:r>
              <a:rPr lang="zh-CN" altLang="en-US" sz="1600" dirty="0">
                <a:latin typeface="微软雅黑" panose="020B0503020204020204" pitchFamily="34" charset="-122"/>
                <a:ea typeface="微软雅黑" panose="020B0503020204020204" pitchFamily="34" charset="-122"/>
              </a:rPr>
              <a:t>矩阵</a:t>
            </a:r>
            <a:r>
              <a:rPr lang="en-US" altLang="zh-CN" sz="1600" dirty="0">
                <a:latin typeface="微软雅黑" panose="020B0503020204020204" pitchFamily="34" charset="-122"/>
                <a:ea typeface="微软雅黑" panose="020B0503020204020204" pitchFamily="34" charset="-122"/>
              </a:rPr>
              <a:t>T*S</a:t>
            </a:r>
            <a:r>
              <a:rPr lang="zh-CN" altLang="en-US" sz="1600" dirty="0">
                <a:latin typeface="微软雅黑" panose="020B0503020204020204" pitchFamily="34" charset="-122"/>
                <a:ea typeface="微软雅黑" panose="020B0503020204020204" pitchFamily="34" charset="-122"/>
              </a:rPr>
              <a:t>大小的块放入寄存器。则对</a:t>
            </a:r>
            <a:r>
              <a:rPr lang="en-US" altLang="zh-CN" sz="1600" dirty="0">
                <a:latin typeface="微软雅黑" panose="020B0503020204020204" pitchFamily="34" charset="-122"/>
                <a:ea typeface="微软雅黑" panose="020B0503020204020204" pitchFamily="34" charset="-122"/>
              </a:rPr>
              <a:t>C</a:t>
            </a:r>
            <a:r>
              <a:rPr lang="zh-CN" altLang="en-US" sz="1600" dirty="0">
                <a:latin typeface="微软雅黑" panose="020B0503020204020204" pitchFamily="34" charset="-122"/>
                <a:ea typeface="微软雅黑" panose="020B0503020204020204" pitchFamily="34" charset="-122"/>
              </a:rPr>
              <a:t>矩阵的</a:t>
            </a:r>
            <a:r>
              <a:rPr lang="en-US" altLang="zh-CN" sz="1600" dirty="0">
                <a:latin typeface="微软雅黑" panose="020B0503020204020204" pitchFamily="34" charset="-122"/>
                <a:ea typeface="微软雅黑" panose="020B0503020204020204" pitchFamily="34" charset="-122"/>
              </a:rPr>
              <a:t>T*U</a:t>
            </a:r>
            <a:r>
              <a:rPr lang="zh-CN" altLang="en-US" sz="1600" dirty="0">
                <a:latin typeface="微软雅黑" panose="020B0503020204020204" pitchFamily="34" charset="-122"/>
                <a:ea typeface="微软雅黑" panose="020B0503020204020204" pitchFamily="34" charset="-122"/>
              </a:rPr>
              <a:t>大小的块，需要</a:t>
            </a:r>
            <a:r>
              <a:rPr lang="en-US" altLang="zh-CN" sz="1600" dirty="0">
                <a:latin typeface="微软雅黑" panose="020B0503020204020204" pitchFamily="34" charset="-122"/>
                <a:ea typeface="微软雅黑" panose="020B0503020204020204" pitchFamily="34" charset="-122"/>
              </a:rPr>
              <a:t>T</a:t>
            </a:r>
            <a:r>
              <a:rPr lang="zh-CN" altLang="en-US" sz="1600" dirty="0">
                <a:latin typeface="微软雅黑" panose="020B0503020204020204" pitchFamily="34" charset="-122"/>
                <a:ea typeface="微软雅黑" panose="020B0503020204020204" pitchFamily="34" charset="-122"/>
              </a:rPr>
              <a:t>个线程，每个线程沿</a:t>
            </a:r>
            <a:r>
              <a:rPr lang="en-US" altLang="zh-CN" sz="1600" dirty="0">
                <a:latin typeface="微软雅黑" panose="020B0503020204020204" pitchFamily="34" charset="-122"/>
                <a:ea typeface="微软雅黑" panose="020B0503020204020204" pitchFamily="34" charset="-122"/>
              </a:rPr>
              <a:t>U</a:t>
            </a:r>
            <a:r>
              <a:rPr lang="zh-CN" altLang="en-US" sz="1600" dirty="0">
                <a:latin typeface="微软雅黑" panose="020B0503020204020204" pitchFamily="34" charset="-122"/>
                <a:ea typeface="微软雅黑" panose="020B0503020204020204" pitchFamily="34" charset="-122"/>
              </a:rPr>
              <a:t>方向计算</a:t>
            </a:r>
            <a:r>
              <a:rPr lang="en-US" altLang="zh-CN" sz="1600" dirty="0">
                <a:latin typeface="微软雅黑" panose="020B0503020204020204" pitchFamily="34" charset="-122"/>
                <a:ea typeface="微软雅黑" panose="020B0503020204020204" pitchFamily="34" charset="-122"/>
              </a:rPr>
              <a:t>U</a:t>
            </a:r>
            <a:r>
              <a:rPr lang="zh-CN" altLang="en-US" sz="1600" dirty="0">
                <a:latin typeface="微软雅黑" panose="020B0503020204020204" pitchFamily="34" charset="-122"/>
                <a:ea typeface="微软雅黑" panose="020B0503020204020204" pitchFamily="34" charset="-122"/>
              </a:rPr>
              <a:t>个</a:t>
            </a:r>
            <a:r>
              <a:rPr lang="en-US" altLang="zh-CN" sz="1600" dirty="0">
                <a:latin typeface="微软雅黑" panose="020B0503020204020204" pitchFamily="34" charset="-122"/>
                <a:ea typeface="微软雅黑" panose="020B0503020204020204" pitchFamily="34" charset="-122"/>
              </a:rPr>
              <a:t>C</a:t>
            </a:r>
            <a:r>
              <a:rPr lang="zh-CN" altLang="en-US" sz="1600" dirty="0">
                <a:latin typeface="微软雅黑" panose="020B0503020204020204" pitchFamily="34" charset="-122"/>
                <a:ea typeface="微软雅黑" panose="020B0503020204020204" pitchFamily="34" charset="-122"/>
              </a:rPr>
              <a:t>矩阵的元素。为了线程间数据共享</a:t>
            </a:r>
            <a:r>
              <a:rPr lang="en-US" altLang="zh-CN" sz="1600" dirty="0">
                <a:latin typeface="微软雅黑" panose="020B0503020204020204" pitchFamily="34" charset="-122"/>
                <a:ea typeface="微软雅黑" panose="020B0503020204020204" pitchFamily="34" charset="-122"/>
              </a:rPr>
              <a:t>B</a:t>
            </a:r>
            <a:r>
              <a:rPr lang="zh-CN" altLang="en-US" sz="1600" dirty="0">
                <a:latin typeface="微软雅黑" panose="020B0503020204020204" pitchFamily="34" charset="-122"/>
                <a:ea typeface="微软雅黑" panose="020B0503020204020204" pitchFamily="34" charset="-122"/>
              </a:rPr>
              <a:t>矩阵</a:t>
            </a:r>
            <a:r>
              <a:rPr lang="en-US" altLang="zh-CN" sz="1600" dirty="0">
                <a:latin typeface="微软雅黑" panose="020B0503020204020204" pitchFamily="34" charset="-122"/>
                <a:ea typeface="微软雅黑" panose="020B0503020204020204" pitchFamily="34" charset="-122"/>
              </a:rPr>
              <a:t>U*S</a:t>
            </a:r>
            <a:r>
              <a:rPr lang="zh-CN" altLang="en-US" sz="1600" dirty="0">
                <a:latin typeface="微软雅黑" panose="020B0503020204020204" pitchFamily="34" charset="-122"/>
                <a:ea typeface="微软雅黑" panose="020B0503020204020204" pitchFamily="34" charset="-122"/>
              </a:rPr>
              <a:t>大小的块仍然留在</a:t>
            </a:r>
            <a:r>
              <a:rPr lang="en-US" altLang="zh-CN" sz="1600" dirty="0">
                <a:latin typeface="微软雅黑" panose="020B0503020204020204" pitchFamily="34" charset="-122"/>
                <a:ea typeface="微软雅黑" panose="020B0503020204020204" pitchFamily="34" charset="-122"/>
              </a:rPr>
              <a:t>shared memory</a:t>
            </a:r>
            <a:r>
              <a:rPr lang="zh-CN" altLang="en-US" sz="1600" dirty="0">
                <a:latin typeface="微软雅黑" panose="020B0503020204020204" pitchFamily="34" charset="-122"/>
                <a:ea typeface="微软雅黑" panose="020B0503020204020204" pitchFamily="34" charset="-122"/>
              </a:rPr>
              <a:t>内。对</a:t>
            </a:r>
            <a:r>
              <a:rPr lang="en-US" altLang="zh-CN" sz="1600" dirty="0">
                <a:latin typeface="微软雅黑" panose="020B0503020204020204" pitchFamily="34" charset="-122"/>
                <a:ea typeface="微软雅黑" panose="020B0503020204020204" pitchFamily="34" charset="-122"/>
              </a:rPr>
              <a:t>A</a:t>
            </a:r>
            <a:r>
              <a:rPr lang="zh-CN" altLang="en-US" sz="1600" dirty="0">
                <a:latin typeface="微软雅黑" panose="020B0503020204020204" pitchFamily="34" charset="-122"/>
                <a:ea typeface="微软雅黑" panose="020B0503020204020204" pitchFamily="34" charset="-122"/>
              </a:rPr>
              <a:t>的每一行，此时仅有一个线程使用其元素，因此可以将之放入寄存器中。</a:t>
            </a:r>
            <a:endParaRPr lang="en-US" altLang="zh-CN" sz="16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08693675"/>
      </p:ext>
    </p:extLst>
  </p:cSld>
  <p:clrMapOvr>
    <a:masterClrMapping/>
  </p:clrMapOvr>
  <mc:AlternateContent xmlns:mc="http://schemas.openxmlformats.org/markup-compatibility/2006" xmlns:p14="http://schemas.microsoft.com/office/powerpoint/2010/main">
    <mc:Choice Requires="p14">
      <p:transition spd="slow" p14:dur="2000" advTm="13957"/>
    </mc:Choice>
    <mc:Fallback xmlns="">
      <p:transition spd="slow" advTm="13957"/>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096043-FC71-4F0C-C698-1FC18EA4BD78}"/>
            </a:ext>
          </a:extLst>
        </p:cNvPr>
        <p:cNvGrpSpPr/>
        <p:nvPr/>
      </p:nvGrpSpPr>
      <p:grpSpPr>
        <a:xfrm>
          <a:off x="0" y="0"/>
          <a:ext cx="0" cy="0"/>
          <a:chOff x="0" y="0"/>
          <a:chExt cx="0" cy="0"/>
        </a:xfrm>
      </p:grpSpPr>
      <p:grpSp>
        <p:nvGrpSpPr>
          <p:cNvPr id="16" name="组合 52">
            <a:extLst>
              <a:ext uri="{FF2B5EF4-FFF2-40B4-BE49-F238E27FC236}">
                <a16:creationId xmlns:a16="http://schemas.microsoft.com/office/drawing/2014/main" id="{0FDFC341-1241-4EBF-3ACC-1237777215FE}"/>
              </a:ext>
            </a:extLst>
          </p:cNvPr>
          <p:cNvGrpSpPr/>
          <p:nvPr/>
        </p:nvGrpSpPr>
        <p:grpSpPr>
          <a:xfrm>
            <a:off x="138564" y="279057"/>
            <a:ext cx="6293973" cy="253916"/>
            <a:chOff x="5637082" y="1769183"/>
            <a:chExt cx="4430606" cy="451405"/>
          </a:xfrm>
        </p:grpSpPr>
        <p:sp>
          <p:nvSpPr>
            <p:cNvPr id="17" name="等腰三角形 53">
              <a:extLst>
                <a:ext uri="{FF2B5EF4-FFF2-40B4-BE49-F238E27FC236}">
                  <a16:creationId xmlns:a16="http://schemas.microsoft.com/office/drawing/2014/main" id="{B2B4AC92-2BCE-244C-B51F-D578833F1BCD}"/>
                </a:ext>
              </a:extLst>
            </p:cNvPr>
            <p:cNvSpPr/>
            <p:nvPr/>
          </p:nvSpPr>
          <p:spPr>
            <a:xfrm rot="5400000">
              <a:off x="5562941" y="1938259"/>
              <a:ext cx="243283" cy="9500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125">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9" name="文本框 18">
              <a:extLst>
                <a:ext uri="{FF2B5EF4-FFF2-40B4-BE49-F238E27FC236}">
                  <a16:creationId xmlns:a16="http://schemas.microsoft.com/office/drawing/2014/main" id="{4CEBEF53-50B3-5FBC-97D3-0FCACB4E350F}"/>
                </a:ext>
              </a:extLst>
            </p:cNvPr>
            <p:cNvSpPr txBox="1"/>
            <p:nvPr/>
          </p:nvSpPr>
          <p:spPr>
            <a:xfrm flipH="1">
              <a:off x="5746406" y="1769183"/>
              <a:ext cx="4321282" cy="451405"/>
            </a:xfrm>
            <a:prstGeom prst="rect">
              <a:avLst/>
            </a:prstGeom>
            <a:noFill/>
          </p:spPr>
          <p:txBody>
            <a:bodyPr wrap="square" rtlCol="0">
              <a:spAutoFit/>
            </a:bodyPr>
            <a:lstStyle/>
            <a:p>
              <a:r>
                <a:rPr lang="en-US" altLang="zh-CN" sz="105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Lab5</a:t>
              </a:r>
              <a:r>
                <a:rPr lang="zh-CN" altLang="en-US" sz="105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实验讲解 </a:t>
              </a:r>
              <a:r>
                <a:rPr lang="en-US" altLang="zh-CN" sz="105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050" b="1" dirty="0">
                  <a:solidFill>
                    <a:schemeClr val="bg1"/>
                  </a:solidFill>
                  <a:latin typeface="微软雅黑" panose="020B0503020204020204" pitchFamily="34" charset="-122"/>
                  <a:ea typeface="微软雅黑" panose="020B0503020204020204" pitchFamily="34" charset="-122"/>
                </a:rPr>
                <a:t>GPU</a:t>
              </a:r>
              <a:r>
                <a:rPr lang="zh-CN" altLang="en-US" sz="1050" b="1" dirty="0">
                  <a:solidFill>
                    <a:schemeClr val="bg1"/>
                  </a:solidFill>
                  <a:latin typeface="微软雅黑" panose="020B0503020204020204" pitchFamily="34" charset="-122"/>
                  <a:ea typeface="微软雅黑" panose="020B0503020204020204" pitchFamily="34" charset="-122"/>
                </a:rPr>
                <a:t>实验简介</a:t>
              </a:r>
            </a:p>
          </p:txBody>
        </p:sp>
      </p:grpSp>
      <p:sp>
        <p:nvSpPr>
          <p:cNvPr id="6" name="矩形 5">
            <a:extLst>
              <a:ext uri="{FF2B5EF4-FFF2-40B4-BE49-F238E27FC236}">
                <a16:creationId xmlns:a16="http://schemas.microsoft.com/office/drawing/2014/main" id="{1D464A23-97B1-D0EF-8C98-CE362048DE87}"/>
              </a:ext>
            </a:extLst>
          </p:cNvPr>
          <p:cNvSpPr/>
          <p:nvPr/>
        </p:nvSpPr>
        <p:spPr>
          <a:xfrm>
            <a:off x="138564" y="848265"/>
            <a:ext cx="2981907" cy="418191"/>
          </a:xfrm>
          <a:prstGeom prst="rect">
            <a:avLst/>
          </a:prstGeom>
        </p:spPr>
        <p:txBody>
          <a:bodyPr wrap="none">
            <a:spAutoFit/>
          </a:bodyPr>
          <a:lstStyle/>
          <a:p>
            <a:pPr>
              <a:lnSpc>
                <a:spcPct val="150000"/>
              </a:lnSpc>
            </a:pPr>
            <a:r>
              <a:rPr lang="en-US" altLang="zh-CN" sz="1600" b="1" dirty="0">
                <a:latin typeface="微软雅黑" panose="020B0503020204020204" pitchFamily="34" charset="-122"/>
                <a:ea typeface="微软雅黑" panose="020B0503020204020204" pitchFamily="34" charset="-122"/>
              </a:rPr>
              <a:t>GPU</a:t>
            </a:r>
            <a:r>
              <a:rPr lang="zh-CN" altLang="en-US" sz="1600" b="1" dirty="0">
                <a:latin typeface="微软雅黑" panose="020B0503020204020204" pitchFamily="34" charset="-122"/>
                <a:ea typeface="微软雅黑" panose="020B0503020204020204" pitchFamily="34" charset="-122"/>
              </a:rPr>
              <a:t>实验简介</a:t>
            </a:r>
            <a:r>
              <a:rPr lang="en-US" altLang="zh-CN" sz="1600" b="1" dirty="0">
                <a:latin typeface="微软雅黑" panose="020B0503020204020204" pitchFamily="34" charset="-122"/>
                <a:ea typeface="微软雅黑" panose="020B0503020204020204" pitchFamily="34" charset="-122"/>
              </a:rPr>
              <a:t>-</a:t>
            </a:r>
            <a:r>
              <a:rPr lang="zh-CN" altLang="en-US" sz="1600" b="1" dirty="0">
                <a:latin typeface="微软雅黑" panose="020B0503020204020204" pitchFamily="34" charset="-122"/>
                <a:ea typeface="微软雅黑" panose="020B0503020204020204" pitchFamily="34" charset="-122"/>
              </a:rPr>
              <a:t>寄存器矩阵乘法</a:t>
            </a:r>
          </a:p>
        </p:txBody>
      </p:sp>
      <p:pic>
        <p:nvPicPr>
          <p:cNvPr id="4" name="图片 3">
            <a:extLst>
              <a:ext uri="{FF2B5EF4-FFF2-40B4-BE49-F238E27FC236}">
                <a16:creationId xmlns:a16="http://schemas.microsoft.com/office/drawing/2014/main" id="{AF24AA7A-C72E-9891-A9E8-796A8BF94134}"/>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3847500" y="1326580"/>
            <a:ext cx="5157936" cy="5077026"/>
          </a:xfrm>
          <a:prstGeom prst="rect">
            <a:avLst/>
          </a:prstGeom>
        </p:spPr>
      </p:pic>
      <p:sp>
        <p:nvSpPr>
          <p:cNvPr id="5" name="矩形 4">
            <a:extLst>
              <a:ext uri="{FF2B5EF4-FFF2-40B4-BE49-F238E27FC236}">
                <a16:creationId xmlns:a16="http://schemas.microsoft.com/office/drawing/2014/main" id="{E6AD2A5C-F70F-AB5D-8994-65F6A6E7228F}"/>
              </a:ext>
            </a:extLst>
          </p:cNvPr>
          <p:cNvSpPr/>
          <p:nvPr/>
        </p:nvSpPr>
        <p:spPr>
          <a:xfrm>
            <a:off x="206041" y="3792206"/>
            <a:ext cx="3845994" cy="1895519"/>
          </a:xfrm>
          <a:prstGeom prst="rect">
            <a:avLst/>
          </a:prstGeom>
        </p:spPr>
        <p:txBody>
          <a:bodyPr wrap="square">
            <a:spAutoFit/>
          </a:bodyPr>
          <a:lstStyle/>
          <a:p>
            <a:pPr>
              <a:lnSpc>
                <a:spcPct val="150000"/>
              </a:lnSpc>
            </a:pPr>
            <a:r>
              <a:rPr lang="zh-CN" altLang="en-US" sz="1600" dirty="0">
                <a:latin typeface="微软雅黑" panose="020B0503020204020204" pitchFamily="34" charset="-122"/>
                <a:ea typeface="微软雅黑" panose="020B0503020204020204" pitchFamily="34" charset="-122"/>
              </a:rPr>
              <a:t>注意：</a:t>
            </a:r>
            <a:r>
              <a:rPr lang="en-US" altLang="zh-CN" sz="1600" dirty="0">
                <a:latin typeface="微软雅黑" panose="020B0503020204020204" pitchFamily="34" charset="-122"/>
                <a:ea typeface="微软雅黑" panose="020B0503020204020204" pitchFamily="34" charset="-122"/>
              </a:rPr>
              <a:t>1. C</a:t>
            </a:r>
            <a:r>
              <a:rPr lang="zh-CN" altLang="en-US" sz="1600" dirty="0">
                <a:latin typeface="微软雅黑" panose="020B0503020204020204" pitchFamily="34" charset="-122"/>
                <a:ea typeface="微软雅黑" panose="020B0503020204020204" pitchFamily="34" charset="-122"/>
              </a:rPr>
              <a:t>的所有元素也应该放入寄存器</a:t>
            </a:r>
            <a:endParaRPr lang="en-US" altLang="zh-CN" sz="1600" dirty="0">
              <a:latin typeface="微软雅黑" panose="020B0503020204020204" pitchFamily="34" charset="-122"/>
              <a:ea typeface="微软雅黑" panose="020B0503020204020204" pitchFamily="34" charset="-122"/>
            </a:endParaRPr>
          </a:p>
          <a:p>
            <a:pPr>
              <a:lnSpc>
                <a:spcPct val="150000"/>
              </a:lnSpc>
            </a:pPr>
            <a:r>
              <a:rPr lang="en-US" altLang="zh-CN" sz="1600" dirty="0">
                <a:latin typeface="微软雅黑" panose="020B0503020204020204" pitchFamily="34" charset="-122"/>
                <a:ea typeface="微软雅黑" panose="020B0503020204020204" pitchFamily="34" charset="-122"/>
              </a:rPr>
              <a:t>2. </a:t>
            </a:r>
            <a:r>
              <a:rPr lang="zh-CN" altLang="en-US" sz="1600" dirty="0">
                <a:latin typeface="微软雅黑" panose="020B0503020204020204" pitchFamily="34" charset="-122"/>
                <a:ea typeface="微软雅黑" panose="020B0503020204020204" pitchFamily="34" charset="-122"/>
              </a:rPr>
              <a:t>一个线程不只对应一个</a:t>
            </a:r>
            <a:r>
              <a:rPr lang="en-US" altLang="zh-CN" sz="1600" dirty="0">
                <a:latin typeface="微软雅黑" panose="020B0503020204020204" pitchFamily="34" charset="-122"/>
                <a:ea typeface="微软雅黑" panose="020B0503020204020204" pitchFamily="34" charset="-122"/>
              </a:rPr>
              <a:t>C</a:t>
            </a:r>
            <a:r>
              <a:rPr lang="zh-CN" altLang="en-US" sz="1600" dirty="0">
                <a:latin typeface="微软雅黑" panose="020B0503020204020204" pitchFamily="34" charset="-122"/>
                <a:ea typeface="微软雅黑" panose="020B0503020204020204" pitchFamily="34" charset="-122"/>
              </a:rPr>
              <a:t>的元素，注意坐标计算</a:t>
            </a:r>
            <a:endParaRPr lang="en-US" altLang="zh-CN" sz="1600" dirty="0">
              <a:latin typeface="微软雅黑" panose="020B0503020204020204" pitchFamily="34" charset="-122"/>
              <a:ea typeface="微软雅黑" panose="020B0503020204020204" pitchFamily="34" charset="-122"/>
            </a:endParaRPr>
          </a:p>
          <a:p>
            <a:pPr>
              <a:lnSpc>
                <a:spcPct val="150000"/>
              </a:lnSpc>
            </a:pPr>
            <a:r>
              <a:rPr lang="en-US" altLang="zh-CN" sz="1600" dirty="0">
                <a:latin typeface="微软雅黑" panose="020B0503020204020204" pitchFamily="34" charset="-122"/>
                <a:ea typeface="微软雅黑" panose="020B0503020204020204" pitchFamily="34" charset="-122"/>
              </a:rPr>
              <a:t>3. </a:t>
            </a:r>
            <a:r>
              <a:rPr lang="zh-CN" altLang="en-US" sz="1600" dirty="0">
                <a:latin typeface="微软雅黑" panose="020B0503020204020204" pitchFamily="34" charset="-122"/>
                <a:ea typeface="微软雅黑" panose="020B0503020204020204" pitchFamily="34" charset="-122"/>
              </a:rPr>
              <a:t>注意每个</a:t>
            </a:r>
            <a:r>
              <a:rPr lang="en-US" altLang="zh-CN" sz="1600" dirty="0">
                <a:latin typeface="微软雅黑" panose="020B0503020204020204" pitchFamily="34" charset="-122"/>
                <a:ea typeface="微软雅黑" panose="020B0503020204020204" pitchFamily="34" charset="-122"/>
              </a:rPr>
              <a:t>A</a:t>
            </a:r>
            <a:r>
              <a:rPr lang="zh-CN" altLang="en-US" sz="1600" dirty="0">
                <a:latin typeface="微软雅黑" panose="020B0503020204020204" pitchFamily="34" charset="-122"/>
                <a:ea typeface="微软雅黑" panose="020B0503020204020204" pitchFamily="34" charset="-122"/>
              </a:rPr>
              <a:t>分块、</a:t>
            </a:r>
            <a:r>
              <a:rPr lang="en-US" altLang="zh-CN" sz="1600" dirty="0">
                <a:latin typeface="微软雅黑" panose="020B0503020204020204" pitchFamily="34" charset="-122"/>
                <a:ea typeface="微软雅黑" panose="020B0503020204020204" pitchFamily="34" charset="-122"/>
              </a:rPr>
              <a:t>B</a:t>
            </a:r>
            <a:r>
              <a:rPr lang="zh-CN" altLang="en-US" sz="1600" dirty="0">
                <a:latin typeface="微软雅黑" panose="020B0503020204020204" pitchFamily="34" charset="-122"/>
                <a:ea typeface="微软雅黑" panose="020B0503020204020204" pitchFamily="34" charset="-122"/>
              </a:rPr>
              <a:t>分块对应的</a:t>
            </a:r>
            <a:r>
              <a:rPr lang="en-US" altLang="zh-CN" sz="1600" dirty="0">
                <a:latin typeface="微软雅黑" panose="020B0503020204020204" pitchFamily="34" charset="-122"/>
                <a:ea typeface="微软雅黑" panose="020B0503020204020204" pitchFamily="34" charset="-122"/>
              </a:rPr>
              <a:t>C</a:t>
            </a:r>
            <a:r>
              <a:rPr lang="zh-CN" altLang="en-US" sz="1600" dirty="0">
                <a:latin typeface="微软雅黑" panose="020B0503020204020204" pitchFamily="34" charset="-122"/>
                <a:ea typeface="微软雅黑" panose="020B0503020204020204" pitchFamily="34" charset="-122"/>
              </a:rPr>
              <a:t>分块的计算及切换分块时载入时的同步障</a:t>
            </a:r>
            <a:endParaRPr lang="en-US" altLang="zh-CN" sz="1600" dirty="0">
              <a:latin typeface="微软雅黑" panose="020B0503020204020204" pitchFamily="34" charset="-122"/>
              <a:ea typeface="微软雅黑" panose="020B0503020204020204" pitchFamily="34" charset="-122"/>
            </a:endParaRPr>
          </a:p>
        </p:txBody>
      </p:sp>
      <p:sp>
        <p:nvSpPr>
          <p:cNvPr id="2" name="矩形 1">
            <a:extLst>
              <a:ext uri="{FF2B5EF4-FFF2-40B4-BE49-F238E27FC236}">
                <a16:creationId xmlns:a16="http://schemas.microsoft.com/office/drawing/2014/main" id="{82B9082B-317A-6D63-A06F-DDB2893C3229}"/>
              </a:ext>
            </a:extLst>
          </p:cNvPr>
          <p:cNvSpPr/>
          <p:nvPr/>
        </p:nvSpPr>
        <p:spPr>
          <a:xfrm>
            <a:off x="293866" y="1200025"/>
            <a:ext cx="6389738" cy="2634183"/>
          </a:xfrm>
          <a:prstGeom prst="rect">
            <a:avLst/>
          </a:prstGeom>
        </p:spPr>
        <p:txBody>
          <a:bodyPr wrap="square">
            <a:spAutoFit/>
          </a:bodyPr>
          <a:lstStyle/>
          <a:p>
            <a:pPr>
              <a:lnSpc>
                <a:spcPct val="150000"/>
              </a:lnSpc>
            </a:pPr>
            <a:r>
              <a:rPr lang="zh-CN" altLang="en-US" sz="1600" dirty="0">
                <a:latin typeface="微软雅黑" panose="020B0503020204020204" pitchFamily="34" charset="-122"/>
                <a:ea typeface="微软雅黑" panose="020B0503020204020204" pitchFamily="34" charset="-122"/>
              </a:rPr>
              <a:t>如右图红色及粉红色的为启动的</a:t>
            </a:r>
            <a:r>
              <a:rPr lang="en-US" altLang="zh-CN" sz="1600" dirty="0">
                <a:latin typeface="微软雅黑" panose="020B0503020204020204" pitchFamily="34" charset="-122"/>
                <a:ea typeface="微软雅黑" panose="020B0503020204020204" pitchFamily="34" charset="-122"/>
              </a:rPr>
              <a:t>T</a:t>
            </a:r>
            <a:r>
              <a:rPr lang="zh-CN" altLang="en-US" sz="1600" dirty="0">
                <a:latin typeface="微软雅黑" panose="020B0503020204020204" pitchFamily="34" charset="-122"/>
                <a:ea typeface="微软雅黑" panose="020B0503020204020204" pitchFamily="34" charset="-122"/>
              </a:rPr>
              <a:t>个线程，红色的这个线程对应橙色的</a:t>
            </a:r>
            <a:r>
              <a:rPr lang="en-US" altLang="zh-CN" sz="1600" dirty="0">
                <a:latin typeface="微软雅黑" panose="020B0503020204020204" pitchFamily="34" charset="-122"/>
                <a:ea typeface="微软雅黑" panose="020B0503020204020204" pitchFamily="34" charset="-122"/>
              </a:rPr>
              <a:t>A</a:t>
            </a:r>
            <a:r>
              <a:rPr lang="zh-CN" altLang="en-US" sz="1600" dirty="0">
                <a:latin typeface="微软雅黑" panose="020B0503020204020204" pitchFamily="34" charset="-122"/>
                <a:ea typeface="微软雅黑" panose="020B0503020204020204" pitchFamily="34" charset="-122"/>
              </a:rPr>
              <a:t>中的元素，这些元素都在寄存器中。红色的这个线程负责所有深红色的</a:t>
            </a:r>
            <a:r>
              <a:rPr lang="en-US" altLang="zh-CN" sz="1600" dirty="0">
                <a:latin typeface="微软雅黑" panose="020B0503020204020204" pitchFamily="34" charset="-122"/>
                <a:ea typeface="微软雅黑" panose="020B0503020204020204" pitchFamily="34" charset="-122"/>
              </a:rPr>
              <a:t>C</a:t>
            </a:r>
            <a:r>
              <a:rPr lang="zh-CN" altLang="en-US" sz="1600" dirty="0">
                <a:latin typeface="微软雅黑" panose="020B0503020204020204" pitchFamily="34" charset="-122"/>
                <a:ea typeface="微软雅黑" panose="020B0503020204020204" pitchFamily="34" charset="-122"/>
              </a:rPr>
              <a:t>中元素的计算。所有黄色的</a:t>
            </a:r>
            <a:r>
              <a:rPr lang="en-US" altLang="zh-CN" sz="1600" dirty="0">
                <a:latin typeface="微软雅黑" panose="020B0503020204020204" pitchFamily="34" charset="-122"/>
                <a:ea typeface="微软雅黑" panose="020B0503020204020204" pitchFamily="34" charset="-122"/>
              </a:rPr>
              <a:t>B</a:t>
            </a:r>
            <a:r>
              <a:rPr lang="zh-CN" altLang="en-US" sz="1600" dirty="0">
                <a:latin typeface="微软雅黑" panose="020B0503020204020204" pitchFamily="34" charset="-122"/>
                <a:ea typeface="微软雅黑" panose="020B0503020204020204" pitchFamily="34" charset="-122"/>
              </a:rPr>
              <a:t>的元素都在</a:t>
            </a:r>
            <a:r>
              <a:rPr lang="en-US" altLang="zh-CN" sz="1600" dirty="0">
                <a:latin typeface="微软雅黑" panose="020B0503020204020204" pitchFamily="34" charset="-122"/>
                <a:ea typeface="微软雅黑" panose="020B0503020204020204" pitchFamily="34" charset="-122"/>
              </a:rPr>
              <a:t>shared memory</a:t>
            </a:r>
            <a:r>
              <a:rPr lang="zh-CN" altLang="en-US" sz="1600" dirty="0">
                <a:latin typeface="微软雅黑" panose="020B0503020204020204" pitchFamily="34" charset="-122"/>
                <a:ea typeface="微软雅黑" panose="020B0503020204020204" pitchFamily="34" charset="-122"/>
              </a:rPr>
              <a:t>中。为了方便处理</a:t>
            </a:r>
            <a:r>
              <a:rPr lang="en-US" altLang="zh-CN" sz="1600" dirty="0">
                <a:latin typeface="微软雅黑" panose="020B0503020204020204" pitchFamily="34" charset="-122"/>
                <a:ea typeface="微软雅黑" panose="020B0503020204020204" pitchFamily="34" charset="-122"/>
              </a:rPr>
              <a:t>B</a:t>
            </a:r>
            <a:r>
              <a:rPr lang="zh-CN" altLang="en-US" sz="1600" dirty="0">
                <a:latin typeface="微软雅黑" panose="020B0503020204020204" pitchFamily="34" charset="-122"/>
                <a:ea typeface="微软雅黑" panose="020B0503020204020204" pitchFamily="34" charset="-122"/>
              </a:rPr>
              <a:t>的元素，设定</a:t>
            </a:r>
            <a:r>
              <a:rPr lang="en-US" altLang="zh-CN" sz="1600" dirty="0">
                <a:latin typeface="微软雅黑" panose="020B0503020204020204" pitchFamily="34" charset="-122"/>
                <a:ea typeface="微软雅黑" panose="020B0503020204020204" pitchFamily="34" charset="-122"/>
              </a:rPr>
              <a:t>T=S*U</a:t>
            </a:r>
            <a:r>
              <a:rPr lang="zh-CN" altLang="en-US" sz="1600" dirty="0">
                <a:latin typeface="微软雅黑" panose="020B0503020204020204" pitchFamily="34" charset="-122"/>
                <a:ea typeface="微软雅黑" panose="020B0503020204020204" pitchFamily="34" charset="-122"/>
              </a:rPr>
              <a:t>，本实验取</a:t>
            </a:r>
            <a:r>
              <a:rPr lang="en-US" altLang="zh-CN" sz="1600" dirty="0">
                <a:latin typeface="微软雅黑" panose="020B0503020204020204" pitchFamily="34" charset="-122"/>
                <a:ea typeface="微软雅黑" panose="020B0503020204020204" pitchFamily="34" charset="-122"/>
              </a:rPr>
              <a:t>T=64</a:t>
            </a:r>
            <a:r>
              <a:rPr lang="zh-CN" altLang="en-US" sz="1600" dirty="0">
                <a:latin typeface="微软雅黑" panose="020B0503020204020204" pitchFamily="34" charset="-122"/>
                <a:ea typeface="微软雅黑" panose="020B0503020204020204" pitchFamily="34" charset="-122"/>
              </a:rPr>
              <a:t>，</a:t>
            </a:r>
            <a:r>
              <a:rPr lang="en-US" altLang="zh-CN" sz="1600" dirty="0">
                <a:latin typeface="微软雅黑" panose="020B0503020204020204" pitchFamily="34" charset="-122"/>
                <a:ea typeface="微软雅黑" panose="020B0503020204020204" pitchFamily="34" charset="-122"/>
              </a:rPr>
              <a:t>S=4</a:t>
            </a:r>
            <a:r>
              <a:rPr lang="zh-CN" altLang="en-US" sz="1600" dirty="0">
                <a:latin typeface="微软雅黑" panose="020B0503020204020204" pitchFamily="34" charset="-122"/>
                <a:ea typeface="微软雅黑" panose="020B0503020204020204" pitchFamily="34" charset="-122"/>
              </a:rPr>
              <a:t>，</a:t>
            </a:r>
            <a:r>
              <a:rPr lang="en-US" altLang="zh-CN" sz="1600" dirty="0">
                <a:latin typeface="微软雅黑" panose="020B0503020204020204" pitchFamily="34" charset="-122"/>
                <a:ea typeface="微软雅黑" panose="020B0503020204020204" pitchFamily="34" charset="-122"/>
              </a:rPr>
              <a:t>U=16</a:t>
            </a:r>
          </a:p>
          <a:p>
            <a:pPr>
              <a:lnSpc>
                <a:spcPct val="150000"/>
              </a:lnSpc>
            </a:pPr>
            <a:r>
              <a:rPr lang="zh-CN" altLang="en-US" sz="1600" dirty="0">
                <a:latin typeface="微软雅黑" panose="020B0503020204020204" pitchFamily="34" charset="-122"/>
                <a:ea typeface="微软雅黑" panose="020B0503020204020204" pitchFamily="34" charset="-122"/>
              </a:rPr>
              <a:t>总结：</a:t>
            </a:r>
            <a:r>
              <a:rPr lang="en-US" altLang="zh-CN" sz="1600" dirty="0">
                <a:latin typeface="微软雅黑" panose="020B0503020204020204" pitchFamily="34" charset="-122"/>
                <a:ea typeface="微软雅黑" panose="020B0503020204020204" pitchFamily="34" charset="-122"/>
              </a:rPr>
              <a:t>1. C</a:t>
            </a:r>
            <a:r>
              <a:rPr lang="zh-CN" altLang="en-US" sz="1600" dirty="0">
                <a:latin typeface="微软雅黑" panose="020B0503020204020204" pitchFamily="34" charset="-122"/>
                <a:ea typeface="微软雅黑" panose="020B0503020204020204" pitchFamily="34" charset="-122"/>
              </a:rPr>
              <a:t>分块大小为</a:t>
            </a:r>
            <a:r>
              <a:rPr lang="en-US" altLang="zh-CN" sz="1600" dirty="0">
                <a:latin typeface="微软雅黑" panose="020B0503020204020204" pitchFamily="34" charset="-122"/>
                <a:ea typeface="微软雅黑" panose="020B0503020204020204" pitchFamily="34" charset="-122"/>
              </a:rPr>
              <a:t>(T*U)</a:t>
            </a:r>
            <a:r>
              <a:rPr lang="zh-CN" altLang="en-US" sz="1600" dirty="0">
                <a:latin typeface="微软雅黑" panose="020B0503020204020204" pitchFamily="34" charset="-122"/>
                <a:ea typeface="微软雅黑" panose="020B0503020204020204" pitchFamily="34" charset="-122"/>
              </a:rPr>
              <a:t>，由同一个</a:t>
            </a:r>
            <a:r>
              <a:rPr lang="en-US" altLang="zh-CN" sz="1600" dirty="0">
                <a:latin typeface="微软雅黑" panose="020B0503020204020204" pitchFamily="34" charset="-122"/>
                <a:ea typeface="微软雅黑" panose="020B0503020204020204" pitchFamily="34" charset="-122"/>
              </a:rPr>
              <a:t>block</a:t>
            </a:r>
            <a:r>
              <a:rPr lang="zh-CN" altLang="en-US" sz="1600" dirty="0">
                <a:latin typeface="微软雅黑" panose="020B0503020204020204" pitchFamily="34" charset="-122"/>
                <a:ea typeface="微软雅黑" panose="020B0503020204020204" pitchFamily="34" charset="-122"/>
              </a:rPr>
              <a:t>的</a:t>
            </a:r>
            <a:r>
              <a:rPr lang="en-US" altLang="zh-CN" sz="1600" dirty="0">
                <a:latin typeface="微软雅黑" panose="020B0503020204020204" pitchFamily="34" charset="-122"/>
                <a:ea typeface="微软雅黑" panose="020B0503020204020204" pitchFamily="34" charset="-122"/>
              </a:rPr>
              <a:t>T</a:t>
            </a:r>
            <a:r>
              <a:rPr lang="zh-CN" altLang="en-US" sz="1600" dirty="0">
                <a:latin typeface="微软雅黑" panose="020B0503020204020204" pitchFamily="34" charset="-122"/>
                <a:ea typeface="微软雅黑" panose="020B0503020204020204" pitchFamily="34" charset="-122"/>
              </a:rPr>
              <a:t>个线程负责计算</a:t>
            </a:r>
            <a:endParaRPr lang="en-US" altLang="zh-CN" sz="1600" dirty="0">
              <a:latin typeface="微软雅黑" panose="020B0503020204020204" pitchFamily="34" charset="-122"/>
              <a:ea typeface="微软雅黑" panose="020B0503020204020204" pitchFamily="34" charset="-122"/>
            </a:endParaRPr>
          </a:p>
          <a:p>
            <a:pPr>
              <a:lnSpc>
                <a:spcPct val="150000"/>
              </a:lnSpc>
            </a:pPr>
            <a:r>
              <a:rPr lang="en-US" altLang="zh-CN" sz="1600" dirty="0">
                <a:latin typeface="微软雅黑" panose="020B0503020204020204" pitchFamily="34" charset="-122"/>
                <a:ea typeface="微软雅黑" panose="020B0503020204020204" pitchFamily="34" charset="-122"/>
              </a:rPr>
              <a:t>2. </a:t>
            </a:r>
            <a:r>
              <a:rPr lang="zh-CN" altLang="en-US" sz="1600" dirty="0">
                <a:latin typeface="微软雅黑" panose="020B0503020204020204" pitchFamily="34" charset="-122"/>
                <a:ea typeface="微软雅黑" panose="020B0503020204020204" pitchFamily="34" charset="-122"/>
              </a:rPr>
              <a:t>一个线程在寄存器中存储</a:t>
            </a:r>
            <a:r>
              <a:rPr lang="en-US" altLang="zh-CN" sz="1600" dirty="0">
                <a:latin typeface="微软雅黑" panose="020B0503020204020204" pitchFamily="34" charset="-122"/>
                <a:ea typeface="微软雅黑" panose="020B0503020204020204" pitchFamily="34" charset="-122"/>
              </a:rPr>
              <a:t>A</a:t>
            </a:r>
            <a:r>
              <a:rPr lang="zh-CN" altLang="en-US" sz="1600" dirty="0">
                <a:latin typeface="微软雅黑" panose="020B0503020204020204" pitchFamily="34" charset="-122"/>
                <a:ea typeface="微软雅黑" panose="020B0503020204020204" pitchFamily="34" charset="-122"/>
              </a:rPr>
              <a:t>的一块的一行</a:t>
            </a:r>
            <a:r>
              <a:rPr lang="en-US" altLang="zh-CN" sz="1600" dirty="0">
                <a:latin typeface="微软雅黑" panose="020B0503020204020204" pitchFamily="34" charset="-122"/>
                <a:ea typeface="微软雅黑" panose="020B0503020204020204" pitchFamily="34" charset="-122"/>
              </a:rPr>
              <a:t>S</a:t>
            </a:r>
            <a:r>
              <a:rPr lang="zh-CN" altLang="en-US" sz="1600" dirty="0">
                <a:latin typeface="微软雅黑" panose="020B0503020204020204" pitchFamily="34" charset="-122"/>
                <a:ea typeface="微软雅黑" panose="020B0503020204020204" pitchFamily="34" charset="-122"/>
              </a:rPr>
              <a:t>个元素</a:t>
            </a:r>
            <a:endParaRPr lang="en-US" altLang="zh-CN" sz="1600" dirty="0">
              <a:latin typeface="微软雅黑" panose="020B0503020204020204" pitchFamily="34" charset="-122"/>
              <a:ea typeface="微软雅黑" panose="020B0503020204020204" pitchFamily="34" charset="-122"/>
            </a:endParaRPr>
          </a:p>
          <a:p>
            <a:pPr>
              <a:lnSpc>
                <a:spcPct val="150000"/>
              </a:lnSpc>
            </a:pPr>
            <a:r>
              <a:rPr lang="en-US" altLang="zh-CN" sz="1600" dirty="0">
                <a:latin typeface="微软雅黑" panose="020B0503020204020204" pitchFamily="34" charset="-122"/>
                <a:ea typeface="微软雅黑" panose="020B0503020204020204" pitchFamily="34" charset="-122"/>
              </a:rPr>
              <a:t>3. T</a:t>
            </a:r>
            <a:r>
              <a:rPr lang="zh-CN" altLang="en-US" sz="1600" dirty="0">
                <a:latin typeface="微软雅黑" panose="020B0503020204020204" pitchFamily="34" charset="-122"/>
                <a:ea typeface="微软雅黑" panose="020B0503020204020204" pitchFamily="34" charset="-122"/>
              </a:rPr>
              <a:t>个线程共同载入</a:t>
            </a:r>
            <a:r>
              <a:rPr lang="en-US" altLang="zh-CN" sz="1600" dirty="0">
                <a:latin typeface="微软雅黑" panose="020B0503020204020204" pitchFamily="34" charset="-122"/>
                <a:ea typeface="微软雅黑" panose="020B0503020204020204" pitchFamily="34" charset="-122"/>
              </a:rPr>
              <a:t>B</a:t>
            </a:r>
            <a:r>
              <a:rPr lang="zh-CN" altLang="en-US" sz="1600" dirty="0">
                <a:latin typeface="微软雅黑" panose="020B0503020204020204" pitchFamily="34" charset="-122"/>
                <a:ea typeface="微软雅黑" panose="020B0503020204020204" pitchFamily="34" charset="-122"/>
              </a:rPr>
              <a:t>的一块的所有元素到</a:t>
            </a:r>
            <a:r>
              <a:rPr lang="en-US" altLang="zh-CN" sz="1600" dirty="0">
                <a:latin typeface="微软雅黑" panose="020B0503020204020204" pitchFamily="34" charset="-122"/>
                <a:ea typeface="微软雅黑" panose="020B0503020204020204" pitchFamily="34" charset="-122"/>
              </a:rPr>
              <a:t>shared memory</a:t>
            </a:r>
            <a:r>
              <a:rPr lang="zh-CN" altLang="en-US" sz="1600" dirty="0">
                <a:latin typeface="微软雅黑" panose="020B0503020204020204" pitchFamily="34" charset="-122"/>
                <a:ea typeface="微软雅黑" panose="020B0503020204020204" pitchFamily="34" charset="-122"/>
              </a:rPr>
              <a:t>中</a:t>
            </a:r>
            <a:endParaRPr lang="en-US" altLang="zh-CN" sz="16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777236109"/>
      </p:ext>
    </p:extLst>
  </p:cSld>
  <p:clrMapOvr>
    <a:masterClrMapping/>
  </p:clrMapOvr>
  <mc:AlternateContent xmlns:mc="http://schemas.openxmlformats.org/markup-compatibility/2006" xmlns:p14="http://schemas.microsoft.com/office/powerpoint/2010/main">
    <mc:Choice Requires="p14">
      <p:transition spd="slow" p14:dur="2000" advTm="13957"/>
    </mc:Choice>
    <mc:Fallback xmlns="">
      <p:transition spd="slow" advTm="13957"/>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C19EDB-D77F-2255-9DBC-A1F4B0469240}"/>
            </a:ext>
          </a:extLst>
        </p:cNvPr>
        <p:cNvGrpSpPr/>
        <p:nvPr/>
      </p:nvGrpSpPr>
      <p:grpSpPr>
        <a:xfrm>
          <a:off x="0" y="0"/>
          <a:ext cx="0" cy="0"/>
          <a:chOff x="0" y="0"/>
          <a:chExt cx="0" cy="0"/>
        </a:xfrm>
      </p:grpSpPr>
      <p:grpSp>
        <p:nvGrpSpPr>
          <p:cNvPr id="16" name="组合 52">
            <a:extLst>
              <a:ext uri="{FF2B5EF4-FFF2-40B4-BE49-F238E27FC236}">
                <a16:creationId xmlns:a16="http://schemas.microsoft.com/office/drawing/2014/main" id="{3FBFAEF9-B9EB-4409-8E03-616C59897AC3}"/>
              </a:ext>
            </a:extLst>
          </p:cNvPr>
          <p:cNvGrpSpPr/>
          <p:nvPr/>
        </p:nvGrpSpPr>
        <p:grpSpPr>
          <a:xfrm>
            <a:off x="138564" y="279057"/>
            <a:ext cx="6293973" cy="253916"/>
            <a:chOff x="5637082" y="1769183"/>
            <a:chExt cx="4430606" cy="451405"/>
          </a:xfrm>
        </p:grpSpPr>
        <p:sp>
          <p:nvSpPr>
            <p:cNvPr id="17" name="等腰三角形 53">
              <a:extLst>
                <a:ext uri="{FF2B5EF4-FFF2-40B4-BE49-F238E27FC236}">
                  <a16:creationId xmlns:a16="http://schemas.microsoft.com/office/drawing/2014/main" id="{D08C438C-6280-8802-3C97-79F16A019464}"/>
                </a:ext>
              </a:extLst>
            </p:cNvPr>
            <p:cNvSpPr/>
            <p:nvPr/>
          </p:nvSpPr>
          <p:spPr>
            <a:xfrm rot="5400000">
              <a:off x="5562941" y="1938259"/>
              <a:ext cx="243283" cy="9500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125">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9" name="文本框 18">
              <a:extLst>
                <a:ext uri="{FF2B5EF4-FFF2-40B4-BE49-F238E27FC236}">
                  <a16:creationId xmlns:a16="http://schemas.microsoft.com/office/drawing/2014/main" id="{872528AC-3099-646D-95DD-4ED0B5C07155}"/>
                </a:ext>
              </a:extLst>
            </p:cNvPr>
            <p:cNvSpPr txBox="1"/>
            <p:nvPr/>
          </p:nvSpPr>
          <p:spPr>
            <a:xfrm flipH="1">
              <a:off x="5746406" y="1769183"/>
              <a:ext cx="4321282" cy="451405"/>
            </a:xfrm>
            <a:prstGeom prst="rect">
              <a:avLst/>
            </a:prstGeom>
            <a:noFill/>
          </p:spPr>
          <p:txBody>
            <a:bodyPr wrap="square" rtlCol="0">
              <a:spAutoFit/>
            </a:bodyPr>
            <a:lstStyle/>
            <a:p>
              <a:r>
                <a:rPr lang="en-US" altLang="zh-CN" sz="105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Lab5</a:t>
              </a:r>
              <a:r>
                <a:rPr lang="zh-CN" altLang="en-US" sz="105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实验讲解 </a:t>
              </a:r>
              <a:r>
                <a:rPr lang="en-US" altLang="zh-CN" sz="105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050" b="1" dirty="0">
                  <a:solidFill>
                    <a:schemeClr val="bg1"/>
                  </a:solidFill>
                  <a:latin typeface="微软雅黑" panose="020B0503020204020204" pitchFamily="34" charset="-122"/>
                  <a:ea typeface="微软雅黑" panose="020B0503020204020204" pitchFamily="34" charset="-122"/>
                </a:rPr>
                <a:t>GPU</a:t>
              </a:r>
              <a:r>
                <a:rPr lang="zh-CN" altLang="en-US" sz="1050" b="1" dirty="0">
                  <a:solidFill>
                    <a:schemeClr val="bg1"/>
                  </a:solidFill>
                  <a:latin typeface="微软雅黑" panose="020B0503020204020204" pitchFamily="34" charset="-122"/>
                  <a:ea typeface="微软雅黑" panose="020B0503020204020204" pitchFamily="34" charset="-122"/>
                </a:rPr>
                <a:t>实验简介</a:t>
              </a:r>
            </a:p>
          </p:txBody>
        </p:sp>
      </p:grpSp>
      <p:sp>
        <p:nvSpPr>
          <p:cNvPr id="6" name="矩形 5">
            <a:extLst>
              <a:ext uri="{FF2B5EF4-FFF2-40B4-BE49-F238E27FC236}">
                <a16:creationId xmlns:a16="http://schemas.microsoft.com/office/drawing/2014/main" id="{C5270FD2-CD9C-1364-239E-F476C284D0CA}"/>
              </a:ext>
            </a:extLst>
          </p:cNvPr>
          <p:cNvSpPr/>
          <p:nvPr/>
        </p:nvSpPr>
        <p:spPr>
          <a:xfrm>
            <a:off x="138564" y="848265"/>
            <a:ext cx="2366353" cy="418191"/>
          </a:xfrm>
          <a:prstGeom prst="rect">
            <a:avLst/>
          </a:prstGeom>
        </p:spPr>
        <p:txBody>
          <a:bodyPr wrap="none">
            <a:spAutoFit/>
          </a:bodyPr>
          <a:lstStyle/>
          <a:p>
            <a:pPr>
              <a:lnSpc>
                <a:spcPct val="150000"/>
              </a:lnSpc>
            </a:pPr>
            <a:r>
              <a:rPr lang="en-US" altLang="zh-CN" sz="1600" b="1" dirty="0">
                <a:latin typeface="微软雅黑" panose="020B0503020204020204" pitchFamily="34" charset="-122"/>
                <a:ea typeface="微软雅黑" panose="020B0503020204020204" pitchFamily="34" charset="-122"/>
              </a:rPr>
              <a:t>GPU</a:t>
            </a:r>
            <a:r>
              <a:rPr lang="zh-CN" altLang="en-US" sz="1600" b="1" dirty="0">
                <a:latin typeface="微软雅黑" panose="020B0503020204020204" pitchFamily="34" charset="-122"/>
                <a:ea typeface="微软雅黑" panose="020B0503020204020204" pitchFamily="34" charset="-122"/>
              </a:rPr>
              <a:t>实验简介</a:t>
            </a:r>
            <a:r>
              <a:rPr lang="en-US" altLang="zh-CN" sz="1600" b="1" dirty="0">
                <a:latin typeface="微软雅黑" panose="020B0503020204020204" pitchFamily="34" charset="-122"/>
                <a:ea typeface="微软雅黑" panose="020B0503020204020204" pitchFamily="34" charset="-122"/>
              </a:rPr>
              <a:t>-</a:t>
            </a:r>
            <a:r>
              <a:rPr lang="zh-CN" altLang="en-US" sz="1600" b="1" dirty="0">
                <a:latin typeface="微软雅黑" panose="020B0503020204020204" pitchFamily="34" charset="-122"/>
                <a:ea typeface="微软雅黑" panose="020B0503020204020204" pitchFamily="34" charset="-122"/>
              </a:rPr>
              <a:t>实验要求</a:t>
            </a:r>
            <a:endParaRPr lang="en-US" altLang="zh-CN" sz="1600" b="1" dirty="0">
              <a:latin typeface="微软雅黑" panose="020B0503020204020204" pitchFamily="34" charset="-122"/>
              <a:ea typeface="微软雅黑" panose="020B0503020204020204" pitchFamily="34" charset="-122"/>
            </a:endParaRPr>
          </a:p>
        </p:txBody>
      </p:sp>
      <p:sp>
        <p:nvSpPr>
          <p:cNvPr id="4" name="文本框 3">
            <a:extLst>
              <a:ext uri="{FF2B5EF4-FFF2-40B4-BE49-F238E27FC236}">
                <a16:creationId xmlns:a16="http://schemas.microsoft.com/office/drawing/2014/main" id="{5B676E14-D92D-B019-AD4D-9B33745442BA}"/>
              </a:ext>
            </a:extLst>
          </p:cNvPr>
          <p:cNvSpPr txBox="1"/>
          <p:nvPr/>
        </p:nvSpPr>
        <p:spPr>
          <a:xfrm>
            <a:off x="159061" y="1306862"/>
            <a:ext cx="8711562" cy="2062103"/>
          </a:xfrm>
          <a:prstGeom prst="rect">
            <a:avLst/>
          </a:prstGeom>
          <a:noFill/>
        </p:spPr>
        <p:txBody>
          <a:bodyPr wrap="square" rtlCol="0">
            <a:spAutoFit/>
          </a:bodyPr>
          <a:lstStyle/>
          <a:p>
            <a:pPr marL="342900" indent="-342900">
              <a:buFont typeface="+mj-lt"/>
              <a:buAutoNum type="arabicPeriod"/>
            </a:pPr>
            <a:r>
              <a:rPr lang="zh-CN" altLang="en-US" sz="1600" dirty="0">
                <a:latin typeface="微软雅黑" panose="020B0503020204020204" pitchFamily="34" charset="-122"/>
                <a:ea typeface="微软雅黑" panose="020B0503020204020204" pitchFamily="34" charset="-122"/>
              </a:rPr>
              <a:t>仅需考虑</a:t>
            </a:r>
            <a:r>
              <a:rPr lang="en-US" altLang="zh-CN" sz="1600" dirty="0">
                <a:latin typeface="微软雅黑" panose="020B0503020204020204" pitchFamily="34" charset="-122"/>
                <a:ea typeface="微软雅黑" panose="020B0503020204020204" pitchFamily="34" charset="-122"/>
              </a:rPr>
              <a:t>A</a:t>
            </a:r>
            <a:r>
              <a:rPr lang="zh-CN" altLang="en-US" sz="1600" dirty="0">
                <a:latin typeface="微软雅黑" panose="020B0503020204020204" pitchFamily="34" charset="-122"/>
                <a:ea typeface="微软雅黑" panose="020B0503020204020204" pitchFamily="34" charset="-122"/>
              </a:rPr>
              <a:t>、</a:t>
            </a:r>
            <a:r>
              <a:rPr lang="en-US" altLang="zh-CN" sz="1600" dirty="0">
                <a:latin typeface="微软雅黑" panose="020B0503020204020204" pitchFamily="34" charset="-122"/>
                <a:ea typeface="微软雅黑" panose="020B0503020204020204" pitchFamily="34" charset="-122"/>
              </a:rPr>
              <a:t>B</a:t>
            </a:r>
            <a:r>
              <a:rPr lang="zh-CN" altLang="en-US" sz="1600" dirty="0">
                <a:latin typeface="微软雅黑" panose="020B0503020204020204" pitchFamily="34" charset="-122"/>
                <a:ea typeface="微软雅黑" panose="020B0503020204020204" pitchFamily="34" charset="-122"/>
              </a:rPr>
              <a:t>、</a:t>
            </a:r>
            <a:r>
              <a:rPr lang="en-US" altLang="zh-CN" sz="1600" dirty="0">
                <a:latin typeface="微软雅黑" panose="020B0503020204020204" pitchFamily="34" charset="-122"/>
                <a:ea typeface="微软雅黑" panose="020B0503020204020204" pitchFamily="34" charset="-122"/>
              </a:rPr>
              <a:t>C</a:t>
            </a:r>
            <a:r>
              <a:rPr lang="zh-CN" altLang="en-US" sz="1600" dirty="0">
                <a:latin typeface="微软雅黑" panose="020B0503020204020204" pitchFamily="34" charset="-122"/>
                <a:ea typeface="微软雅黑" panose="020B0503020204020204" pitchFamily="34" charset="-122"/>
              </a:rPr>
              <a:t>都是大小为</a:t>
            </a:r>
            <a:r>
              <a:rPr lang="en-US" altLang="zh-CN" sz="1600" dirty="0">
                <a:latin typeface="微软雅黑" panose="020B0503020204020204" pitchFamily="34" charset="-122"/>
                <a:ea typeface="微软雅黑" panose="020B0503020204020204" pitchFamily="34" charset="-122"/>
              </a:rPr>
              <a:t>N</a:t>
            </a:r>
            <a:r>
              <a:rPr lang="zh-CN" altLang="en-US" sz="1600" dirty="0">
                <a:latin typeface="微软雅黑" panose="020B0503020204020204" pitchFamily="34" charset="-122"/>
                <a:ea typeface="微软雅黑" panose="020B0503020204020204" pitchFamily="34" charset="-122"/>
              </a:rPr>
              <a:t>的方阵的情况，且</a:t>
            </a:r>
            <a:r>
              <a:rPr lang="en-US" altLang="zh-CN" sz="1600" dirty="0">
                <a:latin typeface="微软雅黑" panose="020B0503020204020204" pitchFamily="34" charset="-122"/>
                <a:ea typeface="微软雅黑" panose="020B0503020204020204" pitchFamily="34" charset="-122"/>
              </a:rPr>
              <a:t>N</a:t>
            </a:r>
            <a:r>
              <a:rPr lang="zh-CN" altLang="en-US" sz="1600" dirty="0">
                <a:latin typeface="微软雅黑" panose="020B0503020204020204" pitchFamily="34" charset="-122"/>
                <a:ea typeface="微软雅黑" panose="020B0503020204020204" pitchFamily="34" charset="-122"/>
              </a:rPr>
              <a:t>是分块大小的整数倍</a:t>
            </a:r>
            <a:endParaRPr lang="en-US" altLang="zh-CN" sz="1600" dirty="0">
              <a:latin typeface="微软雅黑" panose="020B0503020204020204" pitchFamily="34" charset="-122"/>
              <a:ea typeface="微软雅黑" panose="020B0503020204020204" pitchFamily="34" charset="-122"/>
            </a:endParaRPr>
          </a:p>
          <a:p>
            <a:pPr marL="342900" indent="-342900">
              <a:buFont typeface="+mj-lt"/>
              <a:buAutoNum type="arabicPeriod"/>
            </a:pPr>
            <a:r>
              <a:rPr lang="zh-CN" altLang="en-US" sz="1600" dirty="0">
                <a:latin typeface="微软雅黑" panose="020B0503020204020204" pitchFamily="34" charset="-122"/>
                <a:ea typeface="微软雅黑" panose="020B0503020204020204" pitchFamily="34" charset="-122"/>
              </a:rPr>
              <a:t>寄存器矩阵乘法应该能通过正确性检查，即寄存器矩阵乘法的结果</a:t>
            </a:r>
            <a:r>
              <a:rPr lang="en-US" altLang="zh-CN" sz="1600" dirty="0" err="1">
                <a:latin typeface="微软雅黑" panose="020B0503020204020204" pitchFamily="34" charset="-122"/>
                <a:ea typeface="微软雅黑" panose="020B0503020204020204" pitchFamily="34" charset="-122"/>
              </a:rPr>
              <a:t>cal</a:t>
            </a:r>
            <a:r>
              <a:rPr lang="zh-CN" altLang="en-US" sz="1600" dirty="0">
                <a:latin typeface="微软雅黑" panose="020B0503020204020204" pitchFamily="34" charset="-122"/>
                <a:ea typeface="微软雅黑" panose="020B0503020204020204" pitchFamily="34" charset="-122"/>
              </a:rPr>
              <a:t>与</a:t>
            </a:r>
            <a:r>
              <a:rPr lang="en-US" altLang="zh-CN" sz="1600" dirty="0">
                <a:latin typeface="微软雅黑" panose="020B0503020204020204" pitchFamily="34" charset="-122"/>
                <a:ea typeface="微软雅黑" panose="020B0503020204020204" pitchFamily="34" charset="-122"/>
              </a:rPr>
              <a:t>CPU</a:t>
            </a:r>
            <a:r>
              <a:rPr lang="zh-CN" altLang="en-US" sz="1600" dirty="0">
                <a:latin typeface="微软雅黑" panose="020B0503020204020204" pitchFamily="34" charset="-122"/>
                <a:ea typeface="微软雅黑" panose="020B0503020204020204" pitchFamily="34" charset="-122"/>
              </a:rPr>
              <a:t>矩阵乘法的结果</a:t>
            </a:r>
            <a:r>
              <a:rPr lang="en-US" altLang="zh-CN" sz="1600" dirty="0">
                <a:latin typeface="微软雅黑" panose="020B0503020204020204" pitchFamily="34" charset="-122"/>
                <a:ea typeface="微软雅黑" panose="020B0503020204020204" pitchFamily="34" charset="-122"/>
              </a:rPr>
              <a:t>true</a:t>
            </a:r>
            <a:r>
              <a:rPr lang="zh-CN" altLang="en-US" sz="1600" dirty="0">
                <a:latin typeface="微软雅黑" panose="020B0503020204020204" pitchFamily="34" charset="-122"/>
                <a:ea typeface="微软雅黑" panose="020B0503020204020204" pitchFamily="34" charset="-122"/>
              </a:rPr>
              <a:t>的每个元素满足： </a:t>
            </a:r>
            <a:r>
              <a:rPr lang="en-US" altLang="zh-CN" sz="1600" dirty="0">
                <a:latin typeface="微软雅黑" panose="020B0503020204020204" pitchFamily="34" charset="-122"/>
                <a:ea typeface="微软雅黑" panose="020B0503020204020204" pitchFamily="34" charset="-122"/>
              </a:rPr>
              <a:t>abs((</a:t>
            </a:r>
            <a:r>
              <a:rPr lang="en-US" altLang="zh-CN" sz="1600" dirty="0" err="1">
                <a:latin typeface="微软雅黑" panose="020B0503020204020204" pitchFamily="34" charset="-122"/>
                <a:ea typeface="微软雅黑" panose="020B0503020204020204" pitchFamily="34" charset="-122"/>
              </a:rPr>
              <a:t>cal</a:t>
            </a:r>
            <a:r>
              <a:rPr lang="en-US" altLang="zh-CN" sz="1600" dirty="0">
                <a:latin typeface="微软雅黑" panose="020B0503020204020204" pitchFamily="34" charset="-122"/>
                <a:ea typeface="微软雅黑" panose="020B0503020204020204" pitchFamily="34" charset="-122"/>
              </a:rPr>
              <a:t>[</a:t>
            </a:r>
            <a:r>
              <a:rPr lang="en-US" altLang="zh-CN" sz="1600" dirty="0" err="1">
                <a:latin typeface="微软雅黑" panose="020B0503020204020204" pitchFamily="34" charset="-122"/>
                <a:ea typeface="微软雅黑" panose="020B0503020204020204" pitchFamily="34" charset="-122"/>
              </a:rPr>
              <a:t>i</a:t>
            </a:r>
            <a:r>
              <a:rPr lang="en-US" altLang="zh-CN" sz="1600" dirty="0">
                <a:latin typeface="微软雅黑" panose="020B0503020204020204" pitchFamily="34" charset="-122"/>
                <a:ea typeface="微软雅黑" panose="020B0503020204020204" pitchFamily="34" charset="-122"/>
              </a:rPr>
              <a:t>]-true[</a:t>
            </a:r>
            <a:r>
              <a:rPr lang="en-US" altLang="zh-CN" sz="1600" dirty="0" err="1">
                <a:latin typeface="微软雅黑" panose="020B0503020204020204" pitchFamily="34" charset="-122"/>
                <a:ea typeface="微软雅黑" panose="020B0503020204020204" pitchFamily="34" charset="-122"/>
              </a:rPr>
              <a:t>i</a:t>
            </a:r>
            <a:r>
              <a:rPr lang="en-US" altLang="zh-CN" sz="1600" dirty="0">
                <a:latin typeface="微软雅黑" panose="020B0503020204020204" pitchFamily="34" charset="-122"/>
                <a:ea typeface="微软雅黑" panose="020B0503020204020204" pitchFamily="34" charset="-122"/>
              </a:rPr>
              <a:t>])/true[</a:t>
            </a:r>
            <a:r>
              <a:rPr lang="en-US" altLang="zh-CN" sz="1600" dirty="0" err="1">
                <a:latin typeface="微软雅黑" panose="020B0503020204020204" pitchFamily="34" charset="-122"/>
                <a:ea typeface="微软雅黑" panose="020B0503020204020204" pitchFamily="34" charset="-122"/>
              </a:rPr>
              <a:t>i</a:t>
            </a:r>
            <a:r>
              <a:rPr lang="en-US" altLang="zh-CN" sz="1600" dirty="0">
                <a:latin typeface="微软雅黑" panose="020B0503020204020204" pitchFamily="34" charset="-122"/>
                <a:ea typeface="微软雅黑" panose="020B0503020204020204" pitchFamily="34" charset="-122"/>
              </a:rPr>
              <a:t>])&lt;1e-5</a:t>
            </a:r>
            <a:r>
              <a:rPr lang="zh-CN" altLang="en-US" sz="1600" dirty="0">
                <a:latin typeface="微软雅黑" panose="020B0503020204020204" pitchFamily="34" charset="-122"/>
                <a:ea typeface="微软雅黑" panose="020B0503020204020204" pitchFamily="34" charset="-122"/>
              </a:rPr>
              <a:t>。</a:t>
            </a:r>
            <a:endParaRPr lang="en-US" altLang="zh-CN" sz="1600" dirty="0">
              <a:latin typeface="微软雅黑" panose="020B0503020204020204" pitchFamily="34" charset="-122"/>
              <a:ea typeface="微软雅黑" panose="020B0503020204020204" pitchFamily="34" charset="-122"/>
            </a:endParaRPr>
          </a:p>
          <a:p>
            <a:pPr marL="342900" indent="-342900">
              <a:buFont typeface="+mj-lt"/>
              <a:buAutoNum type="arabicPeriod"/>
            </a:pPr>
            <a:r>
              <a:rPr lang="zh-CN" altLang="en-US" sz="1600" dirty="0">
                <a:latin typeface="微软雅黑" panose="020B0503020204020204" pitchFamily="34" charset="-122"/>
                <a:ea typeface="微软雅黑" panose="020B0503020204020204" pitchFamily="34" charset="-122"/>
              </a:rPr>
              <a:t>正确性检查要求使用随机矩阵，元素大小在</a:t>
            </a:r>
            <a:r>
              <a:rPr lang="en-US" altLang="zh-CN" sz="1600" dirty="0">
                <a:latin typeface="微软雅黑" panose="020B0503020204020204" pitchFamily="34" charset="-122"/>
                <a:ea typeface="微软雅黑" panose="020B0503020204020204" pitchFamily="34" charset="-122"/>
              </a:rPr>
              <a:t>[0,1]</a:t>
            </a:r>
            <a:r>
              <a:rPr lang="zh-CN" altLang="en-US" sz="1600" dirty="0">
                <a:latin typeface="微软雅黑" panose="020B0503020204020204" pitchFamily="34" charset="-122"/>
                <a:ea typeface="微软雅黑" panose="020B0503020204020204" pitchFamily="34" charset="-122"/>
              </a:rPr>
              <a:t>范围内，矩阵大小</a:t>
            </a:r>
            <a:r>
              <a:rPr lang="en-US" altLang="zh-CN" sz="1600" dirty="0">
                <a:latin typeface="微软雅黑" panose="020B0503020204020204" pitchFamily="34" charset="-122"/>
                <a:ea typeface="微软雅黑" panose="020B0503020204020204" pitchFamily="34" charset="-122"/>
              </a:rPr>
              <a:t>N</a:t>
            </a:r>
            <a:r>
              <a:rPr lang="zh-CN" altLang="en-US" sz="1600" dirty="0">
                <a:latin typeface="微软雅黑" panose="020B0503020204020204" pitchFamily="34" charset="-122"/>
                <a:ea typeface="微软雅黑" panose="020B0503020204020204" pitchFamily="34" charset="-122"/>
              </a:rPr>
              <a:t>为</a:t>
            </a:r>
            <a:r>
              <a:rPr lang="en-US" altLang="zh-CN" sz="1600" dirty="0">
                <a:latin typeface="微软雅黑" panose="020B0503020204020204" pitchFamily="34" charset="-122"/>
                <a:ea typeface="微软雅黑" panose="020B0503020204020204" pitchFamily="34" charset="-122"/>
              </a:rPr>
              <a:t>1024</a:t>
            </a:r>
          </a:p>
          <a:p>
            <a:pPr marL="342900" indent="-342900">
              <a:buFont typeface="+mj-lt"/>
              <a:buAutoNum type="arabicPeriod"/>
            </a:pPr>
            <a:r>
              <a:rPr lang="zh-CN" altLang="en-US" sz="1600" dirty="0">
                <a:latin typeface="微软雅黑" panose="020B0503020204020204" pitchFamily="34" charset="-122"/>
                <a:ea typeface="微软雅黑" panose="020B0503020204020204" pitchFamily="34" charset="-122"/>
              </a:rPr>
              <a:t>通过正确性检查后你应该对你实现的寄存器矩阵乘法进行</a:t>
            </a:r>
            <a:r>
              <a:rPr lang="en-US" altLang="zh-CN" sz="1600" dirty="0">
                <a:latin typeface="微软雅黑" panose="020B0503020204020204" pitchFamily="34" charset="-122"/>
                <a:ea typeface="微软雅黑" panose="020B0503020204020204" pitchFamily="34" charset="-122"/>
              </a:rPr>
              <a:t>profile</a:t>
            </a:r>
            <a:r>
              <a:rPr lang="zh-CN" altLang="en-US" sz="1600" dirty="0">
                <a:latin typeface="微软雅黑" panose="020B0503020204020204" pitchFamily="34" charset="-122"/>
                <a:ea typeface="微软雅黑" panose="020B0503020204020204" pitchFamily="34" charset="-122"/>
              </a:rPr>
              <a:t>，并与前两种矩阵乘法对比。建议</a:t>
            </a:r>
            <a:r>
              <a:rPr lang="en-US" altLang="zh-CN" sz="1600" dirty="0">
                <a:latin typeface="微软雅黑" panose="020B0503020204020204" pitchFamily="34" charset="-122"/>
                <a:ea typeface="微软雅黑" panose="020B0503020204020204" pitchFamily="34" charset="-122"/>
              </a:rPr>
              <a:t>profile</a:t>
            </a:r>
            <a:r>
              <a:rPr lang="zh-CN" altLang="en-US" sz="1600" dirty="0">
                <a:latin typeface="微软雅黑" panose="020B0503020204020204" pitchFamily="34" charset="-122"/>
                <a:ea typeface="微软雅黑" panose="020B0503020204020204" pitchFamily="34" charset="-122"/>
              </a:rPr>
              <a:t>使用的矩阵大小大于等于</a:t>
            </a:r>
            <a:r>
              <a:rPr lang="en-US" altLang="zh-CN" sz="1600" dirty="0">
                <a:latin typeface="微软雅黑" panose="020B0503020204020204" pitchFamily="34" charset="-122"/>
                <a:ea typeface="微软雅黑" panose="020B0503020204020204" pitchFamily="34" charset="-122"/>
              </a:rPr>
              <a:t>4096</a:t>
            </a:r>
            <a:r>
              <a:rPr lang="zh-CN" altLang="en-US" sz="1600" dirty="0">
                <a:latin typeface="微软雅黑" panose="020B0503020204020204" pitchFamily="34" charset="-122"/>
                <a:ea typeface="微软雅黑" panose="020B0503020204020204" pitchFamily="34" charset="-122"/>
              </a:rPr>
              <a:t>。你实现的寄存器矩阵乘法应该比前两种矩阵乘法快。</a:t>
            </a:r>
            <a:endParaRPr lang="en-US" altLang="zh-CN" sz="1600" dirty="0">
              <a:latin typeface="微软雅黑" panose="020B0503020204020204" pitchFamily="34" charset="-122"/>
              <a:ea typeface="微软雅黑" panose="020B0503020204020204" pitchFamily="34" charset="-122"/>
            </a:endParaRPr>
          </a:p>
          <a:p>
            <a:pPr marL="342900" indent="-342900">
              <a:buFont typeface="+mj-lt"/>
              <a:buAutoNum type="arabicPeriod"/>
            </a:pPr>
            <a:endParaRPr lang="zh-CN" altLang="en-US" sz="16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870755745"/>
      </p:ext>
    </p:extLst>
  </p:cSld>
  <p:clrMapOvr>
    <a:masterClrMapping/>
  </p:clrMapOvr>
  <mc:AlternateContent xmlns:mc="http://schemas.openxmlformats.org/markup-compatibility/2006" xmlns:p14="http://schemas.microsoft.com/office/powerpoint/2010/main">
    <mc:Choice Requires="p14">
      <p:transition spd="slow" p14:dur="2000" advTm="13957"/>
    </mc:Choice>
    <mc:Fallback xmlns="">
      <p:transition spd="slow" advTm="13957"/>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组合 52"/>
          <p:cNvGrpSpPr/>
          <p:nvPr/>
        </p:nvGrpSpPr>
        <p:grpSpPr>
          <a:xfrm>
            <a:off x="138564" y="279057"/>
            <a:ext cx="6293973" cy="253916"/>
            <a:chOff x="5637082" y="1769183"/>
            <a:chExt cx="4430606" cy="451405"/>
          </a:xfrm>
        </p:grpSpPr>
        <p:sp>
          <p:nvSpPr>
            <p:cNvPr id="17" name="等腰三角形 53"/>
            <p:cNvSpPr/>
            <p:nvPr/>
          </p:nvSpPr>
          <p:spPr>
            <a:xfrm rot="5400000">
              <a:off x="5562941" y="1938259"/>
              <a:ext cx="243283" cy="9500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125">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9" name="文本框 18"/>
            <p:cNvSpPr txBox="1"/>
            <p:nvPr/>
          </p:nvSpPr>
          <p:spPr>
            <a:xfrm flipH="1">
              <a:off x="5746406" y="1769183"/>
              <a:ext cx="4321282" cy="451405"/>
            </a:xfrm>
            <a:prstGeom prst="rect">
              <a:avLst/>
            </a:prstGeom>
            <a:noFill/>
          </p:spPr>
          <p:txBody>
            <a:bodyPr wrap="square" rtlCol="0">
              <a:spAutoFit/>
            </a:bodyPr>
            <a:lstStyle/>
            <a:p>
              <a:r>
                <a:rPr lang="en-US" altLang="zh-CN" sz="105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Lab5</a:t>
              </a:r>
              <a:r>
                <a:rPr lang="zh-CN" altLang="en-US" sz="105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实验讲解 </a:t>
              </a:r>
              <a:r>
                <a:rPr lang="en-US" altLang="zh-CN" sz="105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050" b="1" dirty="0">
                  <a:solidFill>
                    <a:schemeClr val="bg1"/>
                  </a:solidFill>
                  <a:latin typeface="微软雅黑" panose="020B0503020204020204" pitchFamily="34" charset="-122"/>
                  <a:ea typeface="微软雅黑" panose="020B0503020204020204" pitchFamily="34" charset="-122"/>
                </a:rPr>
                <a:t>GPU</a:t>
              </a:r>
              <a:r>
                <a:rPr lang="zh-CN" altLang="en-US" sz="1050" b="1" dirty="0">
                  <a:solidFill>
                    <a:schemeClr val="bg1"/>
                  </a:solidFill>
                  <a:latin typeface="微软雅黑" panose="020B0503020204020204" pitchFamily="34" charset="-122"/>
                  <a:ea typeface="微软雅黑" panose="020B0503020204020204" pitchFamily="34" charset="-122"/>
                </a:rPr>
                <a:t>实验简介</a:t>
              </a:r>
            </a:p>
          </p:txBody>
        </p:sp>
      </p:grpSp>
      <p:sp>
        <p:nvSpPr>
          <p:cNvPr id="6" name="矩形 5"/>
          <p:cNvSpPr/>
          <p:nvPr/>
        </p:nvSpPr>
        <p:spPr>
          <a:xfrm>
            <a:off x="138564" y="848265"/>
            <a:ext cx="2366353" cy="418191"/>
          </a:xfrm>
          <a:prstGeom prst="rect">
            <a:avLst/>
          </a:prstGeom>
        </p:spPr>
        <p:txBody>
          <a:bodyPr wrap="none">
            <a:spAutoFit/>
          </a:bodyPr>
          <a:lstStyle/>
          <a:p>
            <a:pPr>
              <a:lnSpc>
                <a:spcPct val="150000"/>
              </a:lnSpc>
            </a:pPr>
            <a:r>
              <a:rPr lang="en-US" altLang="zh-CN" sz="1600" b="1" dirty="0">
                <a:latin typeface="微软雅黑" panose="020B0503020204020204" pitchFamily="34" charset="-122"/>
                <a:ea typeface="微软雅黑" panose="020B0503020204020204" pitchFamily="34" charset="-122"/>
              </a:rPr>
              <a:t>GPU</a:t>
            </a:r>
            <a:r>
              <a:rPr lang="zh-CN" altLang="en-US" sz="1600" b="1" dirty="0">
                <a:latin typeface="微软雅黑" panose="020B0503020204020204" pitchFamily="34" charset="-122"/>
                <a:ea typeface="微软雅黑" panose="020B0503020204020204" pitchFamily="34" charset="-122"/>
              </a:rPr>
              <a:t>实验简介</a:t>
            </a:r>
            <a:r>
              <a:rPr lang="en-US" altLang="zh-CN" sz="1600" b="1" dirty="0">
                <a:latin typeface="微软雅黑" panose="020B0503020204020204" pitchFamily="34" charset="-122"/>
                <a:ea typeface="微软雅黑" panose="020B0503020204020204" pitchFamily="34" charset="-122"/>
              </a:rPr>
              <a:t>-</a:t>
            </a:r>
            <a:r>
              <a:rPr lang="zh-CN" altLang="en-US" sz="1600" b="1" dirty="0">
                <a:latin typeface="微软雅黑" panose="020B0503020204020204" pitchFamily="34" charset="-122"/>
                <a:ea typeface="微软雅黑" panose="020B0503020204020204" pitchFamily="34" charset="-122"/>
              </a:rPr>
              <a:t>实验报告</a:t>
            </a:r>
            <a:endParaRPr lang="en-US" altLang="zh-CN" sz="1600" b="1" dirty="0">
              <a:latin typeface="微软雅黑" panose="020B0503020204020204" pitchFamily="34" charset="-122"/>
              <a:ea typeface="微软雅黑" panose="020B0503020204020204" pitchFamily="34" charset="-122"/>
            </a:endParaRPr>
          </a:p>
        </p:txBody>
      </p:sp>
      <p:sp>
        <p:nvSpPr>
          <p:cNvPr id="4" name="文本框 3">
            <a:extLst>
              <a:ext uri="{FF2B5EF4-FFF2-40B4-BE49-F238E27FC236}">
                <a16:creationId xmlns:a16="http://schemas.microsoft.com/office/drawing/2014/main" id="{67651A55-6B77-DC50-78CE-115155A73604}"/>
              </a:ext>
            </a:extLst>
          </p:cNvPr>
          <p:cNvSpPr txBox="1"/>
          <p:nvPr/>
        </p:nvSpPr>
        <p:spPr>
          <a:xfrm>
            <a:off x="159061" y="1306862"/>
            <a:ext cx="8711562" cy="2800767"/>
          </a:xfrm>
          <a:prstGeom prst="rect">
            <a:avLst/>
          </a:prstGeom>
          <a:noFill/>
        </p:spPr>
        <p:txBody>
          <a:bodyPr wrap="square" rtlCol="0">
            <a:spAutoFit/>
          </a:bodyPr>
          <a:lstStyle/>
          <a:p>
            <a:pPr marL="342900" indent="-342900">
              <a:buFont typeface="+mj-lt"/>
              <a:buAutoNum type="arabicPeriod"/>
            </a:pPr>
            <a:r>
              <a:rPr lang="zh-CN" altLang="en-US" sz="1600" dirty="0">
                <a:latin typeface="微软雅黑" panose="020B0503020204020204" pitchFamily="34" charset="-122"/>
                <a:ea typeface="微软雅黑" panose="020B0503020204020204" pitchFamily="34" charset="-122"/>
              </a:rPr>
              <a:t>报告问题</a:t>
            </a:r>
            <a:endParaRPr lang="en-US" altLang="zh-CN" sz="1600" dirty="0">
              <a:latin typeface="微软雅黑" panose="020B0503020204020204" pitchFamily="34" charset="-122"/>
              <a:ea typeface="微软雅黑" panose="020B0503020204020204" pitchFamily="34" charset="-122"/>
            </a:endParaRPr>
          </a:p>
          <a:p>
            <a:pPr marL="800100" lvl="1" indent="-342900">
              <a:buFont typeface="+mj-lt"/>
              <a:buAutoNum type="arabicPeriod"/>
            </a:pPr>
            <a:r>
              <a:rPr lang="zh-CN" altLang="en-US" sz="1600" dirty="0">
                <a:latin typeface="微软雅黑" panose="020B0503020204020204" pitchFamily="34" charset="-122"/>
                <a:ea typeface="微软雅黑" panose="020B0503020204020204" pitchFamily="34" charset="-122"/>
              </a:rPr>
              <a:t>请分析三种</a:t>
            </a:r>
            <a:r>
              <a:rPr lang="en-US" altLang="zh-CN" sz="1600" dirty="0">
                <a:latin typeface="微软雅黑" panose="020B0503020204020204" pitchFamily="34" charset="-122"/>
                <a:ea typeface="微软雅黑" panose="020B0503020204020204" pitchFamily="34" charset="-122"/>
              </a:rPr>
              <a:t>GPU</a:t>
            </a:r>
            <a:r>
              <a:rPr lang="zh-CN" altLang="en-US" sz="1600" dirty="0">
                <a:latin typeface="微软雅黑" panose="020B0503020204020204" pitchFamily="34" charset="-122"/>
                <a:ea typeface="微软雅黑" panose="020B0503020204020204" pitchFamily="34" charset="-122"/>
              </a:rPr>
              <a:t>矩阵乘法中对</a:t>
            </a:r>
            <a:r>
              <a:rPr lang="en-US" altLang="zh-CN" sz="1600" dirty="0">
                <a:latin typeface="微软雅黑" panose="020B0503020204020204" pitchFamily="34" charset="-122"/>
                <a:ea typeface="微软雅黑" panose="020B0503020204020204" pitchFamily="34" charset="-122"/>
              </a:rPr>
              <a:t>GPU global memory</a:t>
            </a:r>
            <a:r>
              <a:rPr lang="zh-CN" altLang="en-US" sz="1600" dirty="0">
                <a:latin typeface="微软雅黑" panose="020B0503020204020204" pitchFamily="34" charset="-122"/>
                <a:ea typeface="微软雅黑" panose="020B0503020204020204" pitchFamily="34" charset="-122"/>
              </a:rPr>
              <a:t>、</a:t>
            </a:r>
            <a:r>
              <a:rPr lang="en-US" altLang="zh-CN" sz="1600" dirty="0">
                <a:latin typeface="微软雅黑" panose="020B0503020204020204" pitchFamily="34" charset="-122"/>
                <a:ea typeface="微软雅黑" panose="020B0503020204020204" pitchFamily="34" charset="-122"/>
              </a:rPr>
              <a:t>shared memory</a:t>
            </a:r>
            <a:r>
              <a:rPr lang="zh-CN" altLang="en-US" sz="1600" dirty="0">
                <a:latin typeface="微软雅黑" panose="020B0503020204020204" pitchFamily="34" charset="-122"/>
                <a:ea typeface="微软雅黑" panose="020B0503020204020204" pitchFamily="34" charset="-122"/>
              </a:rPr>
              <a:t>、</a:t>
            </a:r>
            <a:r>
              <a:rPr lang="en-US" altLang="zh-CN" sz="1600" dirty="0">
                <a:latin typeface="微软雅黑" panose="020B0503020204020204" pitchFamily="34" charset="-122"/>
                <a:ea typeface="微软雅黑" panose="020B0503020204020204" pitchFamily="34" charset="-122"/>
              </a:rPr>
              <a:t>register</a:t>
            </a:r>
            <a:r>
              <a:rPr lang="zh-CN" altLang="en-US" sz="1600" dirty="0">
                <a:latin typeface="微软雅黑" panose="020B0503020204020204" pitchFamily="34" charset="-122"/>
                <a:ea typeface="微软雅黑" panose="020B0503020204020204" pitchFamily="34" charset="-122"/>
              </a:rPr>
              <a:t>的访问次数（忽略非矩阵元素的寄存器访问，如坐标索引变量</a:t>
            </a:r>
            <a:r>
              <a:rPr lang="en-US" altLang="zh-CN" sz="1600" dirty="0">
                <a:latin typeface="微软雅黑" panose="020B0503020204020204" pitchFamily="34" charset="-122"/>
                <a:ea typeface="微软雅黑" panose="020B0503020204020204" pitchFamily="34" charset="-122"/>
              </a:rPr>
              <a:t>row</a:t>
            </a:r>
            <a:r>
              <a:rPr lang="zh-CN" altLang="en-US" sz="1600" dirty="0">
                <a:latin typeface="微软雅黑" panose="020B0503020204020204" pitchFamily="34" charset="-122"/>
                <a:ea typeface="微软雅黑" panose="020B0503020204020204" pitchFamily="34" charset="-122"/>
              </a:rPr>
              <a:t>对寄存器的访问）</a:t>
            </a:r>
            <a:endParaRPr lang="en-US" altLang="zh-CN" sz="1600" dirty="0">
              <a:latin typeface="微软雅黑" panose="020B0503020204020204" pitchFamily="34" charset="-122"/>
              <a:ea typeface="微软雅黑" panose="020B0503020204020204" pitchFamily="34" charset="-122"/>
            </a:endParaRPr>
          </a:p>
          <a:p>
            <a:pPr marL="800100" lvl="1" indent="-342900">
              <a:buFont typeface="+mj-lt"/>
              <a:buAutoNum type="arabicPeriod"/>
            </a:pPr>
            <a:r>
              <a:rPr lang="zh-CN" altLang="en-US" sz="1600" dirty="0">
                <a:latin typeface="微软雅黑" panose="020B0503020204020204" pitchFamily="34" charset="-122"/>
                <a:ea typeface="微软雅黑" panose="020B0503020204020204" pitchFamily="34" charset="-122"/>
              </a:rPr>
              <a:t>寄存器矩阵乘法减少了线程数目及</a:t>
            </a:r>
            <a:r>
              <a:rPr lang="en-US" altLang="zh-CN" sz="1600" dirty="0">
                <a:latin typeface="微软雅黑" panose="020B0503020204020204" pitchFamily="34" charset="-122"/>
                <a:ea typeface="微软雅黑" panose="020B0503020204020204" pitchFamily="34" charset="-122"/>
              </a:rPr>
              <a:t>shared memory</a:t>
            </a:r>
            <a:r>
              <a:rPr lang="zh-CN" altLang="en-US" sz="1600" dirty="0">
                <a:latin typeface="微软雅黑" panose="020B0503020204020204" pitchFamily="34" charset="-122"/>
                <a:ea typeface="微软雅黑" panose="020B0503020204020204" pitchFamily="34" charset="-122"/>
              </a:rPr>
              <a:t>使用量，但增加了寄存器使用量。请结合课程所学分析这样做有何好处，有何坏处。（提示：从</a:t>
            </a:r>
            <a:r>
              <a:rPr lang="en-US" altLang="zh-CN" sz="1600" dirty="0">
                <a:latin typeface="微软雅黑" panose="020B0503020204020204" pitchFamily="34" charset="-122"/>
                <a:ea typeface="微软雅黑" panose="020B0503020204020204" pitchFamily="34" charset="-122"/>
              </a:rPr>
              <a:t>warp</a:t>
            </a:r>
            <a:r>
              <a:rPr lang="zh-CN" altLang="en-US" sz="1600" dirty="0">
                <a:latin typeface="微软雅黑" panose="020B0503020204020204" pitchFamily="34" charset="-122"/>
                <a:ea typeface="微软雅黑" panose="020B0503020204020204" pitchFamily="34" charset="-122"/>
              </a:rPr>
              <a:t>个数及</a:t>
            </a:r>
            <a:r>
              <a:rPr lang="en-US" altLang="zh-CN" sz="1600" dirty="0">
                <a:latin typeface="微软雅黑" panose="020B0503020204020204" pitchFamily="34" charset="-122"/>
                <a:ea typeface="微软雅黑" panose="020B0503020204020204" pitchFamily="34" charset="-122"/>
              </a:rPr>
              <a:t>block</a:t>
            </a:r>
            <a:r>
              <a:rPr lang="zh-CN" altLang="en-US" sz="1600" dirty="0">
                <a:latin typeface="微软雅黑" panose="020B0503020204020204" pitchFamily="34" charset="-122"/>
                <a:ea typeface="微软雅黑" panose="020B0503020204020204" pitchFamily="34" charset="-122"/>
              </a:rPr>
              <a:t> 所需资源上分析）</a:t>
            </a:r>
            <a:endParaRPr lang="en-US" altLang="zh-CN" sz="1600" dirty="0">
              <a:latin typeface="微软雅黑" panose="020B0503020204020204" pitchFamily="34" charset="-122"/>
              <a:ea typeface="微软雅黑" panose="020B0503020204020204" pitchFamily="34" charset="-122"/>
            </a:endParaRPr>
          </a:p>
          <a:p>
            <a:pPr marL="800100" lvl="1" indent="-342900">
              <a:buFont typeface="+mj-lt"/>
              <a:buAutoNum type="arabicPeriod"/>
            </a:pPr>
            <a:r>
              <a:rPr lang="zh-CN" altLang="en-US" sz="1600" dirty="0">
                <a:latin typeface="微软雅黑" panose="020B0503020204020204" pitchFamily="34" charset="-122"/>
                <a:ea typeface="微软雅黑" panose="020B0503020204020204" pitchFamily="34" charset="-122"/>
              </a:rPr>
              <a:t>请结合课程所学从线程访存合并方面分析基础矩阵乘法哪里可以继续优化。这一优化手段对分块矩阵乘法、寄存器矩阵乘法有效吗？请说明理由并给出优化位置。</a:t>
            </a:r>
            <a:endParaRPr lang="en-US" altLang="zh-CN" sz="1600" dirty="0">
              <a:latin typeface="微软雅黑" panose="020B0503020204020204" pitchFamily="34" charset="-122"/>
              <a:ea typeface="微软雅黑" panose="020B0503020204020204" pitchFamily="34" charset="-122"/>
            </a:endParaRPr>
          </a:p>
          <a:p>
            <a:pPr marL="342900" indent="-342900">
              <a:buFont typeface="+mj-lt"/>
              <a:buAutoNum type="arabicPeriod"/>
            </a:pPr>
            <a:r>
              <a:rPr lang="zh-CN" altLang="en-US" sz="1600" dirty="0">
                <a:latin typeface="微软雅黑" panose="020B0503020204020204" pitchFamily="34" charset="-122"/>
                <a:ea typeface="微软雅黑" panose="020B0503020204020204" pitchFamily="34" charset="-122"/>
              </a:rPr>
              <a:t>提交要求：</a:t>
            </a:r>
            <a:endParaRPr lang="en-US" altLang="zh-CN" sz="1600" dirty="0">
              <a:latin typeface="微软雅黑" panose="020B0503020204020204" pitchFamily="34" charset="-122"/>
              <a:ea typeface="微软雅黑" panose="020B0503020204020204" pitchFamily="34" charset="-122"/>
            </a:endParaRPr>
          </a:p>
          <a:p>
            <a:pPr marL="800100" lvl="1" indent="-342900">
              <a:buFont typeface="+mj-lt"/>
              <a:buAutoNum type="arabicPeriod"/>
            </a:pPr>
            <a:r>
              <a:rPr lang="zh-CN" altLang="en-US" sz="1600" dirty="0">
                <a:latin typeface="微软雅黑" panose="020B0503020204020204" pitchFamily="34" charset="-122"/>
                <a:ea typeface="微软雅黑" panose="020B0503020204020204" pitchFamily="34" charset="-122"/>
              </a:rPr>
              <a:t>提交你的寄存器矩阵乘法的源代码，及对三种矩阵乘法的</a:t>
            </a:r>
            <a:r>
              <a:rPr lang="en-US" altLang="zh-CN" sz="1600" dirty="0">
                <a:latin typeface="微软雅黑" panose="020B0503020204020204" pitchFamily="34" charset="-122"/>
                <a:ea typeface="微软雅黑" panose="020B0503020204020204" pitchFamily="34" charset="-122"/>
              </a:rPr>
              <a:t>profile</a:t>
            </a:r>
            <a:r>
              <a:rPr lang="zh-CN" altLang="en-US" sz="1600" dirty="0">
                <a:latin typeface="微软雅黑" panose="020B0503020204020204" pitchFamily="34" charset="-122"/>
                <a:ea typeface="微软雅黑" panose="020B0503020204020204" pitchFamily="34" charset="-122"/>
              </a:rPr>
              <a:t>结果。</a:t>
            </a:r>
            <a:endParaRPr lang="en-US" altLang="zh-CN" sz="1600" dirty="0">
              <a:latin typeface="微软雅黑" panose="020B0503020204020204" pitchFamily="34" charset="-122"/>
              <a:ea typeface="微软雅黑" panose="020B0503020204020204" pitchFamily="34" charset="-122"/>
            </a:endParaRPr>
          </a:p>
          <a:p>
            <a:pPr marL="800100" lvl="1" indent="-342900">
              <a:buFont typeface="+mj-lt"/>
              <a:buAutoNum type="arabicPeriod"/>
            </a:pPr>
            <a:r>
              <a:rPr lang="zh-CN" altLang="en-US" sz="1600" dirty="0">
                <a:latin typeface="微软雅黑" panose="020B0503020204020204" pitchFamily="34" charset="-122"/>
                <a:ea typeface="微软雅黑" panose="020B0503020204020204" pitchFamily="34" charset="-122"/>
              </a:rPr>
              <a:t>你的寄存器矩阵乘法应该能通过正确性检查</a:t>
            </a:r>
          </a:p>
        </p:txBody>
      </p:sp>
    </p:spTree>
  </p:cSld>
  <p:clrMapOvr>
    <a:masterClrMapping/>
  </p:clrMapOvr>
  <mc:AlternateContent xmlns:mc="http://schemas.openxmlformats.org/markup-compatibility/2006" xmlns:p14="http://schemas.microsoft.com/office/powerpoint/2010/main">
    <mc:Choice Requires="p14">
      <p:transition spd="slow" p14:dur="2000" advTm="13957"/>
    </mc:Choice>
    <mc:Fallback xmlns="">
      <p:transition spd="slow" advTm="13957"/>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组合 52"/>
          <p:cNvGrpSpPr/>
          <p:nvPr/>
        </p:nvGrpSpPr>
        <p:grpSpPr>
          <a:xfrm>
            <a:off x="138564" y="279057"/>
            <a:ext cx="6293973" cy="253916"/>
            <a:chOff x="5637082" y="1769183"/>
            <a:chExt cx="4430606" cy="451405"/>
          </a:xfrm>
        </p:grpSpPr>
        <p:sp>
          <p:nvSpPr>
            <p:cNvPr id="17" name="等腰三角形 53"/>
            <p:cNvSpPr/>
            <p:nvPr/>
          </p:nvSpPr>
          <p:spPr>
            <a:xfrm rot="5400000">
              <a:off x="5562941" y="1938259"/>
              <a:ext cx="243283" cy="9500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125">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9" name="文本框 18"/>
            <p:cNvSpPr txBox="1"/>
            <p:nvPr/>
          </p:nvSpPr>
          <p:spPr>
            <a:xfrm flipH="1">
              <a:off x="5746406" y="1769183"/>
              <a:ext cx="4321282" cy="451405"/>
            </a:xfrm>
            <a:prstGeom prst="rect">
              <a:avLst/>
            </a:prstGeom>
            <a:noFill/>
          </p:spPr>
          <p:txBody>
            <a:bodyPr wrap="square" rtlCol="0">
              <a:spAutoFit/>
            </a:bodyPr>
            <a:lstStyle/>
            <a:p>
              <a:r>
                <a:rPr lang="en-US" altLang="zh-CN" sz="105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Lab5</a:t>
              </a:r>
              <a:r>
                <a:rPr lang="zh-CN" altLang="en-US" sz="105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实验讲解 </a:t>
              </a:r>
              <a:r>
                <a:rPr lang="en-US" altLang="zh-CN" sz="105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050" b="1" dirty="0">
                  <a:solidFill>
                    <a:schemeClr val="bg1"/>
                  </a:solidFill>
                  <a:latin typeface="微软雅黑" panose="020B0503020204020204" pitchFamily="34" charset="-122"/>
                  <a:ea typeface="微软雅黑" panose="020B0503020204020204" pitchFamily="34" charset="-122"/>
                </a:rPr>
                <a:t>GPU</a:t>
              </a:r>
              <a:r>
                <a:rPr lang="zh-CN" altLang="en-US" sz="1050" b="1" dirty="0">
                  <a:solidFill>
                    <a:schemeClr val="bg1"/>
                  </a:solidFill>
                  <a:latin typeface="微软雅黑" panose="020B0503020204020204" pitchFamily="34" charset="-122"/>
                  <a:ea typeface="微软雅黑" panose="020B0503020204020204" pitchFamily="34" charset="-122"/>
                </a:rPr>
                <a:t>实验简介</a:t>
              </a:r>
            </a:p>
          </p:txBody>
        </p:sp>
      </p:grpSp>
      <p:sp>
        <p:nvSpPr>
          <p:cNvPr id="6" name="矩形 5"/>
          <p:cNvSpPr/>
          <p:nvPr/>
        </p:nvSpPr>
        <p:spPr>
          <a:xfrm>
            <a:off x="4093344" y="3057007"/>
            <a:ext cx="957313" cy="743986"/>
          </a:xfrm>
          <a:prstGeom prst="rect">
            <a:avLst/>
          </a:prstGeom>
        </p:spPr>
        <p:txBody>
          <a:bodyPr wrap="none">
            <a:spAutoFit/>
          </a:bodyPr>
          <a:lstStyle/>
          <a:p>
            <a:pPr>
              <a:lnSpc>
                <a:spcPct val="150000"/>
              </a:lnSpc>
            </a:pPr>
            <a:r>
              <a:rPr lang="en-US" altLang="zh-CN" sz="3200" b="1" dirty="0">
                <a:latin typeface="微软雅黑" panose="020B0503020204020204" pitchFamily="34" charset="-122"/>
                <a:ea typeface="微软雅黑" panose="020B0503020204020204" pitchFamily="34" charset="-122"/>
              </a:rPr>
              <a:t>End</a:t>
            </a:r>
          </a:p>
        </p:txBody>
      </p:sp>
    </p:spTree>
  </p:cSld>
  <p:clrMapOvr>
    <a:masterClrMapping/>
  </p:clrMapOvr>
  <mc:AlternateContent xmlns:mc="http://schemas.openxmlformats.org/markup-compatibility/2006" xmlns:p14="http://schemas.microsoft.com/office/powerpoint/2010/main">
    <mc:Choice Requires="p14">
      <p:transition spd="slow" p14:dur="2000" advTm="13957"/>
    </mc:Choice>
    <mc:Fallback xmlns="">
      <p:transition spd="slow" advTm="13957"/>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KSO_WPP_MARK_KEY" val="c6403ab5-2771-48d9-a64f-9fcbea9a3753"/>
  <p:tag name="COMMONDATA" val="eyJoZGlkIjoiMGEyZjkzNGEwNTNjYzVmMWZiYWQ2MTU2ZjExMThiOWEifQ=="/>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387</TotalTime>
  <Words>3376</Words>
  <Application>Microsoft Office PowerPoint</Application>
  <PresentationFormat>全屏显示(4:3)</PresentationFormat>
  <Paragraphs>311</Paragraphs>
  <Slides>31</Slides>
  <Notes>31</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31</vt:i4>
      </vt:variant>
    </vt:vector>
  </HeadingPairs>
  <TitlesOfParts>
    <vt:vector size="41" baseType="lpstr">
      <vt:lpstr>-apple-system</vt:lpstr>
      <vt:lpstr>Myriad Pro Black</vt:lpstr>
      <vt:lpstr>等线</vt:lpstr>
      <vt:lpstr>微软雅黑</vt:lpstr>
      <vt:lpstr>Arial</vt:lpstr>
      <vt:lpstr>Calibri</vt:lpstr>
      <vt:lpstr>Calibri Light</vt:lpstr>
      <vt:lpstr>Consolas</vt:lpstr>
      <vt:lpstr>Trebuchet MS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Guoliang You</dc:creator>
  <cp:lastModifiedBy>user0</cp:lastModifiedBy>
  <cp:revision>513</cp:revision>
  <dcterms:created xsi:type="dcterms:W3CDTF">2022-05-19T07:54:00Z</dcterms:created>
  <dcterms:modified xsi:type="dcterms:W3CDTF">2025-05-06T10:07:23Z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D140B00B8DF5478EAA02428A9A75AF18_12</vt:lpwstr>
  </property>
  <property fmtid="{D5CDD505-2E9C-101B-9397-08002B2CF9AE}" pid="3" name="KSOProductBuildVer">
    <vt:lpwstr>2052-11.1.0.14309</vt:lpwstr>
  </property>
</Properties>
</file>